
<file path=[Content_Types].xml><?xml version="1.0" encoding="utf-8"?>
<Types xmlns="http://schemas.openxmlformats.org/package/2006/content-types">
  <Default Extension="mp4" ContentType="video/mp4"/>
  <Default Extension="png" ContentType="image/png"/>
  <Default Extension="rels" ContentType="application/vnd.openxmlformats-package.relationships+xml"/>
  <Default Extension="svg" ContentType="image/svg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notesSlides/notesSlide1.xml" ContentType="application/vnd.openxmlformats-officedocument.presentationml.notesSlide+xml"/>
  <Override PartName="/ppt/ink/ink1.xml" ContentType="application/inkml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  <p:sldMasterId id="2147483660" r:id="rId2"/>
  </p:sldMasterIdLst>
  <p:notesMasterIdLst>
    <p:notesMasterId r:id="rId12"/>
  </p:notesMasterIdLst>
  <p:handoutMasterIdLst>
    <p:handoutMasterId r:id="rId13"/>
  </p:handoutMasterIdLst>
  <p:sldIdLst>
    <p:sldId id="258" r:id="rId3"/>
    <p:sldId id="330" r:id="rId4"/>
    <p:sldId id="331" r:id="rId5"/>
    <p:sldId id="351" r:id="rId6"/>
    <p:sldId id="352" r:id="rId7"/>
    <p:sldId id="332" r:id="rId8"/>
    <p:sldId id="333" r:id="rId9"/>
    <p:sldId id="347" r:id="rId10"/>
    <p:sldId id="348" r:id="rId11"/>
  </p:sldIdLst>
  <p:sldSz cx="10625138" cy="14400213"/>
  <p:notesSz cx="6858000" cy="9144000"/>
  <p:custDataLst>
    <p:tags r:id="rId14"/>
  </p:custData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pos="412">
          <p15:clr>
            <a:srgbClr val="A4A3A4"/>
          </p15:clr>
        </p15:guide>
        <p15:guide id="2" orient="horz" pos="4558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1F1F1F"/>
    <a:srgbClr val="26262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73" autoAdjust="0"/>
    <p:restoredTop sz="95244" autoAdjust="0"/>
  </p:normalViewPr>
  <p:slideViewPr>
    <p:cSldViewPr snapToGrid="0" showGuides="1">
      <p:cViewPr>
        <p:scale>
          <a:sx n="100" d="100"/>
          <a:sy n="100" d="100"/>
        </p:scale>
        <p:origin x="912" y="-96"/>
      </p:cViewPr>
      <p:guideLst>
        <p:guide pos="412"/>
        <p:guide orient="horz" pos="4558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39" d="100"/>
        <a:sy n="139" d="100"/>
      </p:scale>
      <p:origin x="0" y="0"/>
    </p:cViewPr>
  </p:sorterViewPr>
  <p:notesViewPr>
    <p:cSldViewPr snapToGrid="0">
      <p:cViewPr varScale="1">
        <p:scale>
          <a:sx n="69" d="100"/>
          <a:sy n="69" d="100"/>
        </p:scale>
        <p:origin x="2227" y="82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handoutMaster" Target="handoutMasters/handoutMaster1.xml"/><Relationship Id="rId18" Type="http://schemas.openxmlformats.org/officeDocument/2006/relationships/tableStyles" Target="tableStyles.xml"/><Relationship Id="rId3" Type="http://schemas.openxmlformats.org/officeDocument/2006/relationships/slide" Target="slides/slide1.xml"/><Relationship Id="rId7" Type="http://schemas.openxmlformats.org/officeDocument/2006/relationships/slide" Target="slides/slide5.xml"/><Relationship Id="rId12" Type="http://schemas.openxmlformats.org/officeDocument/2006/relationships/notesMaster" Target="notesMasters/notesMaster1.xml"/><Relationship Id="rId17" Type="http://schemas.openxmlformats.org/officeDocument/2006/relationships/theme" Target="theme/theme1.xml"/><Relationship Id="rId2" Type="http://schemas.openxmlformats.org/officeDocument/2006/relationships/slideMaster" Target="slideMasters/slideMaster2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5" Type="http://schemas.openxmlformats.org/officeDocument/2006/relationships/slide" Target="slides/slide3.xml"/><Relationship Id="rId15" Type="http://schemas.openxmlformats.org/officeDocument/2006/relationships/presProps" Target="presProps.xml"/><Relationship Id="rId10" Type="http://schemas.openxmlformats.org/officeDocument/2006/relationships/slide" Target="slides/slide8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tags" Target="tags/tag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EA54208-A716-42FF-80CF-57B00CE66560}" type="datetimeFigureOut">
              <a:rPr lang="zh-CN" altLang="en-US" smtClean="0"/>
              <a:t>2023/7/23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0DB86B2-45FA-46FD-932F-E74808AB18B8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7-19T13:58:41.382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0 0 24575,'4'0'0,"4"0"0,5 0 0,0 0-8191</inkml:trace>
</inkml:ink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CC13B3F-2B31-4A61-B985-2117CDAFE2AD}" type="datetimeFigureOut">
              <a:rPr lang="zh-CN" altLang="en-US" smtClean="0"/>
              <a:t>2023/7/23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1143000"/>
            <a:ext cx="2276475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B70FF05-BDD8-42F0-BA90-04AD6ABB1C0C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2290763" y="1143000"/>
            <a:ext cx="2276475" cy="30861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B70FF05-BDD8-42F0-BA90-04AD6ABB1C0C}" type="slidenum">
              <a:rPr lang="zh-CN" altLang="en-US" smtClean="0"/>
              <a:t>1</a:t>
            </a:fld>
            <a:endParaRPr lang="zh-CN" alt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328142" y="2356703"/>
            <a:ext cx="7968854" cy="5013407"/>
          </a:xfrm>
        </p:spPr>
        <p:txBody>
          <a:bodyPr anchor="b"/>
          <a:lstStyle>
            <a:lvl1pPr algn="ctr">
              <a:defRPr sz="523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328142" y="7563446"/>
            <a:ext cx="7968854" cy="3476717"/>
          </a:xfrm>
        </p:spPr>
        <p:txBody>
          <a:bodyPr/>
          <a:lstStyle>
            <a:lvl1pPr marL="0" indent="0" algn="ctr">
              <a:buNone/>
              <a:defRPr sz="2090"/>
            </a:lvl1pPr>
            <a:lvl2pPr marL="398145" indent="0" algn="ctr">
              <a:buNone/>
              <a:defRPr sz="1745"/>
            </a:lvl2pPr>
            <a:lvl3pPr marL="796925" indent="0" algn="ctr">
              <a:buNone/>
              <a:defRPr sz="1570"/>
            </a:lvl3pPr>
            <a:lvl4pPr marL="1195070" indent="0" algn="ctr">
              <a:buNone/>
              <a:defRPr sz="1395"/>
            </a:lvl4pPr>
            <a:lvl5pPr marL="1593850" indent="0" algn="ctr">
              <a:buNone/>
              <a:defRPr sz="1395"/>
            </a:lvl5pPr>
            <a:lvl6pPr marL="1991995" indent="0" algn="ctr">
              <a:buNone/>
              <a:defRPr sz="1395"/>
            </a:lvl6pPr>
            <a:lvl7pPr marL="2390775" indent="0" algn="ctr">
              <a:buNone/>
              <a:defRPr sz="1395"/>
            </a:lvl7pPr>
            <a:lvl8pPr marL="2788920" indent="0" algn="ctr">
              <a:buNone/>
              <a:defRPr sz="1395"/>
            </a:lvl8pPr>
            <a:lvl9pPr marL="3187700" indent="0" algn="ctr">
              <a:buNone/>
              <a:defRPr sz="1395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B43034-5666-4088-908E-90BF970F5519}" type="datetimeFigureOut">
              <a:rPr lang="zh-CN" altLang="en-US" smtClean="0"/>
              <a:t>2023/7/23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AA8925-78AA-4D71-A293-67AA713F8EE9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bg>
      <p:bgPr>
        <a:blipFill dpi="0" rotWithShape="1">
          <a:blip r:embed="rId2">
            <a:lum/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>
            <a:fillRect l="-52000" r="-52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B43034-5666-4088-908E-90BF970F5519}" type="datetimeFigureOut">
              <a:rPr lang="zh-CN" altLang="en-US" smtClean="0"/>
              <a:t>2023/7/23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AA8925-78AA-4D71-A293-67AA713F8EE9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bg>
      <p:bgPr>
        <a:blipFill dpi="0" rotWithShape="1">
          <a:blip r:embed="rId2">
            <a:lum/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>
            <a:fillRect l="-52000" r="-52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24944" y="3590055"/>
            <a:ext cx="9164182" cy="5990088"/>
          </a:xfrm>
        </p:spPr>
        <p:txBody>
          <a:bodyPr anchor="b"/>
          <a:lstStyle>
            <a:lvl1pPr>
              <a:defRPr sz="523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724944" y="9636811"/>
            <a:ext cx="9164182" cy="3150046"/>
          </a:xfrm>
        </p:spPr>
        <p:txBody>
          <a:bodyPr/>
          <a:lstStyle>
            <a:lvl1pPr marL="0" indent="0">
              <a:buNone/>
              <a:defRPr sz="2090">
                <a:solidFill>
                  <a:schemeClr val="tx1">
                    <a:tint val="75000"/>
                  </a:schemeClr>
                </a:solidFill>
              </a:defRPr>
            </a:lvl1pPr>
            <a:lvl2pPr marL="398145" indent="0">
              <a:buNone/>
              <a:defRPr sz="1745">
                <a:solidFill>
                  <a:schemeClr val="tx1">
                    <a:tint val="75000"/>
                  </a:schemeClr>
                </a:solidFill>
              </a:defRPr>
            </a:lvl2pPr>
            <a:lvl3pPr marL="796925" indent="0">
              <a:buNone/>
              <a:defRPr sz="1570">
                <a:solidFill>
                  <a:schemeClr val="tx1">
                    <a:tint val="75000"/>
                  </a:schemeClr>
                </a:solidFill>
              </a:defRPr>
            </a:lvl3pPr>
            <a:lvl4pPr marL="1195070" indent="0">
              <a:buNone/>
              <a:defRPr sz="1395">
                <a:solidFill>
                  <a:schemeClr val="tx1">
                    <a:tint val="75000"/>
                  </a:schemeClr>
                </a:solidFill>
              </a:defRPr>
            </a:lvl4pPr>
            <a:lvl5pPr marL="1593850" indent="0">
              <a:buNone/>
              <a:defRPr sz="1395">
                <a:solidFill>
                  <a:schemeClr val="tx1">
                    <a:tint val="75000"/>
                  </a:schemeClr>
                </a:solidFill>
              </a:defRPr>
            </a:lvl5pPr>
            <a:lvl6pPr marL="1991995" indent="0">
              <a:buNone/>
              <a:defRPr sz="1395">
                <a:solidFill>
                  <a:schemeClr val="tx1">
                    <a:tint val="75000"/>
                  </a:schemeClr>
                </a:solidFill>
              </a:defRPr>
            </a:lvl6pPr>
            <a:lvl7pPr marL="2390775" indent="0">
              <a:buNone/>
              <a:defRPr sz="1395">
                <a:solidFill>
                  <a:schemeClr val="tx1">
                    <a:tint val="75000"/>
                  </a:schemeClr>
                </a:solidFill>
              </a:defRPr>
            </a:lvl7pPr>
            <a:lvl8pPr marL="2788920" indent="0">
              <a:buNone/>
              <a:defRPr sz="1395">
                <a:solidFill>
                  <a:schemeClr val="tx1">
                    <a:tint val="75000"/>
                  </a:schemeClr>
                </a:solidFill>
              </a:defRPr>
            </a:lvl8pPr>
            <a:lvl9pPr marL="3187700" indent="0">
              <a:buNone/>
              <a:defRPr sz="1395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B43034-5666-4088-908E-90BF970F5519}" type="datetimeFigureOut">
              <a:rPr lang="zh-CN" altLang="en-US" smtClean="0"/>
              <a:t>2023/7/23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AA8925-78AA-4D71-A293-67AA713F8EE9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bg>
      <p:bgPr>
        <a:blipFill dpi="0" rotWithShape="1">
          <a:blip r:embed="rId2">
            <a:lum/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>
            <a:fillRect l="-52000" r="-52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730478" y="3833390"/>
            <a:ext cx="4515684" cy="9136803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5378976" y="3833390"/>
            <a:ext cx="4515684" cy="9136803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B43034-5666-4088-908E-90BF970F5519}" type="datetimeFigureOut">
              <a:rPr lang="zh-CN" altLang="en-US" smtClean="0"/>
              <a:t>2023/7/23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AA8925-78AA-4D71-A293-67AA713F8EE9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bg>
      <p:bgPr>
        <a:blipFill dpi="0" rotWithShape="1">
          <a:blip r:embed="rId2">
            <a:lum/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>
            <a:fillRect l="-52000" r="-52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31862" y="766679"/>
            <a:ext cx="9164182" cy="2783376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731863" y="3530053"/>
            <a:ext cx="4494931" cy="1730025"/>
          </a:xfrm>
        </p:spPr>
        <p:txBody>
          <a:bodyPr anchor="b"/>
          <a:lstStyle>
            <a:lvl1pPr marL="0" indent="0">
              <a:buNone/>
              <a:defRPr sz="2090" b="1"/>
            </a:lvl1pPr>
            <a:lvl2pPr marL="398145" indent="0">
              <a:buNone/>
              <a:defRPr sz="1745" b="1"/>
            </a:lvl2pPr>
            <a:lvl3pPr marL="796925" indent="0">
              <a:buNone/>
              <a:defRPr sz="1570" b="1"/>
            </a:lvl3pPr>
            <a:lvl4pPr marL="1195070" indent="0">
              <a:buNone/>
              <a:defRPr sz="1395" b="1"/>
            </a:lvl4pPr>
            <a:lvl5pPr marL="1593850" indent="0">
              <a:buNone/>
              <a:defRPr sz="1395" b="1"/>
            </a:lvl5pPr>
            <a:lvl6pPr marL="1991995" indent="0">
              <a:buNone/>
              <a:defRPr sz="1395" b="1"/>
            </a:lvl6pPr>
            <a:lvl7pPr marL="2390775" indent="0">
              <a:buNone/>
              <a:defRPr sz="1395" b="1"/>
            </a:lvl7pPr>
            <a:lvl8pPr marL="2788920" indent="0">
              <a:buNone/>
              <a:defRPr sz="1395" b="1"/>
            </a:lvl8pPr>
            <a:lvl9pPr marL="3187700" indent="0">
              <a:buNone/>
              <a:defRPr sz="1395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731863" y="5260078"/>
            <a:ext cx="4494931" cy="7736782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5378976" y="3530053"/>
            <a:ext cx="4517068" cy="1730025"/>
          </a:xfrm>
        </p:spPr>
        <p:txBody>
          <a:bodyPr anchor="b"/>
          <a:lstStyle>
            <a:lvl1pPr marL="0" indent="0">
              <a:buNone/>
              <a:defRPr sz="2090" b="1"/>
            </a:lvl1pPr>
            <a:lvl2pPr marL="398145" indent="0">
              <a:buNone/>
              <a:defRPr sz="1745" b="1"/>
            </a:lvl2pPr>
            <a:lvl3pPr marL="796925" indent="0">
              <a:buNone/>
              <a:defRPr sz="1570" b="1"/>
            </a:lvl3pPr>
            <a:lvl4pPr marL="1195070" indent="0">
              <a:buNone/>
              <a:defRPr sz="1395" b="1"/>
            </a:lvl4pPr>
            <a:lvl5pPr marL="1593850" indent="0">
              <a:buNone/>
              <a:defRPr sz="1395" b="1"/>
            </a:lvl5pPr>
            <a:lvl6pPr marL="1991995" indent="0">
              <a:buNone/>
              <a:defRPr sz="1395" b="1"/>
            </a:lvl6pPr>
            <a:lvl7pPr marL="2390775" indent="0">
              <a:buNone/>
              <a:defRPr sz="1395" b="1"/>
            </a:lvl7pPr>
            <a:lvl8pPr marL="2788920" indent="0">
              <a:buNone/>
              <a:defRPr sz="1395" b="1"/>
            </a:lvl8pPr>
            <a:lvl9pPr marL="3187700" indent="0">
              <a:buNone/>
              <a:defRPr sz="1395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5378976" y="5260078"/>
            <a:ext cx="4517068" cy="7736782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B43034-5666-4088-908E-90BF970F5519}" type="datetimeFigureOut">
              <a:rPr lang="zh-CN" altLang="en-US" smtClean="0"/>
              <a:t>2023/7/23</a:t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AA8925-78AA-4D71-A293-67AA713F8EE9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11" name="矩形 10"/>
          <p:cNvSpPr/>
          <p:nvPr/>
        </p:nvSpPr>
        <p:spPr>
          <a:xfrm>
            <a:off x="7230529" y="12153097"/>
            <a:ext cx="675519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sz="100">
                <a:solidFill>
                  <a:prstClr val="black"/>
                </a:solidFill>
                <a:latin typeface="Calibri" panose="020F0502020204030204"/>
                <a:ea typeface="宋体" panose="02010600030101010101" pitchFamily="2" charset="-122"/>
              </a:rPr>
              <a:t>PPT</a:t>
            </a:r>
            <a:r>
              <a:rPr lang="zh-CN" altLang="en-US" sz="100">
                <a:solidFill>
                  <a:prstClr val="black"/>
                </a:solidFill>
                <a:latin typeface="Calibri" panose="020F0502020204030204"/>
                <a:ea typeface="宋体" panose="02010600030101010101" pitchFamily="2" charset="-122"/>
              </a:rPr>
              <a:t>模板下载：</a:t>
            </a:r>
            <a:r>
              <a:rPr lang="en-US" altLang="zh-CN" sz="100">
                <a:solidFill>
                  <a:prstClr val="black"/>
                </a:solidFill>
                <a:latin typeface="Calibri" panose="020F0502020204030204"/>
                <a:ea typeface="宋体" panose="02010600030101010101" pitchFamily="2" charset="-122"/>
              </a:rPr>
              <a:t>www.1ppt.com/moban/          </a:t>
            </a:r>
            <a:r>
              <a:rPr lang="zh-CN" altLang="en-US" sz="100">
                <a:solidFill>
                  <a:prstClr val="black"/>
                </a:solidFill>
                <a:latin typeface="Calibri" panose="020F0502020204030204"/>
                <a:ea typeface="宋体" panose="02010600030101010101" pitchFamily="2" charset="-122"/>
              </a:rPr>
              <a:t>行业</a:t>
            </a:r>
            <a:r>
              <a:rPr lang="en-US" altLang="zh-CN" sz="100">
                <a:solidFill>
                  <a:prstClr val="black"/>
                </a:solidFill>
                <a:latin typeface="Calibri" panose="020F0502020204030204"/>
                <a:ea typeface="宋体" panose="02010600030101010101" pitchFamily="2" charset="-122"/>
              </a:rPr>
              <a:t>PPT</a:t>
            </a:r>
            <a:r>
              <a:rPr lang="zh-CN" altLang="en-US" sz="100">
                <a:solidFill>
                  <a:prstClr val="black"/>
                </a:solidFill>
                <a:latin typeface="Calibri" panose="020F0502020204030204"/>
                <a:ea typeface="宋体" panose="02010600030101010101" pitchFamily="2" charset="-122"/>
              </a:rPr>
              <a:t>模板：</a:t>
            </a:r>
            <a:r>
              <a:rPr lang="en-US" altLang="zh-CN" sz="100">
                <a:solidFill>
                  <a:prstClr val="black"/>
                </a:solidFill>
                <a:latin typeface="Calibri" panose="020F0502020204030204"/>
                <a:ea typeface="宋体" panose="02010600030101010101" pitchFamily="2" charset="-122"/>
              </a:rPr>
              <a:t>www.1ppt.com/hangye/ </a:t>
            </a:r>
          </a:p>
          <a:p>
            <a:r>
              <a:rPr lang="zh-CN" altLang="en-US" sz="100">
                <a:solidFill>
                  <a:prstClr val="black"/>
                </a:solidFill>
                <a:latin typeface="Calibri" panose="020F0502020204030204"/>
                <a:ea typeface="宋体" panose="02010600030101010101" pitchFamily="2" charset="-122"/>
              </a:rPr>
              <a:t>节日</a:t>
            </a:r>
            <a:r>
              <a:rPr lang="en-US" altLang="zh-CN" sz="100">
                <a:solidFill>
                  <a:prstClr val="black"/>
                </a:solidFill>
                <a:latin typeface="Calibri" panose="020F0502020204030204"/>
                <a:ea typeface="宋体" panose="02010600030101010101" pitchFamily="2" charset="-122"/>
              </a:rPr>
              <a:t>PPT</a:t>
            </a:r>
            <a:r>
              <a:rPr lang="zh-CN" altLang="en-US" sz="100">
                <a:solidFill>
                  <a:prstClr val="black"/>
                </a:solidFill>
                <a:latin typeface="Calibri" panose="020F0502020204030204"/>
                <a:ea typeface="宋体" panose="02010600030101010101" pitchFamily="2" charset="-122"/>
              </a:rPr>
              <a:t>模板：</a:t>
            </a:r>
            <a:r>
              <a:rPr lang="en-US" altLang="zh-CN" sz="100">
                <a:solidFill>
                  <a:prstClr val="black"/>
                </a:solidFill>
                <a:latin typeface="Calibri" panose="020F0502020204030204"/>
                <a:ea typeface="宋体" panose="02010600030101010101" pitchFamily="2" charset="-122"/>
              </a:rPr>
              <a:t>www.1ppt.com/jieri/          PPT</a:t>
            </a:r>
            <a:r>
              <a:rPr lang="zh-CN" altLang="en-US" sz="100">
                <a:solidFill>
                  <a:prstClr val="black"/>
                </a:solidFill>
                <a:latin typeface="Calibri" panose="020F0502020204030204"/>
                <a:ea typeface="宋体" panose="02010600030101010101" pitchFamily="2" charset="-122"/>
              </a:rPr>
              <a:t>素材：</a:t>
            </a:r>
            <a:r>
              <a:rPr lang="en-US" altLang="zh-CN" sz="100">
                <a:solidFill>
                  <a:prstClr val="black"/>
                </a:solidFill>
                <a:latin typeface="Calibri" panose="020F0502020204030204"/>
                <a:ea typeface="宋体" panose="02010600030101010101" pitchFamily="2" charset="-122"/>
              </a:rPr>
              <a:t>www.1ppt.com/sucai/</a:t>
            </a:r>
          </a:p>
          <a:p>
            <a:r>
              <a:rPr lang="en-US" altLang="zh-CN" sz="100">
                <a:solidFill>
                  <a:prstClr val="black"/>
                </a:solidFill>
                <a:latin typeface="Calibri" panose="020F0502020204030204"/>
                <a:ea typeface="宋体" panose="02010600030101010101" pitchFamily="2" charset="-122"/>
              </a:rPr>
              <a:t>PPT</a:t>
            </a:r>
            <a:r>
              <a:rPr lang="zh-CN" altLang="en-US" sz="100">
                <a:solidFill>
                  <a:prstClr val="black"/>
                </a:solidFill>
                <a:latin typeface="Calibri" panose="020F0502020204030204"/>
                <a:ea typeface="宋体" panose="02010600030101010101" pitchFamily="2" charset="-122"/>
              </a:rPr>
              <a:t>背景图片：</a:t>
            </a:r>
            <a:r>
              <a:rPr lang="en-US" altLang="zh-CN" sz="100">
                <a:solidFill>
                  <a:prstClr val="black"/>
                </a:solidFill>
                <a:latin typeface="Calibri" panose="020F0502020204030204"/>
                <a:ea typeface="宋体" panose="02010600030101010101" pitchFamily="2" charset="-122"/>
              </a:rPr>
              <a:t>www.1ppt.com/beijing/        PPT</a:t>
            </a:r>
            <a:r>
              <a:rPr lang="zh-CN" altLang="en-US" sz="100">
                <a:solidFill>
                  <a:prstClr val="black"/>
                </a:solidFill>
                <a:latin typeface="Calibri" panose="020F0502020204030204"/>
                <a:ea typeface="宋体" panose="02010600030101010101" pitchFamily="2" charset="-122"/>
              </a:rPr>
              <a:t>图表：</a:t>
            </a:r>
            <a:r>
              <a:rPr lang="en-US" altLang="zh-CN" sz="100">
                <a:solidFill>
                  <a:prstClr val="black"/>
                </a:solidFill>
                <a:latin typeface="Calibri" panose="020F0502020204030204"/>
                <a:ea typeface="宋体" panose="02010600030101010101" pitchFamily="2" charset="-122"/>
              </a:rPr>
              <a:t>www.1ppt.com/tubiao/      </a:t>
            </a:r>
          </a:p>
          <a:p>
            <a:r>
              <a:rPr lang="zh-CN" altLang="en-US" sz="100">
                <a:solidFill>
                  <a:prstClr val="black"/>
                </a:solidFill>
                <a:latin typeface="Calibri" panose="020F0502020204030204"/>
                <a:ea typeface="宋体" panose="02010600030101010101" pitchFamily="2" charset="-122"/>
              </a:rPr>
              <a:t>精美</a:t>
            </a:r>
            <a:r>
              <a:rPr lang="en-US" altLang="zh-CN" sz="100">
                <a:solidFill>
                  <a:prstClr val="black"/>
                </a:solidFill>
                <a:latin typeface="Calibri" panose="020F0502020204030204"/>
                <a:ea typeface="宋体" panose="02010600030101010101" pitchFamily="2" charset="-122"/>
              </a:rPr>
              <a:t>PPT</a:t>
            </a:r>
            <a:r>
              <a:rPr lang="zh-CN" altLang="en-US" sz="100">
                <a:solidFill>
                  <a:prstClr val="black"/>
                </a:solidFill>
                <a:latin typeface="Calibri" panose="020F0502020204030204"/>
                <a:ea typeface="宋体" panose="02010600030101010101" pitchFamily="2" charset="-122"/>
              </a:rPr>
              <a:t>下载：</a:t>
            </a:r>
            <a:r>
              <a:rPr lang="en-US" altLang="zh-CN" sz="100">
                <a:solidFill>
                  <a:prstClr val="black"/>
                </a:solidFill>
                <a:latin typeface="Calibri" panose="020F0502020204030204"/>
                <a:ea typeface="宋体" panose="02010600030101010101" pitchFamily="2" charset="-122"/>
              </a:rPr>
              <a:t>www.1ppt.com/xiazai/         PPT</a:t>
            </a:r>
            <a:r>
              <a:rPr lang="zh-CN" altLang="en-US" sz="100">
                <a:solidFill>
                  <a:prstClr val="black"/>
                </a:solidFill>
                <a:latin typeface="Calibri" panose="020F0502020204030204"/>
                <a:ea typeface="宋体" panose="02010600030101010101" pitchFamily="2" charset="-122"/>
              </a:rPr>
              <a:t>教程： </a:t>
            </a:r>
            <a:r>
              <a:rPr lang="en-US" altLang="zh-CN" sz="100">
                <a:solidFill>
                  <a:prstClr val="black"/>
                </a:solidFill>
                <a:latin typeface="Calibri" panose="020F0502020204030204"/>
                <a:ea typeface="宋体" panose="02010600030101010101" pitchFamily="2" charset="-122"/>
              </a:rPr>
              <a:t>www.1ppt.com/powerpoint/      </a:t>
            </a:r>
          </a:p>
          <a:p>
            <a:r>
              <a:rPr lang="en-US" altLang="zh-CN" sz="100">
                <a:solidFill>
                  <a:prstClr val="black"/>
                </a:solidFill>
                <a:latin typeface="Calibri" panose="020F0502020204030204"/>
                <a:ea typeface="宋体" panose="02010600030101010101" pitchFamily="2" charset="-122"/>
              </a:rPr>
              <a:t>PPT</a:t>
            </a:r>
            <a:r>
              <a:rPr lang="zh-CN" altLang="en-US" sz="100">
                <a:solidFill>
                  <a:prstClr val="black"/>
                </a:solidFill>
                <a:latin typeface="Calibri" panose="020F0502020204030204"/>
                <a:ea typeface="宋体" panose="02010600030101010101" pitchFamily="2" charset="-122"/>
              </a:rPr>
              <a:t>课件：</a:t>
            </a:r>
            <a:r>
              <a:rPr lang="en-US" altLang="zh-CN" sz="100">
                <a:solidFill>
                  <a:prstClr val="black"/>
                </a:solidFill>
                <a:latin typeface="Calibri" panose="020F0502020204030204"/>
                <a:ea typeface="宋体" panose="02010600030101010101" pitchFamily="2" charset="-122"/>
              </a:rPr>
              <a:t>www.1ppt.com/kejian/             </a:t>
            </a:r>
            <a:r>
              <a:rPr lang="zh-CN" altLang="en-US" sz="100">
                <a:solidFill>
                  <a:prstClr val="black"/>
                </a:solidFill>
                <a:latin typeface="Calibri" panose="020F0502020204030204"/>
                <a:ea typeface="宋体" panose="02010600030101010101" pitchFamily="2" charset="-122"/>
              </a:rPr>
              <a:t>字体下载：</a:t>
            </a:r>
            <a:r>
              <a:rPr lang="en-US" altLang="zh-CN" sz="100">
                <a:solidFill>
                  <a:prstClr val="black"/>
                </a:solidFill>
                <a:latin typeface="Calibri" panose="020F0502020204030204"/>
                <a:ea typeface="宋体" panose="02010600030101010101" pitchFamily="2" charset="-122"/>
              </a:rPr>
              <a:t>www.1ppt.com/ziti/</a:t>
            </a:r>
          </a:p>
          <a:p>
            <a:r>
              <a:rPr lang="zh-CN" altLang="en-US" sz="100">
                <a:solidFill>
                  <a:prstClr val="black"/>
                </a:solidFill>
                <a:latin typeface="Calibri" panose="020F0502020204030204"/>
                <a:ea typeface="宋体" panose="02010600030101010101" pitchFamily="2" charset="-122"/>
              </a:rPr>
              <a:t>工作总结</a:t>
            </a:r>
            <a:r>
              <a:rPr lang="en-US" altLang="zh-CN" sz="100">
                <a:solidFill>
                  <a:prstClr val="black"/>
                </a:solidFill>
                <a:latin typeface="Calibri" panose="020F0502020204030204"/>
                <a:ea typeface="宋体" panose="02010600030101010101" pitchFamily="2" charset="-122"/>
              </a:rPr>
              <a:t>PPT</a:t>
            </a:r>
            <a:r>
              <a:rPr lang="zh-CN" altLang="en-US" sz="100">
                <a:solidFill>
                  <a:prstClr val="black"/>
                </a:solidFill>
                <a:latin typeface="Calibri" panose="020F0502020204030204"/>
                <a:ea typeface="宋体" panose="02010600030101010101" pitchFamily="2" charset="-122"/>
              </a:rPr>
              <a:t>：</a:t>
            </a:r>
            <a:r>
              <a:rPr lang="en-US" altLang="zh-CN" sz="100">
                <a:solidFill>
                  <a:prstClr val="black"/>
                </a:solidFill>
                <a:latin typeface="Calibri" panose="020F0502020204030204"/>
                <a:ea typeface="宋体" panose="02010600030101010101" pitchFamily="2" charset="-122"/>
              </a:rPr>
              <a:t>www.1ppt.com/xiazai/zongjie/ </a:t>
            </a:r>
            <a:r>
              <a:rPr lang="zh-CN" altLang="en-US" sz="100">
                <a:solidFill>
                  <a:prstClr val="black"/>
                </a:solidFill>
                <a:latin typeface="Calibri" panose="020F0502020204030204"/>
                <a:ea typeface="宋体" panose="02010600030101010101" pitchFamily="2" charset="-122"/>
              </a:rPr>
              <a:t>工作计划：</a:t>
            </a:r>
            <a:r>
              <a:rPr lang="en-US" altLang="zh-CN" sz="100">
                <a:solidFill>
                  <a:prstClr val="black"/>
                </a:solidFill>
                <a:latin typeface="Calibri" panose="020F0502020204030204"/>
                <a:ea typeface="宋体" panose="02010600030101010101" pitchFamily="2" charset="-122"/>
              </a:rPr>
              <a:t>www.1ppt.com/xiazai/jihua/</a:t>
            </a:r>
          </a:p>
          <a:p>
            <a:r>
              <a:rPr lang="zh-CN" altLang="en-US" sz="100">
                <a:solidFill>
                  <a:prstClr val="black"/>
                </a:solidFill>
                <a:latin typeface="Calibri" panose="020F0502020204030204"/>
                <a:ea typeface="宋体" panose="02010600030101010101" pitchFamily="2" charset="-122"/>
              </a:rPr>
              <a:t>商务</a:t>
            </a:r>
            <a:r>
              <a:rPr lang="en-US" altLang="zh-CN" sz="100">
                <a:solidFill>
                  <a:prstClr val="black"/>
                </a:solidFill>
                <a:latin typeface="Calibri" panose="020F0502020204030204"/>
                <a:ea typeface="宋体" panose="02010600030101010101" pitchFamily="2" charset="-122"/>
              </a:rPr>
              <a:t>PPT</a:t>
            </a:r>
            <a:r>
              <a:rPr lang="zh-CN" altLang="en-US" sz="100">
                <a:solidFill>
                  <a:prstClr val="black"/>
                </a:solidFill>
                <a:latin typeface="Calibri" panose="020F0502020204030204"/>
                <a:ea typeface="宋体" panose="02010600030101010101" pitchFamily="2" charset="-122"/>
              </a:rPr>
              <a:t>模板：</a:t>
            </a:r>
            <a:r>
              <a:rPr lang="en-US" altLang="zh-CN" sz="100">
                <a:solidFill>
                  <a:prstClr val="black"/>
                </a:solidFill>
                <a:latin typeface="Calibri" panose="020F0502020204030204"/>
                <a:ea typeface="宋体" panose="02010600030101010101" pitchFamily="2" charset="-122"/>
              </a:rPr>
              <a:t>www.1ppt.com/moban/shangwu/  </a:t>
            </a:r>
            <a:r>
              <a:rPr lang="zh-CN" altLang="en-US" sz="100">
                <a:solidFill>
                  <a:prstClr val="black"/>
                </a:solidFill>
                <a:latin typeface="Calibri" panose="020F0502020204030204"/>
                <a:ea typeface="宋体" panose="02010600030101010101" pitchFamily="2" charset="-122"/>
              </a:rPr>
              <a:t>个人简历</a:t>
            </a:r>
            <a:r>
              <a:rPr lang="en-US" altLang="zh-CN" sz="100">
                <a:solidFill>
                  <a:prstClr val="black"/>
                </a:solidFill>
                <a:latin typeface="Calibri" panose="020F0502020204030204"/>
                <a:ea typeface="宋体" panose="02010600030101010101" pitchFamily="2" charset="-122"/>
              </a:rPr>
              <a:t>PPT</a:t>
            </a:r>
            <a:r>
              <a:rPr lang="zh-CN" altLang="en-US" sz="100">
                <a:solidFill>
                  <a:prstClr val="black"/>
                </a:solidFill>
                <a:latin typeface="Calibri" panose="020F0502020204030204"/>
                <a:ea typeface="宋体" panose="02010600030101010101" pitchFamily="2" charset="-122"/>
              </a:rPr>
              <a:t>：</a:t>
            </a:r>
            <a:r>
              <a:rPr lang="en-US" altLang="zh-CN" sz="100">
                <a:solidFill>
                  <a:prstClr val="black"/>
                </a:solidFill>
                <a:latin typeface="Calibri" panose="020F0502020204030204"/>
                <a:ea typeface="宋体" panose="02010600030101010101" pitchFamily="2" charset="-122"/>
              </a:rPr>
              <a:t>www.1ppt.com/xiazai/jianli/  </a:t>
            </a:r>
          </a:p>
          <a:p>
            <a:r>
              <a:rPr lang="zh-CN" altLang="en-US" sz="100">
                <a:solidFill>
                  <a:prstClr val="black"/>
                </a:solidFill>
                <a:latin typeface="Calibri" panose="020F0502020204030204"/>
                <a:ea typeface="宋体" panose="02010600030101010101" pitchFamily="2" charset="-122"/>
              </a:rPr>
              <a:t>毕业答辩</a:t>
            </a:r>
            <a:r>
              <a:rPr lang="en-US" altLang="zh-CN" sz="100">
                <a:solidFill>
                  <a:prstClr val="black"/>
                </a:solidFill>
                <a:latin typeface="Calibri" panose="020F0502020204030204"/>
                <a:ea typeface="宋体" panose="02010600030101010101" pitchFamily="2" charset="-122"/>
              </a:rPr>
              <a:t>PPT</a:t>
            </a:r>
            <a:r>
              <a:rPr lang="zh-CN" altLang="en-US" sz="100">
                <a:solidFill>
                  <a:prstClr val="black"/>
                </a:solidFill>
                <a:latin typeface="Calibri" panose="020F0502020204030204"/>
                <a:ea typeface="宋体" panose="02010600030101010101" pitchFamily="2" charset="-122"/>
              </a:rPr>
              <a:t>：</a:t>
            </a:r>
            <a:r>
              <a:rPr lang="en-US" altLang="zh-CN" sz="100">
                <a:solidFill>
                  <a:prstClr val="black"/>
                </a:solidFill>
                <a:latin typeface="Calibri" panose="020F0502020204030204"/>
                <a:ea typeface="宋体" panose="02010600030101010101" pitchFamily="2" charset="-122"/>
              </a:rPr>
              <a:t>www.1ppt.com/xiazai/dabian/  </a:t>
            </a:r>
            <a:r>
              <a:rPr lang="zh-CN" altLang="en-US" sz="100">
                <a:solidFill>
                  <a:prstClr val="black"/>
                </a:solidFill>
                <a:latin typeface="Calibri" panose="020F0502020204030204"/>
                <a:ea typeface="宋体" panose="02010600030101010101" pitchFamily="2" charset="-122"/>
              </a:rPr>
              <a:t>工作汇报</a:t>
            </a:r>
            <a:r>
              <a:rPr lang="en-US" altLang="zh-CN" sz="100">
                <a:solidFill>
                  <a:prstClr val="black"/>
                </a:solidFill>
                <a:latin typeface="Calibri" panose="020F0502020204030204"/>
                <a:ea typeface="宋体" panose="02010600030101010101" pitchFamily="2" charset="-122"/>
              </a:rPr>
              <a:t>PPT</a:t>
            </a:r>
            <a:r>
              <a:rPr lang="zh-CN" altLang="en-US" sz="100">
                <a:solidFill>
                  <a:prstClr val="black"/>
                </a:solidFill>
                <a:latin typeface="Calibri" panose="020F0502020204030204"/>
                <a:ea typeface="宋体" panose="02010600030101010101" pitchFamily="2" charset="-122"/>
              </a:rPr>
              <a:t>：</a:t>
            </a:r>
            <a:r>
              <a:rPr lang="en-US" altLang="zh-CN" sz="100">
                <a:solidFill>
                  <a:prstClr val="black"/>
                </a:solidFill>
                <a:latin typeface="Calibri" panose="020F0502020204030204"/>
                <a:ea typeface="宋体" panose="02010600030101010101" pitchFamily="2" charset="-122"/>
              </a:rPr>
              <a:t>www.1ppt.com/xiazai/huibao/    </a:t>
            </a:r>
          </a:p>
          <a:p>
            <a:r>
              <a:rPr lang="en-US" altLang="zh-CN" sz="100">
                <a:solidFill>
                  <a:prstClr val="black"/>
                </a:solidFill>
                <a:latin typeface="Calibri" panose="020F0502020204030204"/>
                <a:ea typeface="宋体" panose="02010600030101010101" pitchFamily="2" charset="-122"/>
              </a:rPr>
              <a:t> </a:t>
            </a:r>
          </a:p>
        </p:txBody>
      </p:sp>
      <p:sp>
        <p:nvSpPr>
          <p:cNvPr id="12" name="矩形 11"/>
          <p:cNvSpPr/>
          <p:nvPr userDrawn="1"/>
        </p:nvSpPr>
        <p:spPr>
          <a:xfrm>
            <a:off x="7230529" y="12153097"/>
            <a:ext cx="675519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sz="100">
                <a:solidFill>
                  <a:prstClr val="black"/>
                </a:solidFill>
                <a:latin typeface="Calibri" panose="020F0502020204030204"/>
                <a:ea typeface="宋体" panose="02010600030101010101" pitchFamily="2" charset="-122"/>
              </a:rPr>
              <a:t>PPT</a:t>
            </a:r>
            <a:r>
              <a:rPr lang="zh-CN" altLang="en-US" sz="100">
                <a:solidFill>
                  <a:prstClr val="black"/>
                </a:solidFill>
                <a:latin typeface="Calibri" panose="020F0502020204030204"/>
                <a:ea typeface="宋体" panose="02010600030101010101" pitchFamily="2" charset="-122"/>
              </a:rPr>
              <a:t>模板下载：</a:t>
            </a:r>
            <a:r>
              <a:rPr lang="en-US" altLang="zh-CN" sz="100">
                <a:solidFill>
                  <a:prstClr val="black"/>
                </a:solidFill>
                <a:latin typeface="Calibri" panose="020F0502020204030204"/>
                <a:ea typeface="宋体" panose="02010600030101010101" pitchFamily="2" charset="-122"/>
              </a:rPr>
              <a:t>www.1ppt.com/moban/          </a:t>
            </a:r>
            <a:r>
              <a:rPr lang="zh-CN" altLang="en-US" sz="100">
                <a:solidFill>
                  <a:prstClr val="black"/>
                </a:solidFill>
                <a:latin typeface="Calibri" panose="020F0502020204030204"/>
                <a:ea typeface="宋体" panose="02010600030101010101" pitchFamily="2" charset="-122"/>
              </a:rPr>
              <a:t>行业</a:t>
            </a:r>
            <a:r>
              <a:rPr lang="en-US" altLang="zh-CN" sz="100">
                <a:solidFill>
                  <a:prstClr val="black"/>
                </a:solidFill>
                <a:latin typeface="Calibri" panose="020F0502020204030204"/>
                <a:ea typeface="宋体" panose="02010600030101010101" pitchFamily="2" charset="-122"/>
              </a:rPr>
              <a:t>PPT</a:t>
            </a:r>
            <a:r>
              <a:rPr lang="zh-CN" altLang="en-US" sz="100">
                <a:solidFill>
                  <a:prstClr val="black"/>
                </a:solidFill>
                <a:latin typeface="Calibri" panose="020F0502020204030204"/>
                <a:ea typeface="宋体" panose="02010600030101010101" pitchFamily="2" charset="-122"/>
              </a:rPr>
              <a:t>模板：</a:t>
            </a:r>
            <a:r>
              <a:rPr lang="en-US" altLang="zh-CN" sz="100">
                <a:solidFill>
                  <a:prstClr val="black"/>
                </a:solidFill>
                <a:latin typeface="Calibri" panose="020F0502020204030204"/>
                <a:ea typeface="宋体" panose="02010600030101010101" pitchFamily="2" charset="-122"/>
              </a:rPr>
              <a:t>www.1ppt.com/hangye/ </a:t>
            </a:r>
          </a:p>
          <a:p>
            <a:r>
              <a:rPr lang="zh-CN" altLang="en-US" sz="100">
                <a:solidFill>
                  <a:prstClr val="black"/>
                </a:solidFill>
                <a:latin typeface="Calibri" panose="020F0502020204030204"/>
                <a:ea typeface="宋体" panose="02010600030101010101" pitchFamily="2" charset="-122"/>
              </a:rPr>
              <a:t>节日</a:t>
            </a:r>
            <a:r>
              <a:rPr lang="en-US" altLang="zh-CN" sz="100">
                <a:solidFill>
                  <a:prstClr val="black"/>
                </a:solidFill>
                <a:latin typeface="Calibri" panose="020F0502020204030204"/>
                <a:ea typeface="宋体" panose="02010600030101010101" pitchFamily="2" charset="-122"/>
              </a:rPr>
              <a:t>PPT</a:t>
            </a:r>
            <a:r>
              <a:rPr lang="zh-CN" altLang="en-US" sz="100">
                <a:solidFill>
                  <a:prstClr val="black"/>
                </a:solidFill>
                <a:latin typeface="Calibri" panose="020F0502020204030204"/>
                <a:ea typeface="宋体" panose="02010600030101010101" pitchFamily="2" charset="-122"/>
              </a:rPr>
              <a:t>模板：</a:t>
            </a:r>
            <a:r>
              <a:rPr lang="en-US" altLang="zh-CN" sz="100">
                <a:solidFill>
                  <a:prstClr val="black"/>
                </a:solidFill>
                <a:latin typeface="Calibri" panose="020F0502020204030204"/>
                <a:ea typeface="宋体" panose="02010600030101010101" pitchFamily="2" charset="-122"/>
              </a:rPr>
              <a:t>www.1ppt.com/jieri/          PPT</a:t>
            </a:r>
            <a:r>
              <a:rPr lang="zh-CN" altLang="en-US" sz="100">
                <a:solidFill>
                  <a:prstClr val="black"/>
                </a:solidFill>
                <a:latin typeface="Calibri" panose="020F0502020204030204"/>
                <a:ea typeface="宋体" panose="02010600030101010101" pitchFamily="2" charset="-122"/>
              </a:rPr>
              <a:t>素材：</a:t>
            </a:r>
            <a:r>
              <a:rPr lang="en-US" altLang="zh-CN" sz="100">
                <a:solidFill>
                  <a:prstClr val="black"/>
                </a:solidFill>
                <a:latin typeface="Calibri" panose="020F0502020204030204"/>
                <a:ea typeface="宋体" panose="02010600030101010101" pitchFamily="2" charset="-122"/>
              </a:rPr>
              <a:t>www.1ppt.com/sucai/</a:t>
            </a:r>
          </a:p>
          <a:p>
            <a:r>
              <a:rPr lang="en-US" altLang="zh-CN" sz="100">
                <a:solidFill>
                  <a:prstClr val="black"/>
                </a:solidFill>
                <a:latin typeface="Calibri" panose="020F0502020204030204"/>
                <a:ea typeface="宋体" panose="02010600030101010101" pitchFamily="2" charset="-122"/>
              </a:rPr>
              <a:t>PPT</a:t>
            </a:r>
            <a:r>
              <a:rPr lang="zh-CN" altLang="en-US" sz="100">
                <a:solidFill>
                  <a:prstClr val="black"/>
                </a:solidFill>
                <a:latin typeface="Calibri" panose="020F0502020204030204"/>
                <a:ea typeface="宋体" panose="02010600030101010101" pitchFamily="2" charset="-122"/>
              </a:rPr>
              <a:t>背景图片：</a:t>
            </a:r>
            <a:r>
              <a:rPr lang="en-US" altLang="zh-CN" sz="100">
                <a:solidFill>
                  <a:prstClr val="black"/>
                </a:solidFill>
                <a:latin typeface="Calibri" panose="020F0502020204030204"/>
                <a:ea typeface="宋体" panose="02010600030101010101" pitchFamily="2" charset="-122"/>
              </a:rPr>
              <a:t>www.1ppt.com/beijing/        PPT</a:t>
            </a:r>
            <a:r>
              <a:rPr lang="zh-CN" altLang="en-US" sz="100">
                <a:solidFill>
                  <a:prstClr val="black"/>
                </a:solidFill>
                <a:latin typeface="Calibri" panose="020F0502020204030204"/>
                <a:ea typeface="宋体" panose="02010600030101010101" pitchFamily="2" charset="-122"/>
              </a:rPr>
              <a:t>图表：</a:t>
            </a:r>
            <a:r>
              <a:rPr lang="en-US" altLang="zh-CN" sz="100">
                <a:solidFill>
                  <a:prstClr val="black"/>
                </a:solidFill>
                <a:latin typeface="Calibri" panose="020F0502020204030204"/>
                <a:ea typeface="宋体" panose="02010600030101010101" pitchFamily="2" charset="-122"/>
              </a:rPr>
              <a:t>www.1ppt.com/tubiao/      </a:t>
            </a:r>
          </a:p>
          <a:p>
            <a:r>
              <a:rPr lang="zh-CN" altLang="en-US" sz="100">
                <a:solidFill>
                  <a:prstClr val="black"/>
                </a:solidFill>
                <a:latin typeface="Calibri" panose="020F0502020204030204"/>
                <a:ea typeface="宋体" panose="02010600030101010101" pitchFamily="2" charset="-122"/>
              </a:rPr>
              <a:t>精美</a:t>
            </a:r>
            <a:r>
              <a:rPr lang="en-US" altLang="zh-CN" sz="100">
                <a:solidFill>
                  <a:prstClr val="black"/>
                </a:solidFill>
                <a:latin typeface="Calibri" panose="020F0502020204030204"/>
                <a:ea typeface="宋体" panose="02010600030101010101" pitchFamily="2" charset="-122"/>
              </a:rPr>
              <a:t>PPT</a:t>
            </a:r>
            <a:r>
              <a:rPr lang="zh-CN" altLang="en-US" sz="100">
                <a:solidFill>
                  <a:prstClr val="black"/>
                </a:solidFill>
                <a:latin typeface="Calibri" panose="020F0502020204030204"/>
                <a:ea typeface="宋体" panose="02010600030101010101" pitchFamily="2" charset="-122"/>
              </a:rPr>
              <a:t>下载：</a:t>
            </a:r>
            <a:r>
              <a:rPr lang="en-US" altLang="zh-CN" sz="100">
                <a:solidFill>
                  <a:prstClr val="black"/>
                </a:solidFill>
                <a:latin typeface="Calibri" panose="020F0502020204030204"/>
                <a:ea typeface="宋体" panose="02010600030101010101" pitchFamily="2" charset="-122"/>
              </a:rPr>
              <a:t>www.1ppt.com/xiazai/         PPT</a:t>
            </a:r>
            <a:r>
              <a:rPr lang="zh-CN" altLang="en-US" sz="100">
                <a:solidFill>
                  <a:prstClr val="black"/>
                </a:solidFill>
                <a:latin typeface="Calibri" panose="020F0502020204030204"/>
                <a:ea typeface="宋体" panose="02010600030101010101" pitchFamily="2" charset="-122"/>
              </a:rPr>
              <a:t>教程： </a:t>
            </a:r>
            <a:r>
              <a:rPr lang="en-US" altLang="zh-CN" sz="100">
                <a:solidFill>
                  <a:prstClr val="black"/>
                </a:solidFill>
                <a:latin typeface="Calibri" panose="020F0502020204030204"/>
                <a:ea typeface="宋体" panose="02010600030101010101" pitchFamily="2" charset="-122"/>
              </a:rPr>
              <a:t>www.1ppt.com/powerpoint/      </a:t>
            </a:r>
          </a:p>
          <a:p>
            <a:r>
              <a:rPr lang="en-US" altLang="zh-CN" sz="100">
                <a:solidFill>
                  <a:prstClr val="black"/>
                </a:solidFill>
                <a:latin typeface="Calibri" panose="020F0502020204030204"/>
                <a:ea typeface="宋体" panose="02010600030101010101" pitchFamily="2" charset="-122"/>
              </a:rPr>
              <a:t>PPT</a:t>
            </a:r>
            <a:r>
              <a:rPr lang="zh-CN" altLang="en-US" sz="100">
                <a:solidFill>
                  <a:prstClr val="black"/>
                </a:solidFill>
                <a:latin typeface="Calibri" panose="020F0502020204030204"/>
                <a:ea typeface="宋体" panose="02010600030101010101" pitchFamily="2" charset="-122"/>
              </a:rPr>
              <a:t>课件：</a:t>
            </a:r>
            <a:r>
              <a:rPr lang="en-US" altLang="zh-CN" sz="100">
                <a:solidFill>
                  <a:prstClr val="black"/>
                </a:solidFill>
                <a:latin typeface="Calibri" panose="020F0502020204030204"/>
                <a:ea typeface="宋体" panose="02010600030101010101" pitchFamily="2" charset="-122"/>
              </a:rPr>
              <a:t>www.1ppt.com/kejian/             </a:t>
            </a:r>
            <a:r>
              <a:rPr lang="zh-CN" altLang="en-US" sz="100">
                <a:solidFill>
                  <a:prstClr val="black"/>
                </a:solidFill>
                <a:latin typeface="Calibri" panose="020F0502020204030204"/>
                <a:ea typeface="宋体" panose="02010600030101010101" pitchFamily="2" charset="-122"/>
              </a:rPr>
              <a:t>字体下载：</a:t>
            </a:r>
            <a:r>
              <a:rPr lang="en-US" altLang="zh-CN" sz="100">
                <a:solidFill>
                  <a:prstClr val="black"/>
                </a:solidFill>
                <a:latin typeface="Calibri" panose="020F0502020204030204"/>
                <a:ea typeface="宋体" panose="02010600030101010101" pitchFamily="2" charset="-122"/>
              </a:rPr>
              <a:t>www.1ppt.com/ziti/</a:t>
            </a:r>
          </a:p>
          <a:p>
            <a:r>
              <a:rPr lang="zh-CN" altLang="en-US" sz="100">
                <a:solidFill>
                  <a:prstClr val="black"/>
                </a:solidFill>
                <a:latin typeface="Calibri" panose="020F0502020204030204"/>
                <a:ea typeface="宋体" panose="02010600030101010101" pitchFamily="2" charset="-122"/>
              </a:rPr>
              <a:t>工作总结</a:t>
            </a:r>
            <a:r>
              <a:rPr lang="en-US" altLang="zh-CN" sz="100">
                <a:solidFill>
                  <a:prstClr val="black"/>
                </a:solidFill>
                <a:latin typeface="Calibri" panose="020F0502020204030204"/>
                <a:ea typeface="宋体" panose="02010600030101010101" pitchFamily="2" charset="-122"/>
              </a:rPr>
              <a:t>PPT</a:t>
            </a:r>
            <a:r>
              <a:rPr lang="zh-CN" altLang="en-US" sz="100">
                <a:solidFill>
                  <a:prstClr val="black"/>
                </a:solidFill>
                <a:latin typeface="Calibri" panose="020F0502020204030204"/>
                <a:ea typeface="宋体" panose="02010600030101010101" pitchFamily="2" charset="-122"/>
              </a:rPr>
              <a:t>：</a:t>
            </a:r>
            <a:r>
              <a:rPr lang="en-US" altLang="zh-CN" sz="100">
                <a:solidFill>
                  <a:prstClr val="black"/>
                </a:solidFill>
                <a:latin typeface="Calibri" panose="020F0502020204030204"/>
                <a:ea typeface="宋体" panose="02010600030101010101" pitchFamily="2" charset="-122"/>
              </a:rPr>
              <a:t>www.1ppt.com/xiazai/zongjie/ </a:t>
            </a:r>
            <a:r>
              <a:rPr lang="zh-CN" altLang="en-US" sz="100">
                <a:solidFill>
                  <a:prstClr val="black"/>
                </a:solidFill>
                <a:latin typeface="Calibri" panose="020F0502020204030204"/>
                <a:ea typeface="宋体" panose="02010600030101010101" pitchFamily="2" charset="-122"/>
              </a:rPr>
              <a:t>工作计划：</a:t>
            </a:r>
            <a:r>
              <a:rPr lang="en-US" altLang="zh-CN" sz="100">
                <a:solidFill>
                  <a:prstClr val="black"/>
                </a:solidFill>
                <a:latin typeface="Calibri" panose="020F0502020204030204"/>
                <a:ea typeface="宋体" panose="02010600030101010101" pitchFamily="2" charset="-122"/>
              </a:rPr>
              <a:t>www.1ppt.com/xiazai/jihua/</a:t>
            </a:r>
          </a:p>
          <a:p>
            <a:r>
              <a:rPr lang="zh-CN" altLang="en-US" sz="100">
                <a:solidFill>
                  <a:prstClr val="black"/>
                </a:solidFill>
                <a:latin typeface="Calibri" panose="020F0502020204030204"/>
                <a:ea typeface="宋体" panose="02010600030101010101" pitchFamily="2" charset="-122"/>
              </a:rPr>
              <a:t>商务</a:t>
            </a:r>
            <a:r>
              <a:rPr lang="en-US" altLang="zh-CN" sz="100">
                <a:solidFill>
                  <a:prstClr val="black"/>
                </a:solidFill>
                <a:latin typeface="Calibri" panose="020F0502020204030204"/>
                <a:ea typeface="宋体" panose="02010600030101010101" pitchFamily="2" charset="-122"/>
              </a:rPr>
              <a:t>PPT</a:t>
            </a:r>
            <a:r>
              <a:rPr lang="zh-CN" altLang="en-US" sz="100">
                <a:solidFill>
                  <a:prstClr val="black"/>
                </a:solidFill>
                <a:latin typeface="Calibri" panose="020F0502020204030204"/>
                <a:ea typeface="宋体" panose="02010600030101010101" pitchFamily="2" charset="-122"/>
              </a:rPr>
              <a:t>模板：</a:t>
            </a:r>
            <a:r>
              <a:rPr lang="en-US" altLang="zh-CN" sz="100">
                <a:solidFill>
                  <a:prstClr val="black"/>
                </a:solidFill>
                <a:latin typeface="Calibri" panose="020F0502020204030204"/>
                <a:ea typeface="宋体" panose="02010600030101010101" pitchFamily="2" charset="-122"/>
              </a:rPr>
              <a:t>www.1ppt.com/moban/shangwu/  </a:t>
            </a:r>
            <a:r>
              <a:rPr lang="zh-CN" altLang="en-US" sz="100">
                <a:solidFill>
                  <a:prstClr val="black"/>
                </a:solidFill>
                <a:latin typeface="Calibri" panose="020F0502020204030204"/>
                <a:ea typeface="宋体" panose="02010600030101010101" pitchFamily="2" charset="-122"/>
              </a:rPr>
              <a:t>个人简历</a:t>
            </a:r>
            <a:r>
              <a:rPr lang="en-US" altLang="zh-CN" sz="100">
                <a:solidFill>
                  <a:prstClr val="black"/>
                </a:solidFill>
                <a:latin typeface="Calibri" panose="020F0502020204030204"/>
                <a:ea typeface="宋体" panose="02010600030101010101" pitchFamily="2" charset="-122"/>
              </a:rPr>
              <a:t>PPT</a:t>
            </a:r>
            <a:r>
              <a:rPr lang="zh-CN" altLang="en-US" sz="100">
                <a:solidFill>
                  <a:prstClr val="black"/>
                </a:solidFill>
                <a:latin typeface="Calibri" panose="020F0502020204030204"/>
                <a:ea typeface="宋体" panose="02010600030101010101" pitchFamily="2" charset="-122"/>
              </a:rPr>
              <a:t>：</a:t>
            </a:r>
            <a:r>
              <a:rPr lang="en-US" altLang="zh-CN" sz="100">
                <a:solidFill>
                  <a:prstClr val="black"/>
                </a:solidFill>
                <a:latin typeface="Calibri" panose="020F0502020204030204"/>
                <a:ea typeface="宋体" panose="02010600030101010101" pitchFamily="2" charset="-122"/>
              </a:rPr>
              <a:t>www.1ppt.com/xiazai/jianli/  </a:t>
            </a:r>
          </a:p>
          <a:p>
            <a:r>
              <a:rPr lang="zh-CN" altLang="en-US" sz="100">
                <a:solidFill>
                  <a:prstClr val="black"/>
                </a:solidFill>
                <a:latin typeface="Calibri" panose="020F0502020204030204"/>
                <a:ea typeface="宋体" panose="02010600030101010101" pitchFamily="2" charset="-122"/>
              </a:rPr>
              <a:t>毕业答辩</a:t>
            </a:r>
            <a:r>
              <a:rPr lang="en-US" altLang="zh-CN" sz="100">
                <a:solidFill>
                  <a:prstClr val="black"/>
                </a:solidFill>
                <a:latin typeface="Calibri" panose="020F0502020204030204"/>
                <a:ea typeface="宋体" panose="02010600030101010101" pitchFamily="2" charset="-122"/>
              </a:rPr>
              <a:t>PPT</a:t>
            </a:r>
            <a:r>
              <a:rPr lang="zh-CN" altLang="en-US" sz="100">
                <a:solidFill>
                  <a:prstClr val="black"/>
                </a:solidFill>
                <a:latin typeface="Calibri" panose="020F0502020204030204"/>
                <a:ea typeface="宋体" panose="02010600030101010101" pitchFamily="2" charset="-122"/>
              </a:rPr>
              <a:t>：</a:t>
            </a:r>
            <a:r>
              <a:rPr lang="en-US" altLang="zh-CN" sz="100">
                <a:solidFill>
                  <a:prstClr val="black"/>
                </a:solidFill>
                <a:latin typeface="Calibri" panose="020F0502020204030204"/>
                <a:ea typeface="宋体" panose="02010600030101010101" pitchFamily="2" charset="-122"/>
              </a:rPr>
              <a:t>www.1ppt.com/xiazai/dabian/  </a:t>
            </a:r>
            <a:r>
              <a:rPr lang="zh-CN" altLang="en-US" sz="100">
                <a:solidFill>
                  <a:prstClr val="black"/>
                </a:solidFill>
                <a:latin typeface="Calibri" panose="020F0502020204030204"/>
                <a:ea typeface="宋体" panose="02010600030101010101" pitchFamily="2" charset="-122"/>
              </a:rPr>
              <a:t>工作汇报</a:t>
            </a:r>
            <a:r>
              <a:rPr lang="en-US" altLang="zh-CN" sz="100">
                <a:solidFill>
                  <a:prstClr val="black"/>
                </a:solidFill>
                <a:latin typeface="Calibri" panose="020F0502020204030204"/>
                <a:ea typeface="宋体" panose="02010600030101010101" pitchFamily="2" charset="-122"/>
              </a:rPr>
              <a:t>PPT</a:t>
            </a:r>
            <a:r>
              <a:rPr lang="zh-CN" altLang="en-US" sz="100">
                <a:solidFill>
                  <a:prstClr val="black"/>
                </a:solidFill>
                <a:latin typeface="Calibri" panose="020F0502020204030204"/>
                <a:ea typeface="宋体" panose="02010600030101010101" pitchFamily="2" charset="-122"/>
              </a:rPr>
              <a:t>：</a:t>
            </a:r>
            <a:r>
              <a:rPr lang="en-US" altLang="zh-CN" sz="100">
                <a:solidFill>
                  <a:prstClr val="black"/>
                </a:solidFill>
                <a:latin typeface="Calibri" panose="020F0502020204030204"/>
                <a:ea typeface="宋体" panose="02010600030101010101" pitchFamily="2" charset="-122"/>
              </a:rPr>
              <a:t>www.1ppt.com/xiazai/huibao/    </a:t>
            </a:r>
          </a:p>
          <a:p>
            <a:r>
              <a:rPr lang="en-US" altLang="zh-CN" sz="100">
                <a:solidFill>
                  <a:prstClr val="black"/>
                </a:solidFill>
                <a:latin typeface="Calibri" panose="020F0502020204030204"/>
                <a:ea typeface="宋体" panose="02010600030101010101" pitchFamily="2" charset="-122"/>
              </a:rPr>
              <a:t> </a:t>
            </a:r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bg>
      <p:bgPr>
        <a:blipFill dpi="0" rotWithShape="1">
          <a:blip r:embed="rId2">
            <a:lum/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>
            <a:fillRect l="-52000" r="-52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B43034-5666-4088-908E-90BF970F5519}" type="datetimeFigureOut">
              <a:rPr lang="zh-CN" altLang="en-US" smtClean="0"/>
              <a:t>2023/7/23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AA8925-78AA-4D71-A293-67AA713F8EE9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bg>
      <p:bgPr>
        <a:blipFill dpi="0" rotWithShape="1">
          <a:blip r:embed="rId2">
            <a:lum/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>
            <a:fillRect l="-52000" r="-52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B43034-5666-4088-908E-90BF970F5519}" type="datetimeFigureOut">
              <a:rPr lang="zh-CN" altLang="en-US" smtClean="0"/>
              <a:t>2023/7/23</a:t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AA8925-78AA-4D71-A293-67AA713F8EE9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bg>
      <p:bgPr>
        <a:blipFill dpi="0" rotWithShape="1">
          <a:blip r:embed="rId2">
            <a:lum/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>
            <a:fillRect l="-52000" r="-52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31863" y="960014"/>
            <a:ext cx="3426883" cy="3360050"/>
          </a:xfrm>
        </p:spPr>
        <p:txBody>
          <a:bodyPr anchor="b"/>
          <a:lstStyle>
            <a:lvl1pPr>
              <a:defRPr sz="279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517068" y="2073365"/>
            <a:ext cx="5378976" cy="10233485"/>
          </a:xfrm>
        </p:spPr>
        <p:txBody>
          <a:bodyPr/>
          <a:lstStyle>
            <a:lvl1pPr>
              <a:defRPr sz="2790"/>
            </a:lvl1pPr>
            <a:lvl2pPr>
              <a:defRPr sz="2440"/>
            </a:lvl2pPr>
            <a:lvl3pPr>
              <a:defRPr sz="2090"/>
            </a:lvl3pPr>
            <a:lvl4pPr>
              <a:defRPr sz="1745"/>
            </a:lvl4pPr>
            <a:lvl5pPr>
              <a:defRPr sz="1745"/>
            </a:lvl5pPr>
            <a:lvl6pPr>
              <a:defRPr sz="1745"/>
            </a:lvl6pPr>
            <a:lvl7pPr>
              <a:defRPr sz="1745"/>
            </a:lvl7pPr>
            <a:lvl8pPr>
              <a:defRPr sz="1745"/>
            </a:lvl8pPr>
            <a:lvl9pPr>
              <a:defRPr sz="1745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731863" y="4320064"/>
            <a:ext cx="3426883" cy="8003453"/>
          </a:xfrm>
        </p:spPr>
        <p:txBody>
          <a:bodyPr/>
          <a:lstStyle>
            <a:lvl1pPr marL="0" indent="0">
              <a:buNone/>
              <a:defRPr sz="1395"/>
            </a:lvl1pPr>
            <a:lvl2pPr marL="398145" indent="0">
              <a:buNone/>
              <a:defRPr sz="1220"/>
            </a:lvl2pPr>
            <a:lvl3pPr marL="796925" indent="0">
              <a:buNone/>
              <a:defRPr sz="1045"/>
            </a:lvl3pPr>
            <a:lvl4pPr marL="1195070" indent="0">
              <a:buNone/>
              <a:defRPr sz="870"/>
            </a:lvl4pPr>
            <a:lvl5pPr marL="1593850" indent="0">
              <a:buNone/>
              <a:defRPr sz="870"/>
            </a:lvl5pPr>
            <a:lvl6pPr marL="1991995" indent="0">
              <a:buNone/>
              <a:defRPr sz="870"/>
            </a:lvl6pPr>
            <a:lvl7pPr marL="2390775" indent="0">
              <a:buNone/>
              <a:defRPr sz="870"/>
            </a:lvl7pPr>
            <a:lvl8pPr marL="2788920" indent="0">
              <a:buNone/>
              <a:defRPr sz="870"/>
            </a:lvl8pPr>
            <a:lvl9pPr marL="3187700" indent="0">
              <a:buNone/>
              <a:defRPr sz="87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B43034-5666-4088-908E-90BF970F5519}" type="datetimeFigureOut">
              <a:rPr lang="zh-CN" altLang="en-US" smtClean="0"/>
              <a:t>2023/7/23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AA8925-78AA-4D71-A293-67AA713F8EE9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bg>
      <p:bgPr>
        <a:blipFill dpi="0" rotWithShape="1">
          <a:blip r:embed="rId2">
            <a:lum/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>
            <a:fillRect l="-52000" r="-52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31863" y="960014"/>
            <a:ext cx="3426883" cy="3360050"/>
          </a:xfrm>
        </p:spPr>
        <p:txBody>
          <a:bodyPr anchor="b"/>
          <a:lstStyle>
            <a:lvl1pPr>
              <a:defRPr sz="279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4517068" y="2073365"/>
            <a:ext cx="5378976" cy="10233485"/>
          </a:xfrm>
        </p:spPr>
        <p:txBody>
          <a:bodyPr/>
          <a:lstStyle>
            <a:lvl1pPr marL="0" indent="0">
              <a:buNone/>
              <a:defRPr sz="2790"/>
            </a:lvl1pPr>
            <a:lvl2pPr marL="398145" indent="0">
              <a:buNone/>
              <a:defRPr sz="2440"/>
            </a:lvl2pPr>
            <a:lvl3pPr marL="796925" indent="0">
              <a:buNone/>
              <a:defRPr sz="2090"/>
            </a:lvl3pPr>
            <a:lvl4pPr marL="1195070" indent="0">
              <a:buNone/>
              <a:defRPr sz="1745"/>
            </a:lvl4pPr>
            <a:lvl5pPr marL="1593850" indent="0">
              <a:buNone/>
              <a:defRPr sz="1745"/>
            </a:lvl5pPr>
            <a:lvl6pPr marL="1991995" indent="0">
              <a:buNone/>
              <a:defRPr sz="1745"/>
            </a:lvl6pPr>
            <a:lvl7pPr marL="2390775" indent="0">
              <a:buNone/>
              <a:defRPr sz="1745"/>
            </a:lvl7pPr>
            <a:lvl8pPr marL="2788920" indent="0">
              <a:buNone/>
              <a:defRPr sz="1745"/>
            </a:lvl8pPr>
            <a:lvl9pPr marL="3187700" indent="0">
              <a:buNone/>
              <a:defRPr sz="1745"/>
            </a:lvl9pPr>
          </a:lstStyle>
          <a:p>
            <a:r>
              <a:rPr lang="zh-CN" altLang="en-US"/>
              <a:t>单击图标添加图片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731863" y="4320064"/>
            <a:ext cx="3426883" cy="8003453"/>
          </a:xfrm>
        </p:spPr>
        <p:txBody>
          <a:bodyPr/>
          <a:lstStyle>
            <a:lvl1pPr marL="0" indent="0">
              <a:buNone/>
              <a:defRPr sz="1395"/>
            </a:lvl1pPr>
            <a:lvl2pPr marL="398145" indent="0">
              <a:buNone/>
              <a:defRPr sz="1220"/>
            </a:lvl2pPr>
            <a:lvl3pPr marL="796925" indent="0">
              <a:buNone/>
              <a:defRPr sz="1045"/>
            </a:lvl3pPr>
            <a:lvl4pPr marL="1195070" indent="0">
              <a:buNone/>
              <a:defRPr sz="870"/>
            </a:lvl4pPr>
            <a:lvl5pPr marL="1593850" indent="0">
              <a:buNone/>
              <a:defRPr sz="870"/>
            </a:lvl5pPr>
            <a:lvl6pPr marL="1991995" indent="0">
              <a:buNone/>
              <a:defRPr sz="870"/>
            </a:lvl6pPr>
            <a:lvl7pPr marL="2390775" indent="0">
              <a:buNone/>
              <a:defRPr sz="870"/>
            </a:lvl7pPr>
            <a:lvl8pPr marL="2788920" indent="0">
              <a:buNone/>
              <a:defRPr sz="870"/>
            </a:lvl8pPr>
            <a:lvl9pPr marL="3187700" indent="0">
              <a:buNone/>
              <a:defRPr sz="87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B43034-5666-4088-908E-90BF970F5519}" type="datetimeFigureOut">
              <a:rPr lang="zh-CN" altLang="en-US" smtClean="0"/>
              <a:t>2023/7/23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AA8925-78AA-4D71-A293-67AA713F8EE9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bg>
      <p:bgPr>
        <a:blipFill dpi="0" rotWithShape="1">
          <a:blip r:embed="rId2">
            <a:lum/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>
            <a:fillRect l="-52000" r="-52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B43034-5666-4088-908E-90BF970F5519}" type="datetimeFigureOut">
              <a:rPr lang="zh-CN" altLang="en-US" smtClean="0"/>
              <a:t>2023/7/23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AA8925-78AA-4D71-A293-67AA713F8EE9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bg>
      <p:bgPr>
        <a:blipFill dpi="0" rotWithShape="1">
          <a:blip r:embed="rId2">
            <a:lum/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>
            <a:fillRect l="-52000" r="-52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7603615" y="766678"/>
            <a:ext cx="2291045" cy="12203515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730478" y="766678"/>
            <a:ext cx="6740322" cy="12203515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B43034-5666-4088-908E-90BF970F5519}" type="datetimeFigureOut">
              <a:rPr lang="zh-CN" altLang="en-US" smtClean="0"/>
              <a:t>2023/7/23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AA8925-78AA-4D71-A293-67AA713F8EE9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328142" y="2356703"/>
            <a:ext cx="7968854" cy="5013407"/>
          </a:xfrm>
        </p:spPr>
        <p:txBody>
          <a:bodyPr anchor="b"/>
          <a:lstStyle>
            <a:lvl1pPr algn="ctr">
              <a:defRPr sz="523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328142" y="7563446"/>
            <a:ext cx="7968854" cy="3476717"/>
          </a:xfrm>
        </p:spPr>
        <p:txBody>
          <a:bodyPr/>
          <a:lstStyle>
            <a:lvl1pPr marL="0" indent="0" algn="ctr">
              <a:buNone/>
              <a:defRPr sz="2090"/>
            </a:lvl1pPr>
            <a:lvl2pPr marL="398145" indent="0" algn="ctr">
              <a:buNone/>
              <a:defRPr sz="1745"/>
            </a:lvl2pPr>
            <a:lvl3pPr marL="796925" indent="0" algn="ctr">
              <a:buNone/>
              <a:defRPr sz="1570"/>
            </a:lvl3pPr>
            <a:lvl4pPr marL="1195070" indent="0" algn="ctr">
              <a:buNone/>
              <a:defRPr sz="1395"/>
            </a:lvl4pPr>
            <a:lvl5pPr marL="1593850" indent="0" algn="ctr">
              <a:buNone/>
              <a:defRPr sz="1395"/>
            </a:lvl5pPr>
            <a:lvl6pPr marL="1991995" indent="0" algn="ctr">
              <a:buNone/>
              <a:defRPr sz="1395"/>
            </a:lvl6pPr>
            <a:lvl7pPr marL="2390775" indent="0" algn="ctr">
              <a:buNone/>
              <a:defRPr sz="1395"/>
            </a:lvl7pPr>
            <a:lvl8pPr marL="2788920" indent="0" algn="ctr">
              <a:buNone/>
              <a:defRPr sz="1395"/>
            </a:lvl8pPr>
            <a:lvl9pPr marL="3187700" indent="0" algn="ctr">
              <a:buNone/>
              <a:defRPr sz="1395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B43034-5666-4088-908E-90BF970F5519}" type="datetimeFigureOut">
              <a:rPr lang="zh-CN" altLang="en-US" smtClean="0"/>
              <a:t>2023/7/23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AA8925-78AA-4D71-A293-67AA713F8EE9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bg>
      <p:bgPr>
        <a:blipFill dpi="0" rotWithShape="1">
          <a:blip r:embed="rId2">
            <a:lum/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>
            <a:fillRect l="-52000" r="-52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B43034-5666-4088-908E-90BF970F5519}" type="datetimeFigureOut">
              <a:rPr lang="zh-CN" altLang="en-US" smtClean="0"/>
              <a:t>2023/7/23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AA8925-78AA-4D71-A293-67AA713F8EE9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bg>
      <p:bgPr>
        <a:blipFill dpi="0" rotWithShape="1">
          <a:blip r:embed="rId2">
            <a:lum/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>
            <a:fillRect l="-52000" r="-52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24944" y="3590055"/>
            <a:ext cx="9164182" cy="5990088"/>
          </a:xfrm>
        </p:spPr>
        <p:txBody>
          <a:bodyPr anchor="b"/>
          <a:lstStyle>
            <a:lvl1pPr>
              <a:defRPr sz="523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724944" y="9636811"/>
            <a:ext cx="9164182" cy="3150046"/>
          </a:xfrm>
        </p:spPr>
        <p:txBody>
          <a:bodyPr/>
          <a:lstStyle>
            <a:lvl1pPr marL="0" indent="0">
              <a:buNone/>
              <a:defRPr sz="2090">
                <a:solidFill>
                  <a:schemeClr val="tx1">
                    <a:tint val="75000"/>
                  </a:schemeClr>
                </a:solidFill>
              </a:defRPr>
            </a:lvl1pPr>
            <a:lvl2pPr marL="398145" indent="0">
              <a:buNone/>
              <a:defRPr sz="1745">
                <a:solidFill>
                  <a:schemeClr val="tx1">
                    <a:tint val="75000"/>
                  </a:schemeClr>
                </a:solidFill>
              </a:defRPr>
            </a:lvl2pPr>
            <a:lvl3pPr marL="796925" indent="0">
              <a:buNone/>
              <a:defRPr sz="1570">
                <a:solidFill>
                  <a:schemeClr val="tx1">
                    <a:tint val="75000"/>
                  </a:schemeClr>
                </a:solidFill>
              </a:defRPr>
            </a:lvl3pPr>
            <a:lvl4pPr marL="1195070" indent="0">
              <a:buNone/>
              <a:defRPr sz="1395">
                <a:solidFill>
                  <a:schemeClr val="tx1">
                    <a:tint val="75000"/>
                  </a:schemeClr>
                </a:solidFill>
              </a:defRPr>
            </a:lvl4pPr>
            <a:lvl5pPr marL="1593850" indent="0">
              <a:buNone/>
              <a:defRPr sz="1395">
                <a:solidFill>
                  <a:schemeClr val="tx1">
                    <a:tint val="75000"/>
                  </a:schemeClr>
                </a:solidFill>
              </a:defRPr>
            </a:lvl5pPr>
            <a:lvl6pPr marL="1991995" indent="0">
              <a:buNone/>
              <a:defRPr sz="1395">
                <a:solidFill>
                  <a:schemeClr val="tx1">
                    <a:tint val="75000"/>
                  </a:schemeClr>
                </a:solidFill>
              </a:defRPr>
            </a:lvl6pPr>
            <a:lvl7pPr marL="2390775" indent="0">
              <a:buNone/>
              <a:defRPr sz="1395">
                <a:solidFill>
                  <a:schemeClr val="tx1">
                    <a:tint val="75000"/>
                  </a:schemeClr>
                </a:solidFill>
              </a:defRPr>
            </a:lvl7pPr>
            <a:lvl8pPr marL="2788920" indent="0">
              <a:buNone/>
              <a:defRPr sz="1395">
                <a:solidFill>
                  <a:schemeClr val="tx1">
                    <a:tint val="75000"/>
                  </a:schemeClr>
                </a:solidFill>
              </a:defRPr>
            </a:lvl8pPr>
            <a:lvl9pPr marL="3187700" indent="0">
              <a:buNone/>
              <a:defRPr sz="1395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B43034-5666-4088-908E-90BF970F5519}" type="datetimeFigureOut">
              <a:rPr lang="zh-CN" altLang="en-US" smtClean="0"/>
              <a:t>2023/7/23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AA8925-78AA-4D71-A293-67AA713F8EE9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bg>
      <p:bgPr>
        <a:blipFill dpi="0" rotWithShape="1">
          <a:blip r:embed="rId2">
            <a:lum/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>
            <a:fillRect l="-52000" r="-52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730478" y="3833390"/>
            <a:ext cx="4515684" cy="9136803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5378976" y="3833390"/>
            <a:ext cx="4515684" cy="9136803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B43034-5666-4088-908E-90BF970F5519}" type="datetimeFigureOut">
              <a:rPr lang="zh-CN" altLang="en-US" smtClean="0"/>
              <a:t>2023/7/23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AA8925-78AA-4D71-A293-67AA713F8EE9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bg>
      <p:bgPr>
        <a:blipFill dpi="0" rotWithShape="1">
          <a:blip r:embed="rId2">
            <a:lum/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>
            <a:fillRect l="-52000" r="-52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31862" y="766679"/>
            <a:ext cx="9164182" cy="2783376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731863" y="3530053"/>
            <a:ext cx="4494931" cy="1730025"/>
          </a:xfrm>
        </p:spPr>
        <p:txBody>
          <a:bodyPr anchor="b"/>
          <a:lstStyle>
            <a:lvl1pPr marL="0" indent="0">
              <a:buNone/>
              <a:defRPr sz="2090" b="1"/>
            </a:lvl1pPr>
            <a:lvl2pPr marL="398145" indent="0">
              <a:buNone/>
              <a:defRPr sz="1745" b="1"/>
            </a:lvl2pPr>
            <a:lvl3pPr marL="796925" indent="0">
              <a:buNone/>
              <a:defRPr sz="1570" b="1"/>
            </a:lvl3pPr>
            <a:lvl4pPr marL="1195070" indent="0">
              <a:buNone/>
              <a:defRPr sz="1395" b="1"/>
            </a:lvl4pPr>
            <a:lvl5pPr marL="1593850" indent="0">
              <a:buNone/>
              <a:defRPr sz="1395" b="1"/>
            </a:lvl5pPr>
            <a:lvl6pPr marL="1991995" indent="0">
              <a:buNone/>
              <a:defRPr sz="1395" b="1"/>
            </a:lvl6pPr>
            <a:lvl7pPr marL="2390775" indent="0">
              <a:buNone/>
              <a:defRPr sz="1395" b="1"/>
            </a:lvl7pPr>
            <a:lvl8pPr marL="2788920" indent="0">
              <a:buNone/>
              <a:defRPr sz="1395" b="1"/>
            </a:lvl8pPr>
            <a:lvl9pPr marL="3187700" indent="0">
              <a:buNone/>
              <a:defRPr sz="1395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731863" y="5260078"/>
            <a:ext cx="4494931" cy="7736782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5378976" y="3530053"/>
            <a:ext cx="4517068" cy="1730025"/>
          </a:xfrm>
        </p:spPr>
        <p:txBody>
          <a:bodyPr anchor="b"/>
          <a:lstStyle>
            <a:lvl1pPr marL="0" indent="0">
              <a:buNone/>
              <a:defRPr sz="2090" b="1"/>
            </a:lvl1pPr>
            <a:lvl2pPr marL="398145" indent="0">
              <a:buNone/>
              <a:defRPr sz="1745" b="1"/>
            </a:lvl2pPr>
            <a:lvl3pPr marL="796925" indent="0">
              <a:buNone/>
              <a:defRPr sz="1570" b="1"/>
            </a:lvl3pPr>
            <a:lvl4pPr marL="1195070" indent="0">
              <a:buNone/>
              <a:defRPr sz="1395" b="1"/>
            </a:lvl4pPr>
            <a:lvl5pPr marL="1593850" indent="0">
              <a:buNone/>
              <a:defRPr sz="1395" b="1"/>
            </a:lvl5pPr>
            <a:lvl6pPr marL="1991995" indent="0">
              <a:buNone/>
              <a:defRPr sz="1395" b="1"/>
            </a:lvl6pPr>
            <a:lvl7pPr marL="2390775" indent="0">
              <a:buNone/>
              <a:defRPr sz="1395" b="1"/>
            </a:lvl7pPr>
            <a:lvl8pPr marL="2788920" indent="0">
              <a:buNone/>
              <a:defRPr sz="1395" b="1"/>
            </a:lvl8pPr>
            <a:lvl9pPr marL="3187700" indent="0">
              <a:buNone/>
              <a:defRPr sz="1395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5378976" y="5260078"/>
            <a:ext cx="4517068" cy="7736782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B43034-5666-4088-908E-90BF970F5519}" type="datetimeFigureOut">
              <a:rPr lang="zh-CN" altLang="en-US" smtClean="0"/>
              <a:t>2023/7/23</a:t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AA8925-78AA-4D71-A293-67AA713F8EE9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11" name="矩形 10"/>
          <p:cNvSpPr/>
          <p:nvPr/>
        </p:nvSpPr>
        <p:spPr>
          <a:xfrm>
            <a:off x="7230529" y="12153097"/>
            <a:ext cx="675519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sz="100">
                <a:solidFill>
                  <a:prstClr val="black"/>
                </a:solidFill>
                <a:latin typeface="Calibri" panose="020F0502020204030204"/>
                <a:ea typeface="宋体" panose="02010600030101010101" pitchFamily="2" charset="-122"/>
              </a:rPr>
              <a:t>PPT</a:t>
            </a:r>
            <a:r>
              <a:rPr lang="zh-CN" altLang="en-US" sz="100">
                <a:solidFill>
                  <a:prstClr val="black"/>
                </a:solidFill>
                <a:latin typeface="Calibri" panose="020F0502020204030204"/>
                <a:ea typeface="宋体" panose="02010600030101010101" pitchFamily="2" charset="-122"/>
              </a:rPr>
              <a:t>模板下载：</a:t>
            </a:r>
            <a:r>
              <a:rPr lang="en-US" altLang="zh-CN" sz="100">
                <a:solidFill>
                  <a:prstClr val="black"/>
                </a:solidFill>
                <a:latin typeface="Calibri" panose="020F0502020204030204"/>
                <a:ea typeface="宋体" panose="02010600030101010101" pitchFamily="2" charset="-122"/>
              </a:rPr>
              <a:t>www.1ppt.com/moban/          </a:t>
            </a:r>
            <a:r>
              <a:rPr lang="zh-CN" altLang="en-US" sz="100">
                <a:solidFill>
                  <a:prstClr val="black"/>
                </a:solidFill>
                <a:latin typeface="Calibri" panose="020F0502020204030204"/>
                <a:ea typeface="宋体" panose="02010600030101010101" pitchFamily="2" charset="-122"/>
              </a:rPr>
              <a:t>行业</a:t>
            </a:r>
            <a:r>
              <a:rPr lang="en-US" altLang="zh-CN" sz="100">
                <a:solidFill>
                  <a:prstClr val="black"/>
                </a:solidFill>
                <a:latin typeface="Calibri" panose="020F0502020204030204"/>
                <a:ea typeface="宋体" panose="02010600030101010101" pitchFamily="2" charset="-122"/>
              </a:rPr>
              <a:t>PPT</a:t>
            </a:r>
            <a:r>
              <a:rPr lang="zh-CN" altLang="en-US" sz="100">
                <a:solidFill>
                  <a:prstClr val="black"/>
                </a:solidFill>
                <a:latin typeface="Calibri" panose="020F0502020204030204"/>
                <a:ea typeface="宋体" panose="02010600030101010101" pitchFamily="2" charset="-122"/>
              </a:rPr>
              <a:t>模板：</a:t>
            </a:r>
            <a:r>
              <a:rPr lang="en-US" altLang="zh-CN" sz="100">
                <a:solidFill>
                  <a:prstClr val="black"/>
                </a:solidFill>
                <a:latin typeface="Calibri" panose="020F0502020204030204"/>
                <a:ea typeface="宋体" panose="02010600030101010101" pitchFamily="2" charset="-122"/>
              </a:rPr>
              <a:t>www.1ppt.com/hangye/ </a:t>
            </a:r>
          </a:p>
          <a:p>
            <a:r>
              <a:rPr lang="zh-CN" altLang="en-US" sz="100">
                <a:solidFill>
                  <a:prstClr val="black"/>
                </a:solidFill>
                <a:latin typeface="Calibri" panose="020F0502020204030204"/>
                <a:ea typeface="宋体" panose="02010600030101010101" pitchFamily="2" charset="-122"/>
              </a:rPr>
              <a:t>节日</a:t>
            </a:r>
            <a:r>
              <a:rPr lang="en-US" altLang="zh-CN" sz="100">
                <a:solidFill>
                  <a:prstClr val="black"/>
                </a:solidFill>
                <a:latin typeface="Calibri" panose="020F0502020204030204"/>
                <a:ea typeface="宋体" panose="02010600030101010101" pitchFamily="2" charset="-122"/>
              </a:rPr>
              <a:t>PPT</a:t>
            </a:r>
            <a:r>
              <a:rPr lang="zh-CN" altLang="en-US" sz="100">
                <a:solidFill>
                  <a:prstClr val="black"/>
                </a:solidFill>
                <a:latin typeface="Calibri" panose="020F0502020204030204"/>
                <a:ea typeface="宋体" panose="02010600030101010101" pitchFamily="2" charset="-122"/>
              </a:rPr>
              <a:t>模板：</a:t>
            </a:r>
            <a:r>
              <a:rPr lang="en-US" altLang="zh-CN" sz="100">
                <a:solidFill>
                  <a:prstClr val="black"/>
                </a:solidFill>
                <a:latin typeface="Calibri" panose="020F0502020204030204"/>
                <a:ea typeface="宋体" panose="02010600030101010101" pitchFamily="2" charset="-122"/>
              </a:rPr>
              <a:t>www.1ppt.com/jieri/          PPT</a:t>
            </a:r>
            <a:r>
              <a:rPr lang="zh-CN" altLang="en-US" sz="100">
                <a:solidFill>
                  <a:prstClr val="black"/>
                </a:solidFill>
                <a:latin typeface="Calibri" panose="020F0502020204030204"/>
                <a:ea typeface="宋体" panose="02010600030101010101" pitchFamily="2" charset="-122"/>
              </a:rPr>
              <a:t>素材：</a:t>
            </a:r>
            <a:r>
              <a:rPr lang="en-US" altLang="zh-CN" sz="100">
                <a:solidFill>
                  <a:prstClr val="black"/>
                </a:solidFill>
                <a:latin typeface="Calibri" panose="020F0502020204030204"/>
                <a:ea typeface="宋体" panose="02010600030101010101" pitchFamily="2" charset="-122"/>
              </a:rPr>
              <a:t>www.1ppt.com/sucai/</a:t>
            </a:r>
          </a:p>
          <a:p>
            <a:r>
              <a:rPr lang="en-US" altLang="zh-CN" sz="100">
                <a:solidFill>
                  <a:prstClr val="black"/>
                </a:solidFill>
                <a:latin typeface="Calibri" panose="020F0502020204030204"/>
                <a:ea typeface="宋体" panose="02010600030101010101" pitchFamily="2" charset="-122"/>
              </a:rPr>
              <a:t>PPT</a:t>
            </a:r>
            <a:r>
              <a:rPr lang="zh-CN" altLang="en-US" sz="100">
                <a:solidFill>
                  <a:prstClr val="black"/>
                </a:solidFill>
                <a:latin typeface="Calibri" panose="020F0502020204030204"/>
                <a:ea typeface="宋体" panose="02010600030101010101" pitchFamily="2" charset="-122"/>
              </a:rPr>
              <a:t>背景图片：</a:t>
            </a:r>
            <a:r>
              <a:rPr lang="en-US" altLang="zh-CN" sz="100">
                <a:solidFill>
                  <a:prstClr val="black"/>
                </a:solidFill>
                <a:latin typeface="Calibri" panose="020F0502020204030204"/>
                <a:ea typeface="宋体" panose="02010600030101010101" pitchFamily="2" charset="-122"/>
              </a:rPr>
              <a:t>www.1ppt.com/beijing/        PPT</a:t>
            </a:r>
            <a:r>
              <a:rPr lang="zh-CN" altLang="en-US" sz="100">
                <a:solidFill>
                  <a:prstClr val="black"/>
                </a:solidFill>
                <a:latin typeface="Calibri" panose="020F0502020204030204"/>
                <a:ea typeface="宋体" panose="02010600030101010101" pitchFamily="2" charset="-122"/>
              </a:rPr>
              <a:t>图表：</a:t>
            </a:r>
            <a:r>
              <a:rPr lang="en-US" altLang="zh-CN" sz="100">
                <a:solidFill>
                  <a:prstClr val="black"/>
                </a:solidFill>
                <a:latin typeface="Calibri" panose="020F0502020204030204"/>
                <a:ea typeface="宋体" panose="02010600030101010101" pitchFamily="2" charset="-122"/>
              </a:rPr>
              <a:t>www.1ppt.com/tubiao/      </a:t>
            </a:r>
          </a:p>
          <a:p>
            <a:r>
              <a:rPr lang="zh-CN" altLang="en-US" sz="100">
                <a:solidFill>
                  <a:prstClr val="black"/>
                </a:solidFill>
                <a:latin typeface="Calibri" panose="020F0502020204030204"/>
                <a:ea typeface="宋体" panose="02010600030101010101" pitchFamily="2" charset="-122"/>
              </a:rPr>
              <a:t>精美</a:t>
            </a:r>
            <a:r>
              <a:rPr lang="en-US" altLang="zh-CN" sz="100">
                <a:solidFill>
                  <a:prstClr val="black"/>
                </a:solidFill>
                <a:latin typeface="Calibri" panose="020F0502020204030204"/>
                <a:ea typeface="宋体" panose="02010600030101010101" pitchFamily="2" charset="-122"/>
              </a:rPr>
              <a:t>PPT</a:t>
            </a:r>
            <a:r>
              <a:rPr lang="zh-CN" altLang="en-US" sz="100">
                <a:solidFill>
                  <a:prstClr val="black"/>
                </a:solidFill>
                <a:latin typeface="Calibri" panose="020F0502020204030204"/>
                <a:ea typeface="宋体" panose="02010600030101010101" pitchFamily="2" charset="-122"/>
              </a:rPr>
              <a:t>下载：</a:t>
            </a:r>
            <a:r>
              <a:rPr lang="en-US" altLang="zh-CN" sz="100">
                <a:solidFill>
                  <a:prstClr val="black"/>
                </a:solidFill>
                <a:latin typeface="Calibri" panose="020F0502020204030204"/>
                <a:ea typeface="宋体" panose="02010600030101010101" pitchFamily="2" charset="-122"/>
              </a:rPr>
              <a:t>www.1ppt.com/xiazai/         PPT</a:t>
            </a:r>
            <a:r>
              <a:rPr lang="zh-CN" altLang="en-US" sz="100">
                <a:solidFill>
                  <a:prstClr val="black"/>
                </a:solidFill>
                <a:latin typeface="Calibri" panose="020F0502020204030204"/>
                <a:ea typeface="宋体" panose="02010600030101010101" pitchFamily="2" charset="-122"/>
              </a:rPr>
              <a:t>教程： </a:t>
            </a:r>
            <a:r>
              <a:rPr lang="en-US" altLang="zh-CN" sz="100">
                <a:solidFill>
                  <a:prstClr val="black"/>
                </a:solidFill>
                <a:latin typeface="Calibri" panose="020F0502020204030204"/>
                <a:ea typeface="宋体" panose="02010600030101010101" pitchFamily="2" charset="-122"/>
              </a:rPr>
              <a:t>www.1ppt.com/powerpoint/      </a:t>
            </a:r>
          </a:p>
          <a:p>
            <a:r>
              <a:rPr lang="en-US" altLang="zh-CN" sz="100">
                <a:solidFill>
                  <a:prstClr val="black"/>
                </a:solidFill>
                <a:latin typeface="Calibri" panose="020F0502020204030204"/>
                <a:ea typeface="宋体" panose="02010600030101010101" pitchFamily="2" charset="-122"/>
              </a:rPr>
              <a:t>PPT</a:t>
            </a:r>
            <a:r>
              <a:rPr lang="zh-CN" altLang="en-US" sz="100">
                <a:solidFill>
                  <a:prstClr val="black"/>
                </a:solidFill>
                <a:latin typeface="Calibri" panose="020F0502020204030204"/>
                <a:ea typeface="宋体" panose="02010600030101010101" pitchFamily="2" charset="-122"/>
              </a:rPr>
              <a:t>课件：</a:t>
            </a:r>
            <a:r>
              <a:rPr lang="en-US" altLang="zh-CN" sz="100">
                <a:solidFill>
                  <a:prstClr val="black"/>
                </a:solidFill>
                <a:latin typeface="Calibri" panose="020F0502020204030204"/>
                <a:ea typeface="宋体" panose="02010600030101010101" pitchFamily="2" charset="-122"/>
              </a:rPr>
              <a:t>www.1ppt.com/kejian/             </a:t>
            </a:r>
            <a:r>
              <a:rPr lang="zh-CN" altLang="en-US" sz="100">
                <a:solidFill>
                  <a:prstClr val="black"/>
                </a:solidFill>
                <a:latin typeface="Calibri" panose="020F0502020204030204"/>
                <a:ea typeface="宋体" panose="02010600030101010101" pitchFamily="2" charset="-122"/>
              </a:rPr>
              <a:t>字体下载：</a:t>
            </a:r>
            <a:r>
              <a:rPr lang="en-US" altLang="zh-CN" sz="100">
                <a:solidFill>
                  <a:prstClr val="black"/>
                </a:solidFill>
                <a:latin typeface="Calibri" panose="020F0502020204030204"/>
                <a:ea typeface="宋体" panose="02010600030101010101" pitchFamily="2" charset="-122"/>
              </a:rPr>
              <a:t>www.1ppt.com/ziti/</a:t>
            </a:r>
          </a:p>
          <a:p>
            <a:r>
              <a:rPr lang="zh-CN" altLang="en-US" sz="100">
                <a:solidFill>
                  <a:prstClr val="black"/>
                </a:solidFill>
                <a:latin typeface="Calibri" panose="020F0502020204030204"/>
                <a:ea typeface="宋体" panose="02010600030101010101" pitchFamily="2" charset="-122"/>
              </a:rPr>
              <a:t>工作总结</a:t>
            </a:r>
            <a:r>
              <a:rPr lang="en-US" altLang="zh-CN" sz="100">
                <a:solidFill>
                  <a:prstClr val="black"/>
                </a:solidFill>
                <a:latin typeface="Calibri" panose="020F0502020204030204"/>
                <a:ea typeface="宋体" panose="02010600030101010101" pitchFamily="2" charset="-122"/>
              </a:rPr>
              <a:t>PPT</a:t>
            </a:r>
            <a:r>
              <a:rPr lang="zh-CN" altLang="en-US" sz="100">
                <a:solidFill>
                  <a:prstClr val="black"/>
                </a:solidFill>
                <a:latin typeface="Calibri" panose="020F0502020204030204"/>
                <a:ea typeface="宋体" panose="02010600030101010101" pitchFamily="2" charset="-122"/>
              </a:rPr>
              <a:t>：</a:t>
            </a:r>
            <a:r>
              <a:rPr lang="en-US" altLang="zh-CN" sz="100">
                <a:solidFill>
                  <a:prstClr val="black"/>
                </a:solidFill>
                <a:latin typeface="Calibri" panose="020F0502020204030204"/>
                <a:ea typeface="宋体" panose="02010600030101010101" pitchFamily="2" charset="-122"/>
              </a:rPr>
              <a:t>www.1ppt.com/xiazai/zongjie/ </a:t>
            </a:r>
            <a:r>
              <a:rPr lang="zh-CN" altLang="en-US" sz="100">
                <a:solidFill>
                  <a:prstClr val="black"/>
                </a:solidFill>
                <a:latin typeface="Calibri" panose="020F0502020204030204"/>
                <a:ea typeface="宋体" panose="02010600030101010101" pitchFamily="2" charset="-122"/>
              </a:rPr>
              <a:t>工作计划：</a:t>
            </a:r>
            <a:r>
              <a:rPr lang="en-US" altLang="zh-CN" sz="100">
                <a:solidFill>
                  <a:prstClr val="black"/>
                </a:solidFill>
                <a:latin typeface="Calibri" panose="020F0502020204030204"/>
                <a:ea typeface="宋体" panose="02010600030101010101" pitchFamily="2" charset="-122"/>
              </a:rPr>
              <a:t>www.1ppt.com/xiazai/jihua/</a:t>
            </a:r>
          </a:p>
          <a:p>
            <a:r>
              <a:rPr lang="zh-CN" altLang="en-US" sz="100">
                <a:solidFill>
                  <a:prstClr val="black"/>
                </a:solidFill>
                <a:latin typeface="Calibri" panose="020F0502020204030204"/>
                <a:ea typeface="宋体" panose="02010600030101010101" pitchFamily="2" charset="-122"/>
              </a:rPr>
              <a:t>商务</a:t>
            </a:r>
            <a:r>
              <a:rPr lang="en-US" altLang="zh-CN" sz="100">
                <a:solidFill>
                  <a:prstClr val="black"/>
                </a:solidFill>
                <a:latin typeface="Calibri" panose="020F0502020204030204"/>
                <a:ea typeface="宋体" panose="02010600030101010101" pitchFamily="2" charset="-122"/>
              </a:rPr>
              <a:t>PPT</a:t>
            </a:r>
            <a:r>
              <a:rPr lang="zh-CN" altLang="en-US" sz="100">
                <a:solidFill>
                  <a:prstClr val="black"/>
                </a:solidFill>
                <a:latin typeface="Calibri" panose="020F0502020204030204"/>
                <a:ea typeface="宋体" panose="02010600030101010101" pitchFamily="2" charset="-122"/>
              </a:rPr>
              <a:t>模板：</a:t>
            </a:r>
            <a:r>
              <a:rPr lang="en-US" altLang="zh-CN" sz="100">
                <a:solidFill>
                  <a:prstClr val="black"/>
                </a:solidFill>
                <a:latin typeface="Calibri" panose="020F0502020204030204"/>
                <a:ea typeface="宋体" panose="02010600030101010101" pitchFamily="2" charset="-122"/>
              </a:rPr>
              <a:t>www.1ppt.com/moban/shangwu/  </a:t>
            </a:r>
            <a:r>
              <a:rPr lang="zh-CN" altLang="en-US" sz="100">
                <a:solidFill>
                  <a:prstClr val="black"/>
                </a:solidFill>
                <a:latin typeface="Calibri" panose="020F0502020204030204"/>
                <a:ea typeface="宋体" panose="02010600030101010101" pitchFamily="2" charset="-122"/>
              </a:rPr>
              <a:t>个人简历</a:t>
            </a:r>
            <a:r>
              <a:rPr lang="en-US" altLang="zh-CN" sz="100">
                <a:solidFill>
                  <a:prstClr val="black"/>
                </a:solidFill>
                <a:latin typeface="Calibri" panose="020F0502020204030204"/>
                <a:ea typeface="宋体" panose="02010600030101010101" pitchFamily="2" charset="-122"/>
              </a:rPr>
              <a:t>PPT</a:t>
            </a:r>
            <a:r>
              <a:rPr lang="zh-CN" altLang="en-US" sz="100">
                <a:solidFill>
                  <a:prstClr val="black"/>
                </a:solidFill>
                <a:latin typeface="Calibri" panose="020F0502020204030204"/>
                <a:ea typeface="宋体" panose="02010600030101010101" pitchFamily="2" charset="-122"/>
              </a:rPr>
              <a:t>：</a:t>
            </a:r>
            <a:r>
              <a:rPr lang="en-US" altLang="zh-CN" sz="100">
                <a:solidFill>
                  <a:prstClr val="black"/>
                </a:solidFill>
                <a:latin typeface="Calibri" panose="020F0502020204030204"/>
                <a:ea typeface="宋体" panose="02010600030101010101" pitchFamily="2" charset="-122"/>
              </a:rPr>
              <a:t>www.1ppt.com/xiazai/jianli/  </a:t>
            </a:r>
          </a:p>
          <a:p>
            <a:r>
              <a:rPr lang="zh-CN" altLang="en-US" sz="100">
                <a:solidFill>
                  <a:prstClr val="black"/>
                </a:solidFill>
                <a:latin typeface="Calibri" panose="020F0502020204030204"/>
                <a:ea typeface="宋体" panose="02010600030101010101" pitchFamily="2" charset="-122"/>
              </a:rPr>
              <a:t>毕业答辩</a:t>
            </a:r>
            <a:r>
              <a:rPr lang="en-US" altLang="zh-CN" sz="100">
                <a:solidFill>
                  <a:prstClr val="black"/>
                </a:solidFill>
                <a:latin typeface="Calibri" panose="020F0502020204030204"/>
                <a:ea typeface="宋体" panose="02010600030101010101" pitchFamily="2" charset="-122"/>
              </a:rPr>
              <a:t>PPT</a:t>
            </a:r>
            <a:r>
              <a:rPr lang="zh-CN" altLang="en-US" sz="100">
                <a:solidFill>
                  <a:prstClr val="black"/>
                </a:solidFill>
                <a:latin typeface="Calibri" panose="020F0502020204030204"/>
                <a:ea typeface="宋体" panose="02010600030101010101" pitchFamily="2" charset="-122"/>
              </a:rPr>
              <a:t>：</a:t>
            </a:r>
            <a:r>
              <a:rPr lang="en-US" altLang="zh-CN" sz="100">
                <a:solidFill>
                  <a:prstClr val="black"/>
                </a:solidFill>
                <a:latin typeface="Calibri" panose="020F0502020204030204"/>
                <a:ea typeface="宋体" panose="02010600030101010101" pitchFamily="2" charset="-122"/>
              </a:rPr>
              <a:t>www.1ppt.com/xiazai/dabian/  </a:t>
            </a:r>
            <a:r>
              <a:rPr lang="zh-CN" altLang="en-US" sz="100">
                <a:solidFill>
                  <a:prstClr val="black"/>
                </a:solidFill>
                <a:latin typeface="Calibri" panose="020F0502020204030204"/>
                <a:ea typeface="宋体" panose="02010600030101010101" pitchFamily="2" charset="-122"/>
              </a:rPr>
              <a:t>工作汇报</a:t>
            </a:r>
            <a:r>
              <a:rPr lang="en-US" altLang="zh-CN" sz="100">
                <a:solidFill>
                  <a:prstClr val="black"/>
                </a:solidFill>
                <a:latin typeface="Calibri" panose="020F0502020204030204"/>
                <a:ea typeface="宋体" panose="02010600030101010101" pitchFamily="2" charset="-122"/>
              </a:rPr>
              <a:t>PPT</a:t>
            </a:r>
            <a:r>
              <a:rPr lang="zh-CN" altLang="en-US" sz="100">
                <a:solidFill>
                  <a:prstClr val="black"/>
                </a:solidFill>
                <a:latin typeface="Calibri" panose="020F0502020204030204"/>
                <a:ea typeface="宋体" panose="02010600030101010101" pitchFamily="2" charset="-122"/>
              </a:rPr>
              <a:t>：</a:t>
            </a:r>
            <a:r>
              <a:rPr lang="en-US" altLang="zh-CN" sz="100">
                <a:solidFill>
                  <a:prstClr val="black"/>
                </a:solidFill>
                <a:latin typeface="Calibri" panose="020F0502020204030204"/>
                <a:ea typeface="宋体" panose="02010600030101010101" pitchFamily="2" charset="-122"/>
              </a:rPr>
              <a:t>www.1ppt.com/xiazai/huibao/    </a:t>
            </a:r>
          </a:p>
          <a:p>
            <a:r>
              <a:rPr lang="en-US" altLang="zh-CN" sz="100">
                <a:solidFill>
                  <a:prstClr val="black"/>
                </a:solidFill>
                <a:latin typeface="Calibri" panose="020F0502020204030204"/>
                <a:ea typeface="宋体" panose="02010600030101010101" pitchFamily="2" charset="-122"/>
              </a:rPr>
              <a:t> </a:t>
            </a:r>
          </a:p>
        </p:txBody>
      </p:sp>
      <p:sp>
        <p:nvSpPr>
          <p:cNvPr id="12" name="矩形 11"/>
          <p:cNvSpPr/>
          <p:nvPr userDrawn="1"/>
        </p:nvSpPr>
        <p:spPr>
          <a:xfrm>
            <a:off x="7230529" y="12153097"/>
            <a:ext cx="675519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sz="100">
                <a:solidFill>
                  <a:prstClr val="black"/>
                </a:solidFill>
                <a:latin typeface="Calibri" panose="020F0502020204030204"/>
                <a:ea typeface="宋体" panose="02010600030101010101" pitchFamily="2" charset="-122"/>
              </a:rPr>
              <a:t>PPT</a:t>
            </a:r>
            <a:r>
              <a:rPr lang="zh-CN" altLang="en-US" sz="100">
                <a:solidFill>
                  <a:prstClr val="black"/>
                </a:solidFill>
                <a:latin typeface="Calibri" panose="020F0502020204030204"/>
                <a:ea typeface="宋体" panose="02010600030101010101" pitchFamily="2" charset="-122"/>
              </a:rPr>
              <a:t>模板下载：</a:t>
            </a:r>
            <a:r>
              <a:rPr lang="en-US" altLang="zh-CN" sz="100">
                <a:solidFill>
                  <a:prstClr val="black"/>
                </a:solidFill>
                <a:latin typeface="Calibri" panose="020F0502020204030204"/>
                <a:ea typeface="宋体" panose="02010600030101010101" pitchFamily="2" charset="-122"/>
              </a:rPr>
              <a:t>www.1ppt.com/moban/          </a:t>
            </a:r>
            <a:r>
              <a:rPr lang="zh-CN" altLang="en-US" sz="100">
                <a:solidFill>
                  <a:prstClr val="black"/>
                </a:solidFill>
                <a:latin typeface="Calibri" panose="020F0502020204030204"/>
                <a:ea typeface="宋体" panose="02010600030101010101" pitchFamily="2" charset="-122"/>
              </a:rPr>
              <a:t>行业</a:t>
            </a:r>
            <a:r>
              <a:rPr lang="en-US" altLang="zh-CN" sz="100">
                <a:solidFill>
                  <a:prstClr val="black"/>
                </a:solidFill>
                <a:latin typeface="Calibri" panose="020F0502020204030204"/>
                <a:ea typeface="宋体" panose="02010600030101010101" pitchFamily="2" charset="-122"/>
              </a:rPr>
              <a:t>PPT</a:t>
            </a:r>
            <a:r>
              <a:rPr lang="zh-CN" altLang="en-US" sz="100">
                <a:solidFill>
                  <a:prstClr val="black"/>
                </a:solidFill>
                <a:latin typeface="Calibri" panose="020F0502020204030204"/>
                <a:ea typeface="宋体" panose="02010600030101010101" pitchFamily="2" charset="-122"/>
              </a:rPr>
              <a:t>模板：</a:t>
            </a:r>
            <a:r>
              <a:rPr lang="en-US" altLang="zh-CN" sz="100">
                <a:solidFill>
                  <a:prstClr val="black"/>
                </a:solidFill>
                <a:latin typeface="Calibri" panose="020F0502020204030204"/>
                <a:ea typeface="宋体" panose="02010600030101010101" pitchFamily="2" charset="-122"/>
              </a:rPr>
              <a:t>www.1ppt.com/hangye/ </a:t>
            </a:r>
          </a:p>
          <a:p>
            <a:r>
              <a:rPr lang="zh-CN" altLang="en-US" sz="100">
                <a:solidFill>
                  <a:prstClr val="black"/>
                </a:solidFill>
                <a:latin typeface="Calibri" panose="020F0502020204030204"/>
                <a:ea typeface="宋体" panose="02010600030101010101" pitchFamily="2" charset="-122"/>
              </a:rPr>
              <a:t>节日</a:t>
            </a:r>
            <a:r>
              <a:rPr lang="en-US" altLang="zh-CN" sz="100">
                <a:solidFill>
                  <a:prstClr val="black"/>
                </a:solidFill>
                <a:latin typeface="Calibri" panose="020F0502020204030204"/>
                <a:ea typeface="宋体" panose="02010600030101010101" pitchFamily="2" charset="-122"/>
              </a:rPr>
              <a:t>PPT</a:t>
            </a:r>
            <a:r>
              <a:rPr lang="zh-CN" altLang="en-US" sz="100">
                <a:solidFill>
                  <a:prstClr val="black"/>
                </a:solidFill>
                <a:latin typeface="Calibri" panose="020F0502020204030204"/>
                <a:ea typeface="宋体" panose="02010600030101010101" pitchFamily="2" charset="-122"/>
              </a:rPr>
              <a:t>模板：</a:t>
            </a:r>
            <a:r>
              <a:rPr lang="en-US" altLang="zh-CN" sz="100">
                <a:solidFill>
                  <a:prstClr val="black"/>
                </a:solidFill>
                <a:latin typeface="Calibri" panose="020F0502020204030204"/>
                <a:ea typeface="宋体" panose="02010600030101010101" pitchFamily="2" charset="-122"/>
              </a:rPr>
              <a:t>www.1ppt.com/jieri/          PPT</a:t>
            </a:r>
            <a:r>
              <a:rPr lang="zh-CN" altLang="en-US" sz="100">
                <a:solidFill>
                  <a:prstClr val="black"/>
                </a:solidFill>
                <a:latin typeface="Calibri" panose="020F0502020204030204"/>
                <a:ea typeface="宋体" panose="02010600030101010101" pitchFamily="2" charset="-122"/>
              </a:rPr>
              <a:t>素材：</a:t>
            </a:r>
            <a:r>
              <a:rPr lang="en-US" altLang="zh-CN" sz="100">
                <a:solidFill>
                  <a:prstClr val="black"/>
                </a:solidFill>
                <a:latin typeface="Calibri" panose="020F0502020204030204"/>
                <a:ea typeface="宋体" panose="02010600030101010101" pitchFamily="2" charset="-122"/>
              </a:rPr>
              <a:t>www.1ppt.com/sucai/</a:t>
            </a:r>
          </a:p>
          <a:p>
            <a:r>
              <a:rPr lang="en-US" altLang="zh-CN" sz="100">
                <a:solidFill>
                  <a:prstClr val="black"/>
                </a:solidFill>
                <a:latin typeface="Calibri" panose="020F0502020204030204"/>
                <a:ea typeface="宋体" panose="02010600030101010101" pitchFamily="2" charset="-122"/>
              </a:rPr>
              <a:t>PPT</a:t>
            </a:r>
            <a:r>
              <a:rPr lang="zh-CN" altLang="en-US" sz="100">
                <a:solidFill>
                  <a:prstClr val="black"/>
                </a:solidFill>
                <a:latin typeface="Calibri" panose="020F0502020204030204"/>
                <a:ea typeface="宋体" panose="02010600030101010101" pitchFamily="2" charset="-122"/>
              </a:rPr>
              <a:t>背景图片：</a:t>
            </a:r>
            <a:r>
              <a:rPr lang="en-US" altLang="zh-CN" sz="100">
                <a:solidFill>
                  <a:prstClr val="black"/>
                </a:solidFill>
                <a:latin typeface="Calibri" panose="020F0502020204030204"/>
                <a:ea typeface="宋体" panose="02010600030101010101" pitchFamily="2" charset="-122"/>
              </a:rPr>
              <a:t>www.1ppt.com/beijing/        PPT</a:t>
            </a:r>
            <a:r>
              <a:rPr lang="zh-CN" altLang="en-US" sz="100">
                <a:solidFill>
                  <a:prstClr val="black"/>
                </a:solidFill>
                <a:latin typeface="Calibri" panose="020F0502020204030204"/>
                <a:ea typeface="宋体" panose="02010600030101010101" pitchFamily="2" charset="-122"/>
              </a:rPr>
              <a:t>图表：</a:t>
            </a:r>
            <a:r>
              <a:rPr lang="en-US" altLang="zh-CN" sz="100">
                <a:solidFill>
                  <a:prstClr val="black"/>
                </a:solidFill>
                <a:latin typeface="Calibri" panose="020F0502020204030204"/>
                <a:ea typeface="宋体" panose="02010600030101010101" pitchFamily="2" charset="-122"/>
              </a:rPr>
              <a:t>www.1ppt.com/tubiao/      </a:t>
            </a:r>
          </a:p>
          <a:p>
            <a:r>
              <a:rPr lang="zh-CN" altLang="en-US" sz="100">
                <a:solidFill>
                  <a:prstClr val="black"/>
                </a:solidFill>
                <a:latin typeface="Calibri" panose="020F0502020204030204"/>
                <a:ea typeface="宋体" panose="02010600030101010101" pitchFamily="2" charset="-122"/>
              </a:rPr>
              <a:t>精美</a:t>
            </a:r>
            <a:r>
              <a:rPr lang="en-US" altLang="zh-CN" sz="100">
                <a:solidFill>
                  <a:prstClr val="black"/>
                </a:solidFill>
                <a:latin typeface="Calibri" panose="020F0502020204030204"/>
                <a:ea typeface="宋体" panose="02010600030101010101" pitchFamily="2" charset="-122"/>
              </a:rPr>
              <a:t>PPT</a:t>
            </a:r>
            <a:r>
              <a:rPr lang="zh-CN" altLang="en-US" sz="100">
                <a:solidFill>
                  <a:prstClr val="black"/>
                </a:solidFill>
                <a:latin typeface="Calibri" panose="020F0502020204030204"/>
                <a:ea typeface="宋体" panose="02010600030101010101" pitchFamily="2" charset="-122"/>
              </a:rPr>
              <a:t>下载：</a:t>
            </a:r>
            <a:r>
              <a:rPr lang="en-US" altLang="zh-CN" sz="100">
                <a:solidFill>
                  <a:prstClr val="black"/>
                </a:solidFill>
                <a:latin typeface="Calibri" panose="020F0502020204030204"/>
                <a:ea typeface="宋体" panose="02010600030101010101" pitchFamily="2" charset="-122"/>
              </a:rPr>
              <a:t>www.1ppt.com/xiazai/         PPT</a:t>
            </a:r>
            <a:r>
              <a:rPr lang="zh-CN" altLang="en-US" sz="100">
                <a:solidFill>
                  <a:prstClr val="black"/>
                </a:solidFill>
                <a:latin typeface="Calibri" panose="020F0502020204030204"/>
                <a:ea typeface="宋体" panose="02010600030101010101" pitchFamily="2" charset="-122"/>
              </a:rPr>
              <a:t>教程： </a:t>
            </a:r>
            <a:r>
              <a:rPr lang="en-US" altLang="zh-CN" sz="100">
                <a:solidFill>
                  <a:prstClr val="black"/>
                </a:solidFill>
                <a:latin typeface="Calibri" panose="020F0502020204030204"/>
                <a:ea typeface="宋体" panose="02010600030101010101" pitchFamily="2" charset="-122"/>
              </a:rPr>
              <a:t>www.1ppt.com/powerpoint/      </a:t>
            </a:r>
          </a:p>
          <a:p>
            <a:r>
              <a:rPr lang="en-US" altLang="zh-CN" sz="100">
                <a:solidFill>
                  <a:prstClr val="black"/>
                </a:solidFill>
                <a:latin typeface="Calibri" panose="020F0502020204030204"/>
                <a:ea typeface="宋体" panose="02010600030101010101" pitchFamily="2" charset="-122"/>
              </a:rPr>
              <a:t>PPT</a:t>
            </a:r>
            <a:r>
              <a:rPr lang="zh-CN" altLang="en-US" sz="100">
                <a:solidFill>
                  <a:prstClr val="black"/>
                </a:solidFill>
                <a:latin typeface="Calibri" panose="020F0502020204030204"/>
                <a:ea typeface="宋体" panose="02010600030101010101" pitchFamily="2" charset="-122"/>
              </a:rPr>
              <a:t>课件：</a:t>
            </a:r>
            <a:r>
              <a:rPr lang="en-US" altLang="zh-CN" sz="100">
                <a:solidFill>
                  <a:prstClr val="black"/>
                </a:solidFill>
                <a:latin typeface="Calibri" panose="020F0502020204030204"/>
                <a:ea typeface="宋体" panose="02010600030101010101" pitchFamily="2" charset="-122"/>
              </a:rPr>
              <a:t>www.1ppt.com/kejian/             </a:t>
            </a:r>
            <a:r>
              <a:rPr lang="zh-CN" altLang="en-US" sz="100">
                <a:solidFill>
                  <a:prstClr val="black"/>
                </a:solidFill>
                <a:latin typeface="Calibri" panose="020F0502020204030204"/>
                <a:ea typeface="宋体" panose="02010600030101010101" pitchFamily="2" charset="-122"/>
              </a:rPr>
              <a:t>字体下载：</a:t>
            </a:r>
            <a:r>
              <a:rPr lang="en-US" altLang="zh-CN" sz="100">
                <a:solidFill>
                  <a:prstClr val="black"/>
                </a:solidFill>
                <a:latin typeface="Calibri" panose="020F0502020204030204"/>
                <a:ea typeface="宋体" panose="02010600030101010101" pitchFamily="2" charset="-122"/>
              </a:rPr>
              <a:t>www.1ppt.com/ziti/</a:t>
            </a:r>
          </a:p>
          <a:p>
            <a:r>
              <a:rPr lang="zh-CN" altLang="en-US" sz="100">
                <a:solidFill>
                  <a:prstClr val="black"/>
                </a:solidFill>
                <a:latin typeface="Calibri" panose="020F0502020204030204"/>
                <a:ea typeface="宋体" panose="02010600030101010101" pitchFamily="2" charset="-122"/>
              </a:rPr>
              <a:t>工作总结</a:t>
            </a:r>
            <a:r>
              <a:rPr lang="en-US" altLang="zh-CN" sz="100">
                <a:solidFill>
                  <a:prstClr val="black"/>
                </a:solidFill>
                <a:latin typeface="Calibri" panose="020F0502020204030204"/>
                <a:ea typeface="宋体" panose="02010600030101010101" pitchFamily="2" charset="-122"/>
              </a:rPr>
              <a:t>PPT</a:t>
            </a:r>
            <a:r>
              <a:rPr lang="zh-CN" altLang="en-US" sz="100">
                <a:solidFill>
                  <a:prstClr val="black"/>
                </a:solidFill>
                <a:latin typeface="Calibri" panose="020F0502020204030204"/>
                <a:ea typeface="宋体" panose="02010600030101010101" pitchFamily="2" charset="-122"/>
              </a:rPr>
              <a:t>：</a:t>
            </a:r>
            <a:r>
              <a:rPr lang="en-US" altLang="zh-CN" sz="100">
                <a:solidFill>
                  <a:prstClr val="black"/>
                </a:solidFill>
                <a:latin typeface="Calibri" panose="020F0502020204030204"/>
                <a:ea typeface="宋体" panose="02010600030101010101" pitchFamily="2" charset="-122"/>
              </a:rPr>
              <a:t>www.1ppt.com/xiazai/zongjie/ </a:t>
            </a:r>
            <a:r>
              <a:rPr lang="zh-CN" altLang="en-US" sz="100">
                <a:solidFill>
                  <a:prstClr val="black"/>
                </a:solidFill>
                <a:latin typeface="Calibri" panose="020F0502020204030204"/>
                <a:ea typeface="宋体" panose="02010600030101010101" pitchFamily="2" charset="-122"/>
              </a:rPr>
              <a:t>工作计划：</a:t>
            </a:r>
            <a:r>
              <a:rPr lang="en-US" altLang="zh-CN" sz="100">
                <a:solidFill>
                  <a:prstClr val="black"/>
                </a:solidFill>
                <a:latin typeface="Calibri" panose="020F0502020204030204"/>
                <a:ea typeface="宋体" panose="02010600030101010101" pitchFamily="2" charset="-122"/>
              </a:rPr>
              <a:t>www.1ppt.com/xiazai/jihua/</a:t>
            </a:r>
          </a:p>
          <a:p>
            <a:r>
              <a:rPr lang="zh-CN" altLang="en-US" sz="100">
                <a:solidFill>
                  <a:prstClr val="black"/>
                </a:solidFill>
                <a:latin typeface="Calibri" panose="020F0502020204030204"/>
                <a:ea typeface="宋体" panose="02010600030101010101" pitchFamily="2" charset="-122"/>
              </a:rPr>
              <a:t>商务</a:t>
            </a:r>
            <a:r>
              <a:rPr lang="en-US" altLang="zh-CN" sz="100">
                <a:solidFill>
                  <a:prstClr val="black"/>
                </a:solidFill>
                <a:latin typeface="Calibri" panose="020F0502020204030204"/>
                <a:ea typeface="宋体" panose="02010600030101010101" pitchFamily="2" charset="-122"/>
              </a:rPr>
              <a:t>PPT</a:t>
            </a:r>
            <a:r>
              <a:rPr lang="zh-CN" altLang="en-US" sz="100">
                <a:solidFill>
                  <a:prstClr val="black"/>
                </a:solidFill>
                <a:latin typeface="Calibri" panose="020F0502020204030204"/>
                <a:ea typeface="宋体" panose="02010600030101010101" pitchFamily="2" charset="-122"/>
              </a:rPr>
              <a:t>模板：</a:t>
            </a:r>
            <a:r>
              <a:rPr lang="en-US" altLang="zh-CN" sz="100">
                <a:solidFill>
                  <a:prstClr val="black"/>
                </a:solidFill>
                <a:latin typeface="Calibri" panose="020F0502020204030204"/>
                <a:ea typeface="宋体" panose="02010600030101010101" pitchFamily="2" charset="-122"/>
              </a:rPr>
              <a:t>www.1ppt.com/moban/shangwu/  </a:t>
            </a:r>
            <a:r>
              <a:rPr lang="zh-CN" altLang="en-US" sz="100">
                <a:solidFill>
                  <a:prstClr val="black"/>
                </a:solidFill>
                <a:latin typeface="Calibri" panose="020F0502020204030204"/>
                <a:ea typeface="宋体" panose="02010600030101010101" pitchFamily="2" charset="-122"/>
              </a:rPr>
              <a:t>个人简历</a:t>
            </a:r>
            <a:r>
              <a:rPr lang="en-US" altLang="zh-CN" sz="100">
                <a:solidFill>
                  <a:prstClr val="black"/>
                </a:solidFill>
                <a:latin typeface="Calibri" panose="020F0502020204030204"/>
                <a:ea typeface="宋体" panose="02010600030101010101" pitchFamily="2" charset="-122"/>
              </a:rPr>
              <a:t>PPT</a:t>
            </a:r>
            <a:r>
              <a:rPr lang="zh-CN" altLang="en-US" sz="100">
                <a:solidFill>
                  <a:prstClr val="black"/>
                </a:solidFill>
                <a:latin typeface="Calibri" panose="020F0502020204030204"/>
                <a:ea typeface="宋体" panose="02010600030101010101" pitchFamily="2" charset="-122"/>
              </a:rPr>
              <a:t>：</a:t>
            </a:r>
            <a:r>
              <a:rPr lang="en-US" altLang="zh-CN" sz="100">
                <a:solidFill>
                  <a:prstClr val="black"/>
                </a:solidFill>
                <a:latin typeface="Calibri" panose="020F0502020204030204"/>
                <a:ea typeface="宋体" panose="02010600030101010101" pitchFamily="2" charset="-122"/>
              </a:rPr>
              <a:t>www.1ppt.com/xiazai/jianli/  </a:t>
            </a:r>
          </a:p>
          <a:p>
            <a:r>
              <a:rPr lang="zh-CN" altLang="en-US" sz="100">
                <a:solidFill>
                  <a:prstClr val="black"/>
                </a:solidFill>
                <a:latin typeface="Calibri" panose="020F0502020204030204"/>
                <a:ea typeface="宋体" panose="02010600030101010101" pitchFamily="2" charset="-122"/>
              </a:rPr>
              <a:t>毕业答辩</a:t>
            </a:r>
            <a:r>
              <a:rPr lang="en-US" altLang="zh-CN" sz="100">
                <a:solidFill>
                  <a:prstClr val="black"/>
                </a:solidFill>
                <a:latin typeface="Calibri" panose="020F0502020204030204"/>
                <a:ea typeface="宋体" panose="02010600030101010101" pitchFamily="2" charset="-122"/>
              </a:rPr>
              <a:t>PPT</a:t>
            </a:r>
            <a:r>
              <a:rPr lang="zh-CN" altLang="en-US" sz="100">
                <a:solidFill>
                  <a:prstClr val="black"/>
                </a:solidFill>
                <a:latin typeface="Calibri" panose="020F0502020204030204"/>
                <a:ea typeface="宋体" panose="02010600030101010101" pitchFamily="2" charset="-122"/>
              </a:rPr>
              <a:t>：</a:t>
            </a:r>
            <a:r>
              <a:rPr lang="en-US" altLang="zh-CN" sz="100">
                <a:solidFill>
                  <a:prstClr val="black"/>
                </a:solidFill>
                <a:latin typeface="Calibri" panose="020F0502020204030204"/>
                <a:ea typeface="宋体" panose="02010600030101010101" pitchFamily="2" charset="-122"/>
              </a:rPr>
              <a:t>www.1ppt.com/xiazai/dabian/  </a:t>
            </a:r>
            <a:r>
              <a:rPr lang="zh-CN" altLang="en-US" sz="100">
                <a:solidFill>
                  <a:prstClr val="black"/>
                </a:solidFill>
                <a:latin typeface="Calibri" panose="020F0502020204030204"/>
                <a:ea typeface="宋体" panose="02010600030101010101" pitchFamily="2" charset="-122"/>
              </a:rPr>
              <a:t>工作汇报</a:t>
            </a:r>
            <a:r>
              <a:rPr lang="en-US" altLang="zh-CN" sz="100">
                <a:solidFill>
                  <a:prstClr val="black"/>
                </a:solidFill>
                <a:latin typeface="Calibri" panose="020F0502020204030204"/>
                <a:ea typeface="宋体" panose="02010600030101010101" pitchFamily="2" charset="-122"/>
              </a:rPr>
              <a:t>PPT</a:t>
            </a:r>
            <a:r>
              <a:rPr lang="zh-CN" altLang="en-US" sz="100">
                <a:solidFill>
                  <a:prstClr val="black"/>
                </a:solidFill>
                <a:latin typeface="Calibri" panose="020F0502020204030204"/>
                <a:ea typeface="宋体" panose="02010600030101010101" pitchFamily="2" charset="-122"/>
              </a:rPr>
              <a:t>：</a:t>
            </a:r>
            <a:r>
              <a:rPr lang="en-US" altLang="zh-CN" sz="100">
                <a:solidFill>
                  <a:prstClr val="black"/>
                </a:solidFill>
                <a:latin typeface="Calibri" panose="020F0502020204030204"/>
                <a:ea typeface="宋体" panose="02010600030101010101" pitchFamily="2" charset="-122"/>
              </a:rPr>
              <a:t>www.1ppt.com/xiazai/huibao/    </a:t>
            </a:r>
          </a:p>
          <a:p>
            <a:r>
              <a:rPr lang="en-US" altLang="zh-CN" sz="100">
                <a:solidFill>
                  <a:prstClr val="black"/>
                </a:solidFill>
                <a:latin typeface="Calibri" panose="020F0502020204030204"/>
                <a:ea typeface="宋体" panose="02010600030101010101" pitchFamily="2" charset="-122"/>
              </a:rPr>
              <a:t> </a:t>
            </a:r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bg>
      <p:bgPr>
        <a:blipFill dpi="0" rotWithShape="1">
          <a:blip r:embed="rId2">
            <a:lum/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>
            <a:fillRect l="-52000" r="-52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B43034-5666-4088-908E-90BF970F5519}" type="datetimeFigureOut">
              <a:rPr lang="zh-CN" altLang="en-US" smtClean="0"/>
              <a:t>2023/7/23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AA8925-78AA-4D71-A293-67AA713F8EE9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bg>
      <p:bgPr>
        <a:blipFill dpi="0" rotWithShape="1">
          <a:blip r:embed="rId2">
            <a:lum/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>
            <a:fillRect l="-52000" r="-52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B43034-5666-4088-908E-90BF970F5519}" type="datetimeFigureOut">
              <a:rPr lang="zh-CN" altLang="en-US" smtClean="0"/>
              <a:t>2023/7/23</a:t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AA8925-78AA-4D71-A293-67AA713F8EE9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bg>
      <p:bgPr>
        <a:blipFill dpi="0" rotWithShape="1">
          <a:blip r:embed="rId2">
            <a:lum/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>
            <a:fillRect l="-52000" r="-52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31863" y="960014"/>
            <a:ext cx="3426883" cy="3360050"/>
          </a:xfrm>
        </p:spPr>
        <p:txBody>
          <a:bodyPr anchor="b"/>
          <a:lstStyle>
            <a:lvl1pPr>
              <a:defRPr sz="279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517068" y="2073365"/>
            <a:ext cx="5378976" cy="10233485"/>
          </a:xfrm>
        </p:spPr>
        <p:txBody>
          <a:bodyPr/>
          <a:lstStyle>
            <a:lvl1pPr>
              <a:defRPr sz="2790"/>
            </a:lvl1pPr>
            <a:lvl2pPr>
              <a:defRPr sz="2440"/>
            </a:lvl2pPr>
            <a:lvl3pPr>
              <a:defRPr sz="2090"/>
            </a:lvl3pPr>
            <a:lvl4pPr>
              <a:defRPr sz="1745"/>
            </a:lvl4pPr>
            <a:lvl5pPr>
              <a:defRPr sz="1745"/>
            </a:lvl5pPr>
            <a:lvl6pPr>
              <a:defRPr sz="1745"/>
            </a:lvl6pPr>
            <a:lvl7pPr>
              <a:defRPr sz="1745"/>
            </a:lvl7pPr>
            <a:lvl8pPr>
              <a:defRPr sz="1745"/>
            </a:lvl8pPr>
            <a:lvl9pPr>
              <a:defRPr sz="1745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731863" y="4320064"/>
            <a:ext cx="3426883" cy="8003453"/>
          </a:xfrm>
        </p:spPr>
        <p:txBody>
          <a:bodyPr/>
          <a:lstStyle>
            <a:lvl1pPr marL="0" indent="0">
              <a:buNone/>
              <a:defRPr sz="1395"/>
            </a:lvl1pPr>
            <a:lvl2pPr marL="398145" indent="0">
              <a:buNone/>
              <a:defRPr sz="1220"/>
            </a:lvl2pPr>
            <a:lvl3pPr marL="796925" indent="0">
              <a:buNone/>
              <a:defRPr sz="1045"/>
            </a:lvl3pPr>
            <a:lvl4pPr marL="1195070" indent="0">
              <a:buNone/>
              <a:defRPr sz="870"/>
            </a:lvl4pPr>
            <a:lvl5pPr marL="1593850" indent="0">
              <a:buNone/>
              <a:defRPr sz="870"/>
            </a:lvl5pPr>
            <a:lvl6pPr marL="1991995" indent="0">
              <a:buNone/>
              <a:defRPr sz="870"/>
            </a:lvl6pPr>
            <a:lvl7pPr marL="2390775" indent="0">
              <a:buNone/>
              <a:defRPr sz="870"/>
            </a:lvl7pPr>
            <a:lvl8pPr marL="2788920" indent="0">
              <a:buNone/>
              <a:defRPr sz="870"/>
            </a:lvl8pPr>
            <a:lvl9pPr marL="3187700" indent="0">
              <a:buNone/>
              <a:defRPr sz="87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B43034-5666-4088-908E-90BF970F5519}" type="datetimeFigureOut">
              <a:rPr lang="zh-CN" altLang="en-US" smtClean="0"/>
              <a:t>2023/7/23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AA8925-78AA-4D71-A293-67AA713F8EE9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bg>
      <p:bgPr>
        <a:blipFill dpi="0" rotWithShape="1">
          <a:blip r:embed="rId2">
            <a:lum/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>
            <a:fillRect l="-52000" r="-52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31863" y="960014"/>
            <a:ext cx="3426883" cy="3360050"/>
          </a:xfrm>
        </p:spPr>
        <p:txBody>
          <a:bodyPr anchor="b"/>
          <a:lstStyle>
            <a:lvl1pPr>
              <a:defRPr sz="279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4517068" y="2073365"/>
            <a:ext cx="5378976" cy="10233485"/>
          </a:xfrm>
        </p:spPr>
        <p:txBody>
          <a:bodyPr/>
          <a:lstStyle>
            <a:lvl1pPr marL="0" indent="0">
              <a:buNone/>
              <a:defRPr sz="2790"/>
            </a:lvl1pPr>
            <a:lvl2pPr marL="398145" indent="0">
              <a:buNone/>
              <a:defRPr sz="2440"/>
            </a:lvl2pPr>
            <a:lvl3pPr marL="796925" indent="0">
              <a:buNone/>
              <a:defRPr sz="2090"/>
            </a:lvl3pPr>
            <a:lvl4pPr marL="1195070" indent="0">
              <a:buNone/>
              <a:defRPr sz="1745"/>
            </a:lvl4pPr>
            <a:lvl5pPr marL="1593850" indent="0">
              <a:buNone/>
              <a:defRPr sz="1745"/>
            </a:lvl5pPr>
            <a:lvl6pPr marL="1991995" indent="0">
              <a:buNone/>
              <a:defRPr sz="1745"/>
            </a:lvl6pPr>
            <a:lvl7pPr marL="2390775" indent="0">
              <a:buNone/>
              <a:defRPr sz="1745"/>
            </a:lvl7pPr>
            <a:lvl8pPr marL="2788920" indent="0">
              <a:buNone/>
              <a:defRPr sz="1745"/>
            </a:lvl8pPr>
            <a:lvl9pPr marL="3187700" indent="0">
              <a:buNone/>
              <a:defRPr sz="1745"/>
            </a:lvl9pPr>
          </a:lstStyle>
          <a:p>
            <a:r>
              <a:rPr lang="zh-CN" altLang="en-US"/>
              <a:t>单击图标添加图片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731863" y="4320064"/>
            <a:ext cx="3426883" cy="8003453"/>
          </a:xfrm>
        </p:spPr>
        <p:txBody>
          <a:bodyPr/>
          <a:lstStyle>
            <a:lvl1pPr marL="0" indent="0">
              <a:buNone/>
              <a:defRPr sz="1395"/>
            </a:lvl1pPr>
            <a:lvl2pPr marL="398145" indent="0">
              <a:buNone/>
              <a:defRPr sz="1220"/>
            </a:lvl2pPr>
            <a:lvl3pPr marL="796925" indent="0">
              <a:buNone/>
              <a:defRPr sz="1045"/>
            </a:lvl3pPr>
            <a:lvl4pPr marL="1195070" indent="0">
              <a:buNone/>
              <a:defRPr sz="870"/>
            </a:lvl4pPr>
            <a:lvl5pPr marL="1593850" indent="0">
              <a:buNone/>
              <a:defRPr sz="870"/>
            </a:lvl5pPr>
            <a:lvl6pPr marL="1991995" indent="0">
              <a:buNone/>
              <a:defRPr sz="870"/>
            </a:lvl6pPr>
            <a:lvl7pPr marL="2390775" indent="0">
              <a:buNone/>
              <a:defRPr sz="870"/>
            </a:lvl7pPr>
            <a:lvl8pPr marL="2788920" indent="0">
              <a:buNone/>
              <a:defRPr sz="870"/>
            </a:lvl8pPr>
            <a:lvl9pPr marL="3187700" indent="0">
              <a:buNone/>
              <a:defRPr sz="87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B43034-5666-4088-908E-90BF970F5519}" type="datetimeFigureOut">
              <a:rPr lang="zh-CN" altLang="en-US" smtClean="0"/>
              <a:t>2023/7/23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AA8925-78AA-4D71-A293-67AA713F8EE9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bg>
      <p:bgPr>
        <a:blipFill dpi="0" rotWithShape="1">
          <a:blip r:embed="rId2">
            <a:lum/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>
            <a:fillRect l="-52000" r="-52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B43034-5666-4088-908E-90BF970F5519}" type="datetimeFigureOut">
              <a:rPr lang="zh-CN" altLang="en-US" smtClean="0"/>
              <a:t>2023/7/23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AA8925-78AA-4D71-A293-67AA713F8EE9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bg>
      <p:bgPr>
        <a:blipFill dpi="0" rotWithShape="1">
          <a:blip r:embed="rId2">
            <a:lum/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>
            <a:fillRect l="-52000" r="-52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7603615" y="766678"/>
            <a:ext cx="2291045" cy="12203515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730478" y="766678"/>
            <a:ext cx="6740322" cy="12203515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B43034-5666-4088-908E-90BF970F5519}" type="datetimeFigureOut">
              <a:rPr lang="zh-CN" altLang="en-US" smtClean="0"/>
              <a:t>2023/7/23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AA8925-78AA-4D71-A293-67AA713F8EE9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microsoft.com/office/2007/relationships/hdphoto" Target="../media/hdphoto1.wdp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image" Target="../media/image3.png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2.svg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16" Type="http://schemas.microsoft.com/office/2007/relationships/hdphoto" Target="../media/hdphoto1.wdp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5" Type="http://schemas.openxmlformats.org/officeDocument/2006/relationships/image" Target="../media/image3.png"/><Relationship Id="rId10" Type="http://schemas.openxmlformats.org/officeDocument/2006/relationships/slideLayout" Target="../slideLayouts/slideLayout21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Relationship Id="rId14" Type="http://schemas.openxmlformats.org/officeDocument/2006/relationships/image" Target="../media/image2.sv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3">
            <a:lum/>
            <a:extLst>
              <a:ext uri="{96DAC541-7B7A-43D3-8B79-37D633B846F1}">
                <asvg:svgBlip xmlns:asvg="http://schemas.microsoft.com/office/drawing/2016/SVG/main" r:embed="rId14"/>
              </a:ext>
            </a:extLst>
          </a:blip>
          <a:srcRect/>
          <a:stretch>
            <a:fillRect l="-52000" r="-52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730478" y="766679"/>
            <a:ext cx="9164182" cy="278337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730478" y="3833390"/>
            <a:ext cx="9164182" cy="913680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730478" y="13346865"/>
            <a:ext cx="2390656" cy="76667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45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7B43034-5666-4088-908E-90BF970F5519}" type="datetimeFigureOut">
              <a:rPr lang="zh-CN" altLang="en-US" smtClean="0"/>
              <a:t>2023/7/23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3519577" y="13346865"/>
            <a:ext cx="3585984" cy="76667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045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7504004" y="13346865"/>
            <a:ext cx="2390656" cy="76667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45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5AA8925-78AA-4D71-A293-67AA713F8EE9}" type="slidenum">
              <a:rPr lang="zh-CN" altLang="en-US" smtClean="0"/>
              <a:t>‹#›</a:t>
            </a:fld>
            <a:endParaRPr lang="zh-CN" altLang="en-US"/>
          </a:p>
        </p:txBody>
      </p:sp>
      <p:pic>
        <p:nvPicPr>
          <p:cNvPr id="10" name="图片 9" descr="图标&#10;&#10;描述已自动生成"/>
          <p:cNvPicPr>
            <a:picLocks noChangeAspect="1"/>
          </p:cNvPicPr>
          <p:nvPr userDrawn="1"/>
        </p:nvPicPr>
        <p:blipFill>
          <a:blip r:embed="rId15" cstate="print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BEBA8EAE-BF5A-486C-A8C5-ECC9F3942E4B}">
                <a14:imgProps xmlns:a14="http://schemas.microsoft.com/office/drawing/2010/main">
                  <a14:imgLayer r:embed="rId16">
                    <a14:imgEffect>
                      <a14:saturation sat="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22657" y="160559"/>
            <a:ext cx="458896" cy="458896"/>
          </a:xfrm>
          <a:prstGeom prst="rect">
            <a:avLst/>
          </a:prstGeom>
        </p:spPr>
      </p:pic>
      <p:sp>
        <p:nvSpPr>
          <p:cNvPr id="11" name="文本框 10"/>
          <p:cNvSpPr txBox="1"/>
          <p:nvPr userDrawn="1"/>
        </p:nvSpPr>
        <p:spPr>
          <a:xfrm>
            <a:off x="659041" y="213096"/>
            <a:ext cx="1563248" cy="369332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r>
              <a:rPr lang="en-US" altLang="zh-CN" sz="1800">
                <a:solidFill>
                  <a:schemeClr val="bg1"/>
                </a:solidFill>
                <a:effectLst>
                  <a:reflection blurRad="6350" stA="55000" endA="50" endPos="85000" dist="29997" dir="5400000" sy="-100000" algn="bl" rotWithShape="0"/>
                </a:effectLst>
                <a:latin typeface="华文琥珀" panose="02010800040101010101" pitchFamily="2" charset="-122"/>
                <a:ea typeface="华文琥珀" panose="02010800040101010101" pitchFamily="2" charset="-122"/>
              </a:rPr>
              <a:t>@</a:t>
            </a:r>
            <a:r>
              <a:rPr lang="zh-CN" altLang="en-US" sz="1800">
                <a:solidFill>
                  <a:schemeClr val="bg1"/>
                </a:solidFill>
                <a:effectLst>
                  <a:reflection blurRad="6350" stA="55000" endA="50" endPos="85000" dist="29997" dir="5400000" sy="-100000" algn="bl" rotWithShape="0"/>
                </a:effectLst>
                <a:latin typeface="华文琥珀" panose="02010800040101010101" pitchFamily="2" charset="-122"/>
                <a:ea typeface="华文琥珀" panose="02010800040101010101" pitchFamily="2" charset="-122"/>
              </a:rPr>
              <a:t>阿西拜</a:t>
            </a:r>
            <a:r>
              <a:rPr lang="en-US" altLang="zh-CN" sz="1800">
                <a:solidFill>
                  <a:schemeClr val="bg1"/>
                </a:solidFill>
                <a:effectLst>
                  <a:reflection blurRad="6350" stA="55000" endA="50" endPos="85000" dist="29997" dir="5400000" sy="-100000" algn="bl" rotWithShape="0"/>
                </a:effectLst>
                <a:latin typeface="华文琥珀" panose="02010800040101010101" pitchFamily="2" charset="-122"/>
                <a:ea typeface="华文琥珀" panose="02010800040101010101" pitchFamily="2" charset="-122"/>
              </a:rPr>
              <a:t>-</a:t>
            </a:r>
            <a:r>
              <a:rPr lang="zh-CN" altLang="en-US" sz="1800">
                <a:solidFill>
                  <a:schemeClr val="bg1"/>
                </a:solidFill>
                <a:effectLst>
                  <a:reflection blurRad="6350" stA="55000" endA="50" endPos="85000" dist="29997" dir="5400000" sy="-100000" algn="bl" rotWithShape="0"/>
                </a:effectLst>
                <a:latin typeface="华文琥珀" panose="02010800040101010101" pitchFamily="2" charset="-122"/>
                <a:ea typeface="华文琥珀" panose="02010800040101010101" pitchFamily="2" charset="-122"/>
              </a:rPr>
              <a:t>南昌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796925" rtl="0" eaLnBrk="1" latinLnBrk="0" hangingPunct="1">
        <a:lnSpc>
          <a:spcPct val="90000"/>
        </a:lnSpc>
        <a:spcBef>
          <a:spcPct val="0"/>
        </a:spcBef>
        <a:buNone/>
        <a:defRPr sz="3835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99390" indent="-199390" algn="l" defTabSz="796925" rtl="0" eaLnBrk="1" latinLnBrk="0" hangingPunct="1">
        <a:lnSpc>
          <a:spcPct val="90000"/>
        </a:lnSpc>
        <a:spcBef>
          <a:spcPts val="870"/>
        </a:spcBef>
        <a:buFont typeface="Arial" panose="020B0604020202020204" pitchFamily="34" charset="0"/>
        <a:buChar char="•"/>
        <a:defRPr sz="2440" kern="1200">
          <a:solidFill>
            <a:schemeClr val="tx1"/>
          </a:solidFill>
          <a:latin typeface="+mn-lt"/>
          <a:ea typeface="+mn-ea"/>
          <a:cs typeface="+mn-cs"/>
        </a:defRPr>
      </a:lvl1pPr>
      <a:lvl2pPr marL="597535" indent="-199390" algn="l" defTabSz="796925" rtl="0" eaLnBrk="1" latinLnBrk="0" hangingPunct="1">
        <a:lnSpc>
          <a:spcPct val="90000"/>
        </a:lnSpc>
        <a:spcBef>
          <a:spcPts val="435"/>
        </a:spcBef>
        <a:buFont typeface="Arial" panose="020B0604020202020204" pitchFamily="34" charset="0"/>
        <a:buChar char="•"/>
        <a:defRPr sz="2090" kern="1200">
          <a:solidFill>
            <a:schemeClr val="tx1"/>
          </a:solidFill>
          <a:latin typeface="+mn-lt"/>
          <a:ea typeface="+mn-ea"/>
          <a:cs typeface="+mn-cs"/>
        </a:defRPr>
      </a:lvl2pPr>
      <a:lvl3pPr marL="996315" indent="-199390" algn="l" defTabSz="796925" rtl="0" eaLnBrk="1" latinLnBrk="0" hangingPunct="1">
        <a:lnSpc>
          <a:spcPct val="90000"/>
        </a:lnSpc>
        <a:spcBef>
          <a:spcPts val="435"/>
        </a:spcBef>
        <a:buFont typeface="Arial" panose="020B0604020202020204" pitchFamily="34" charset="0"/>
        <a:buChar char="•"/>
        <a:defRPr sz="1745" kern="1200">
          <a:solidFill>
            <a:schemeClr val="tx1"/>
          </a:solidFill>
          <a:latin typeface="+mn-lt"/>
          <a:ea typeface="+mn-ea"/>
          <a:cs typeface="+mn-cs"/>
        </a:defRPr>
      </a:lvl3pPr>
      <a:lvl4pPr marL="1394460" indent="-199390" algn="l" defTabSz="796925" rtl="0" eaLnBrk="1" latinLnBrk="0" hangingPunct="1">
        <a:lnSpc>
          <a:spcPct val="90000"/>
        </a:lnSpc>
        <a:spcBef>
          <a:spcPts val="435"/>
        </a:spcBef>
        <a:buFont typeface="Arial" panose="020B0604020202020204" pitchFamily="34" charset="0"/>
        <a:buChar char="•"/>
        <a:defRPr sz="1570" kern="1200">
          <a:solidFill>
            <a:schemeClr val="tx1"/>
          </a:solidFill>
          <a:latin typeface="+mn-lt"/>
          <a:ea typeface="+mn-ea"/>
          <a:cs typeface="+mn-cs"/>
        </a:defRPr>
      </a:lvl4pPr>
      <a:lvl5pPr marL="1793240" indent="-199390" algn="l" defTabSz="796925" rtl="0" eaLnBrk="1" latinLnBrk="0" hangingPunct="1">
        <a:lnSpc>
          <a:spcPct val="90000"/>
        </a:lnSpc>
        <a:spcBef>
          <a:spcPts val="435"/>
        </a:spcBef>
        <a:buFont typeface="Arial" panose="020B0604020202020204" pitchFamily="34" charset="0"/>
        <a:buChar char="•"/>
        <a:defRPr sz="1570" kern="1200">
          <a:solidFill>
            <a:schemeClr val="tx1"/>
          </a:solidFill>
          <a:latin typeface="+mn-lt"/>
          <a:ea typeface="+mn-ea"/>
          <a:cs typeface="+mn-cs"/>
        </a:defRPr>
      </a:lvl5pPr>
      <a:lvl6pPr marL="2191385" indent="-199390" algn="l" defTabSz="796925" rtl="0" eaLnBrk="1" latinLnBrk="0" hangingPunct="1">
        <a:lnSpc>
          <a:spcPct val="90000"/>
        </a:lnSpc>
        <a:spcBef>
          <a:spcPts val="435"/>
        </a:spcBef>
        <a:buFont typeface="Arial" panose="020B0604020202020204" pitchFamily="34" charset="0"/>
        <a:buChar char="•"/>
        <a:defRPr sz="1570" kern="1200">
          <a:solidFill>
            <a:schemeClr val="tx1"/>
          </a:solidFill>
          <a:latin typeface="+mn-lt"/>
          <a:ea typeface="+mn-ea"/>
          <a:cs typeface="+mn-cs"/>
        </a:defRPr>
      </a:lvl6pPr>
      <a:lvl7pPr marL="2590165" indent="-199390" algn="l" defTabSz="796925" rtl="0" eaLnBrk="1" latinLnBrk="0" hangingPunct="1">
        <a:lnSpc>
          <a:spcPct val="90000"/>
        </a:lnSpc>
        <a:spcBef>
          <a:spcPts val="435"/>
        </a:spcBef>
        <a:buFont typeface="Arial" panose="020B0604020202020204" pitchFamily="34" charset="0"/>
        <a:buChar char="•"/>
        <a:defRPr sz="1570" kern="1200">
          <a:solidFill>
            <a:schemeClr val="tx1"/>
          </a:solidFill>
          <a:latin typeface="+mn-lt"/>
          <a:ea typeface="+mn-ea"/>
          <a:cs typeface="+mn-cs"/>
        </a:defRPr>
      </a:lvl7pPr>
      <a:lvl8pPr marL="2988310" indent="-199390" algn="l" defTabSz="796925" rtl="0" eaLnBrk="1" latinLnBrk="0" hangingPunct="1">
        <a:lnSpc>
          <a:spcPct val="90000"/>
        </a:lnSpc>
        <a:spcBef>
          <a:spcPts val="435"/>
        </a:spcBef>
        <a:buFont typeface="Arial" panose="020B0604020202020204" pitchFamily="34" charset="0"/>
        <a:buChar char="•"/>
        <a:defRPr sz="1570" kern="1200">
          <a:solidFill>
            <a:schemeClr val="tx1"/>
          </a:solidFill>
          <a:latin typeface="+mn-lt"/>
          <a:ea typeface="+mn-ea"/>
          <a:cs typeface="+mn-cs"/>
        </a:defRPr>
      </a:lvl8pPr>
      <a:lvl9pPr marL="3387090" indent="-199390" algn="l" defTabSz="796925" rtl="0" eaLnBrk="1" latinLnBrk="0" hangingPunct="1">
        <a:lnSpc>
          <a:spcPct val="90000"/>
        </a:lnSpc>
        <a:spcBef>
          <a:spcPts val="435"/>
        </a:spcBef>
        <a:buFont typeface="Arial" panose="020B0604020202020204" pitchFamily="34" charset="0"/>
        <a:buChar char="•"/>
        <a:defRPr sz="157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796925" rtl="0" eaLnBrk="1" latinLnBrk="0" hangingPunct="1">
        <a:defRPr sz="1570" kern="1200">
          <a:solidFill>
            <a:schemeClr val="tx1"/>
          </a:solidFill>
          <a:latin typeface="+mn-lt"/>
          <a:ea typeface="+mn-ea"/>
          <a:cs typeface="+mn-cs"/>
        </a:defRPr>
      </a:lvl1pPr>
      <a:lvl2pPr marL="398145" algn="l" defTabSz="796925" rtl="0" eaLnBrk="1" latinLnBrk="0" hangingPunct="1">
        <a:defRPr sz="1570" kern="1200">
          <a:solidFill>
            <a:schemeClr val="tx1"/>
          </a:solidFill>
          <a:latin typeface="+mn-lt"/>
          <a:ea typeface="+mn-ea"/>
          <a:cs typeface="+mn-cs"/>
        </a:defRPr>
      </a:lvl2pPr>
      <a:lvl3pPr marL="796925" algn="l" defTabSz="796925" rtl="0" eaLnBrk="1" latinLnBrk="0" hangingPunct="1">
        <a:defRPr sz="1570" kern="1200">
          <a:solidFill>
            <a:schemeClr val="tx1"/>
          </a:solidFill>
          <a:latin typeface="+mn-lt"/>
          <a:ea typeface="+mn-ea"/>
          <a:cs typeface="+mn-cs"/>
        </a:defRPr>
      </a:lvl3pPr>
      <a:lvl4pPr marL="1195070" algn="l" defTabSz="796925" rtl="0" eaLnBrk="1" latinLnBrk="0" hangingPunct="1">
        <a:defRPr sz="1570" kern="1200">
          <a:solidFill>
            <a:schemeClr val="tx1"/>
          </a:solidFill>
          <a:latin typeface="+mn-lt"/>
          <a:ea typeface="+mn-ea"/>
          <a:cs typeface="+mn-cs"/>
        </a:defRPr>
      </a:lvl4pPr>
      <a:lvl5pPr marL="1593850" algn="l" defTabSz="796925" rtl="0" eaLnBrk="1" latinLnBrk="0" hangingPunct="1">
        <a:defRPr sz="1570" kern="1200">
          <a:solidFill>
            <a:schemeClr val="tx1"/>
          </a:solidFill>
          <a:latin typeface="+mn-lt"/>
          <a:ea typeface="+mn-ea"/>
          <a:cs typeface="+mn-cs"/>
        </a:defRPr>
      </a:lvl5pPr>
      <a:lvl6pPr marL="1991995" algn="l" defTabSz="796925" rtl="0" eaLnBrk="1" latinLnBrk="0" hangingPunct="1">
        <a:defRPr sz="1570" kern="1200">
          <a:solidFill>
            <a:schemeClr val="tx1"/>
          </a:solidFill>
          <a:latin typeface="+mn-lt"/>
          <a:ea typeface="+mn-ea"/>
          <a:cs typeface="+mn-cs"/>
        </a:defRPr>
      </a:lvl6pPr>
      <a:lvl7pPr marL="2390775" algn="l" defTabSz="796925" rtl="0" eaLnBrk="1" latinLnBrk="0" hangingPunct="1">
        <a:defRPr sz="1570" kern="1200">
          <a:solidFill>
            <a:schemeClr val="tx1"/>
          </a:solidFill>
          <a:latin typeface="+mn-lt"/>
          <a:ea typeface="+mn-ea"/>
          <a:cs typeface="+mn-cs"/>
        </a:defRPr>
      </a:lvl7pPr>
      <a:lvl8pPr marL="2788920" algn="l" defTabSz="796925" rtl="0" eaLnBrk="1" latinLnBrk="0" hangingPunct="1">
        <a:defRPr sz="1570" kern="1200">
          <a:solidFill>
            <a:schemeClr val="tx1"/>
          </a:solidFill>
          <a:latin typeface="+mn-lt"/>
          <a:ea typeface="+mn-ea"/>
          <a:cs typeface="+mn-cs"/>
        </a:defRPr>
      </a:lvl8pPr>
      <a:lvl9pPr marL="3187700" algn="l" defTabSz="796925" rtl="0" eaLnBrk="1" latinLnBrk="0" hangingPunct="1">
        <a:defRPr sz="157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3">
            <a:lum/>
            <a:extLst>
              <a:ext uri="{96DAC541-7B7A-43D3-8B79-37D633B846F1}">
                <asvg:svgBlip xmlns:asvg="http://schemas.microsoft.com/office/drawing/2016/SVG/main" r:embed="rId14"/>
              </a:ext>
            </a:extLst>
          </a:blip>
          <a:srcRect/>
          <a:stretch>
            <a:fillRect l="-52000" r="-52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730478" y="766679"/>
            <a:ext cx="9164182" cy="278337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730478" y="3833390"/>
            <a:ext cx="9164182" cy="913680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730478" y="13346865"/>
            <a:ext cx="2390656" cy="76667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45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7B43034-5666-4088-908E-90BF970F5519}" type="datetimeFigureOut">
              <a:rPr lang="zh-CN" altLang="en-US" smtClean="0"/>
              <a:t>2023/7/23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3519577" y="13346865"/>
            <a:ext cx="3585984" cy="76667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045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7504004" y="13346865"/>
            <a:ext cx="2390656" cy="76667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45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5AA8925-78AA-4D71-A293-67AA713F8EE9}" type="slidenum">
              <a:rPr lang="zh-CN" altLang="en-US" smtClean="0"/>
              <a:t>‹#›</a:t>
            </a:fld>
            <a:endParaRPr lang="zh-CN" altLang="en-US"/>
          </a:p>
        </p:txBody>
      </p:sp>
      <p:pic>
        <p:nvPicPr>
          <p:cNvPr id="10" name="图片 9" descr="图标&#10;&#10;描述已自动生成"/>
          <p:cNvPicPr>
            <a:picLocks noChangeAspect="1"/>
          </p:cNvPicPr>
          <p:nvPr userDrawn="1"/>
        </p:nvPicPr>
        <p:blipFill>
          <a:blip r:embed="rId15" cstate="print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BEBA8EAE-BF5A-486C-A8C5-ECC9F3942E4B}">
                <a14:imgProps xmlns:a14="http://schemas.microsoft.com/office/drawing/2010/main">
                  <a14:imgLayer r:embed="rId16">
                    <a14:imgEffect>
                      <a14:saturation sat="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69317" y="253896"/>
            <a:ext cx="458896" cy="458896"/>
          </a:xfrm>
          <a:prstGeom prst="rect">
            <a:avLst/>
          </a:prstGeom>
        </p:spPr>
      </p:pic>
      <p:sp>
        <p:nvSpPr>
          <p:cNvPr id="11" name="文本框 10"/>
          <p:cNvSpPr txBox="1"/>
          <p:nvPr userDrawn="1"/>
        </p:nvSpPr>
        <p:spPr>
          <a:xfrm>
            <a:off x="605701" y="306433"/>
            <a:ext cx="1563248" cy="369332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r>
              <a:rPr lang="en-US" altLang="zh-CN" sz="1800">
                <a:solidFill>
                  <a:schemeClr val="bg1"/>
                </a:solidFill>
                <a:effectLst>
                  <a:reflection blurRad="6350" stA="55000" endA="50" endPos="85000" dist="29997" dir="5400000" sy="-100000" algn="bl" rotWithShape="0"/>
                </a:effectLst>
                <a:latin typeface="华文琥珀" panose="02010800040101010101" pitchFamily="2" charset="-122"/>
                <a:ea typeface="华文琥珀" panose="02010800040101010101" pitchFamily="2" charset="-122"/>
              </a:rPr>
              <a:t>@</a:t>
            </a:r>
            <a:r>
              <a:rPr lang="zh-CN" altLang="en-US" sz="1800">
                <a:solidFill>
                  <a:schemeClr val="bg1"/>
                </a:solidFill>
                <a:effectLst>
                  <a:reflection blurRad="6350" stA="55000" endA="50" endPos="85000" dist="29997" dir="5400000" sy="-100000" algn="bl" rotWithShape="0"/>
                </a:effectLst>
                <a:latin typeface="华文琥珀" panose="02010800040101010101" pitchFamily="2" charset="-122"/>
                <a:ea typeface="华文琥珀" panose="02010800040101010101" pitchFamily="2" charset="-122"/>
              </a:rPr>
              <a:t>阿西拜</a:t>
            </a:r>
            <a:r>
              <a:rPr lang="en-US" altLang="zh-CN" sz="1800">
                <a:solidFill>
                  <a:schemeClr val="bg1"/>
                </a:solidFill>
                <a:effectLst>
                  <a:reflection blurRad="6350" stA="55000" endA="50" endPos="85000" dist="29997" dir="5400000" sy="-100000" algn="bl" rotWithShape="0"/>
                </a:effectLst>
                <a:latin typeface="华文琥珀" panose="02010800040101010101" pitchFamily="2" charset="-122"/>
                <a:ea typeface="华文琥珀" panose="02010800040101010101" pitchFamily="2" charset="-122"/>
              </a:rPr>
              <a:t>-</a:t>
            </a:r>
            <a:r>
              <a:rPr lang="zh-CN" altLang="en-US" sz="1800">
                <a:solidFill>
                  <a:schemeClr val="bg1"/>
                </a:solidFill>
                <a:effectLst>
                  <a:reflection blurRad="6350" stA="55000" endA="50" endPos="85000" dist="29997" dir="5400000" sy="-100000" algn="bl" rotWithShape="0"/>
                </a:effectLst>
                <a:latin typeface="华文琥珀" panose="02010800040101010101" pitchFamily="2" charset="-122"/>
                <a:ea typeface="华文琥珀" panose="02010800040101010101" pitchFamily="2" charset="-122"/>
              </a:rPr>
              <a:t>南昌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796925" rtl="0" eaLnBrk="1" latinLnBrk="0" hangingPunct="1">
        <a:lnSpc>
          <a:spcPct val="90000"/>
        </a:lnSpc>
        <a:spcBef>
          <a:spcPct val="0"/>
        </a:spcBef>
        <a:buNone/>
        <a:defRPr sz="3835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99390" indent="-199390" algn="l" defTabSz="796925" rtl="0" eaLnBrk="1" latinLnBrk="0" hangingPunct="1">
        <a:lnSpc>
          <a:spcPct val="90000"/>
        </a:lnSpc>
        <a:spcBef>
          <a:spcPts val="870"/>
        </a:spcBef>
        <a:buFont typeface="Arial" panose="020B0604020202020204" pitchFamily="34" charset="0"/>
        <a:buChar char="•"/>
        <a:defRPr sz="2440" kern="1200">
          <a:solidFill>
            <a:schemeClr val="tx1"/>
          </a:solidFill>
          <a:latin typeface="+mn-lt"/>
          <a:ea typeface="+mn-ea"/>
          <a:cs typeface="+mn-cs"/>
        </a:defRPr>
      </a:lvl1pPr>
      <a:lvl2pPr marL="597535" indent="-199390" algn="l" defTabSz="796925" rtl="0" eaLnBrk="1" latinLnBrk="0" hangingPunct="1">
        <a:lnSpc>
          <a:spcPct val="90000"/>
        </a:lnSpc>
        <a:spcBef>
          <a:spcPts val="435"/>
        </a:spcBef>
        <a:buFont typeface="Arial" panose="020B0604020202020204" pitchFamily="34" charset="0"/>
        <a:buChar char="•"/>
        <a:defRPr sz="2090" kern="1200">
          <a:solidFill>
            <a:schemeClr val="tx1"/>
          </a:solidFill>
          <a:latin typeface="+mn-lt"/>
          <a:ea typeface="+mn-ea"/>
          <a:cs typeface="+mn-cs"/>
        </a:defRPr>
      </a:lvl2pPr>
      <a:lvl3pPr marL="996315" indent="-199390" algn="l" defTabSz="796925" rtl="0" eaLnBrk="1" latinLnBrk="0" hangingPunct="1">
        <a:lnSpc>
          <a:spcPct val="90000"/>
        </a:lnSpc>
        <a:spcBef>
          <a:spcPts val="435"/>
        </a:spcBef>
        <a:buFont typeface="Arial" panose="020B0604020202020204" pitchFamily="34" charset="0"/>
        <a:buChar char="•"/>
        <a:defRPr sz="1745" kern="1200">
          <a:solidFill>
            <a:schemeClr val="tx1"/>
          </a:solidFill>
          <a:latin typeface="+mn-lt"/>
          <a:ea typeface="+mn-ea"/>
          <a:cs typeface="+mn-cs"/>
        </a:defRPr>
      </a:lvl3pPr>
      <a:lvl4pPr marL="1394460" indent="-199390" algn="l" defTabSz="796925" rtl="0" eaLnBrk="1" latinLnBrk="0" hangingPunct="1">
        <a:lnSpc>
          <a:spcPct val="90000"/>
        </a:lnSpc>
        <a:spcBef>
          <a:spcPts val="435"/>
        </a:spcBef>
        <a:buFont typeface="Arial" panose="020B0604020202020204" pitchFamily="34" charset="0"/>
        <a:buChar char="•"/>
        <a:defRPr sz="1570" kern="1200">
          <a:solidFill>
            <a:schemeClr val="tx1"/>
          </a:solidFill>
          <a:latin typeface="+mn-lt"/>
          <a:ea typeface="+mn-ea"/>
          <a:cs typeface="+mn-cs"/>
        </a:defRPr>
      </a:lvl4pPr>
      <a:lvl5pPr marL="1793240" indent="-199390" algn="l" defTabSz="796925" rtl="0" eaLnBrk="1" latinLnBrk="0" hangingPunct="1">
        <a:lnSpc>
          <a:spcPct val="90000"/>
        </a:lnSpc>
        <a:spcBef>
          <a:spcPts val="435"/>
        </a:spcBef>
        <a:buFont typeface="Arial" panose="020B0604020202020204" pitchFamily="34" charset="0"/>
        <a:buChar char="•"/>
        <a:defRPr sz="1570" kern="1200">
          <a:solidFill>
            <a:schemeClr val="tx1"/>
          </a:solidFill>
          <a:latin typeface="+mn-lt"/>
          <a:ea typeface="+mn-ea"/>
          <a:cs typeface="+mn-cs"/>
        </a:defRPr>
      </a:lvl5pPr>
      <a:lvl6pPr marL="2191385" indent="-199390" algn="l" defTabSz="796925" rtl="0" eaLnBrk="1" latinLnBrk="0" hangingPunct="1">
        <a:lnSpc>
          <a:spcPct val="90000"/>
        </a:lnSpc>
        <a:spcBef>
          <a:spcPts val="435"/>
        </a:spcBef>
        <a:buFont typeface="Arial" panose="020B0604020202020204" pitchFamily="34" charset="0"/>
        <a:buChar char="•"/>
        <a:defRPr sz="1570" kern="1200">
          <a:solidFill>
            <a:schemeClr val="tx1"/>
          </a:solidFill>
          <a:latin typeface="+mn-lt"/>
          <a:ea typeface="+mn-ea"/>
          <a:cs typeface="+mn-cs"/>
        </a:defRPr>
      </a:lvl6pPr>
      <a:lvl7pPr marL="2590165" indent="-199390" algn="l" defTabSz="796925" rtl="0" eaLnBrk="1" latinLnBrk="0" hangingPunct="1">
        <a:lnSpc>
          <a:spcPct val="90000"/>
        </a:lnSpc>
        <a:spcBef>
          <a:spcPts val="435"/>
        </a:spcBef>
        <a:buFont typeface="Arial" panose="020B0604020202020204" pitchFamily="34" charset="0"/>
        <a:buChar char="•"/>
        <a:defRPr sz="1570" kern="1200">
          <a:solidFill>
            <a:schemeClr val="tx1"/>
          </a:solidFill>
          <a:latin typeface="+mn-lt"/>
          <a:ea typeface="+mn-ea"/>
          <a:cs typeface="+mn-cs"/>
        </a:defRPr>
      </a:lvl7pPr>
      <a:lvl8pPr marL="2988310" indent="-199390" algn="l" defTabSz="796925" rtl="0" eaLnBrk="1" latinLnBrk="0" hangingPunct="1">
        <a:lnSpc>
          <a:spcPct val="90000"/>
        </a:lnSpc>
        <a:spcBef>
          <a:spcPts val="435"/>
        </a:spcBef>
        <a:buFont typeface="Arial" panose="020B0604020202020204" pitchFamily="34" charset="0"/>
        <a:buChar char="•"/>
        <a:defRPr sz="1570" kern="1200">
          <a:solidFill>
            <a:schemeClr val="tx1"/>
          </a:solidFill>
          <a:latin typeface="+mn-lt"/>
          <a:ea typeface="+mn-ea"/>
          <a:cs typeface="+mn-cs"/>
        </a:defRPr>
      </a:lvl8pPr>
      <a:lvl9pPr marL="3387090" indent="-199390" algn="l" defTabSz="796925" rtl="0" eaLnBrk="1" latinLnBrk="0" hangingPunct="1">
        <a:lnSpc>
          <a:spcPct val="90000"/>
        </a:lnSpc>
        <a:spcBef>
          <a:spcPts val="435"/>
        </a:spcBef>
        <a:buFont typeface="Arial" panose="020B0604020202020204" pitchFamily="34" charset="0"/>
        <a:buChar char="•"/>
        <a:defRPr sz="157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796925" rtl="0" eaLnBrk="1" latinLnBrk="0" hangingPunct="1">
        <a:defRPr sz="1570" kern="1200">
          <a:solidFill>
            <a:schemeClr val="tx1"/>
          </a:solidFill>
          <a:latin typeface="+mn-lt"/>
          <a:ea typeface="+mn-ea"/>
          <a:cs typeface="+mn-cs"/>
        </a:defRPr>
      </a:lvl1pPr>
      <a:lvl2pPr marL="398145" algn="l" defTabSz="796925" rtl="0" eaLnBrk="1" latinLnBrk="0" hangingPunct="1">
        <a:defRPr sz="1570" kern="1200">
          <a:solidFill>
            <a:schemeClr val="tx1"/>
          </a:solidFill>
          <a:latin typeface="+mn-lt"/>
          <a:ea typeface="+mn-ea"/>
          <a:cs typeface="+mn-cs"/>
        </a:defRPr>
      </a:lvl2pPr>
      <a:lvl3pPr marL="796925" algn="l" defTabSz="796925" rtl="0" eaLnBrk="1" latinLnBrk="0" hangingPunct="1">
        <a:defRPr sz="1570" kern="1200">
          <a:solidFill>
            <a:schemeClr val="tx1"/>
          </a:solidFill>
          <a:latin typeface="+mn-lt"/>
          <a:ea typeface="+mn-ea"/>
          <a:cs typeface="+mn-cs"/>
        </a:defRPr>
      </a:lvl3pPr>
      <a:lvl4pPr marL="1195070" algn="l" defTabSz="796925" rtl="0" eaLnBrk="1" latinLnBrk="0" hangingPunct="1">
        <a:defRPr sz="1570" kern="1200">
          <a:solidFill>
            <a:schemeClr val="tx1"/>
          </a:solidFill>
          <a:latin typeface="+mn-lt"/>
          <a:ea typeface="+mn-ea"/>
          <a:cs typeface="+mn-cs"/>
        </a:defRPr>
      </a:lvl4pPr>
      <a:lvl5pPr marL="1593850" algn="l" defTabSz="796925" rtl="0" eaLnBrk="1" latinLnBrk="0" hangingPunct="1">
        <a:defRPr sz="1570" kern="1200">
          <a:solidFill>
            <a:schemeClr val="tx1"/>
          </a:solidFill>
          <a:latin typeface="+mn-lt"/>
          <a:ea typeface="+mn-ea"/>
          <a:cs typeface="+mn-cs"/>
        </a:defRPr>
      </a:lvl5pPr>
      <a:lvl6pPr marL="1991995" algn="l" defTabSz="796925" rtl="0" eaLnBrk="1" latinLnBrk="0" hangingPunct="1">
        <a:defRPr sz="1570" kern="1200">
          <a:solidFill>
            <a:schemeClr val="tx1"/>
          </a:solidFill>
          <a:latin typeface="+mn-lt"/>
          <a:ea typeface="+mn-ea"/>
          <a:cs typeface="+mn-cs"/>
        </a:defRPr>
      </a:lvl6pPr>
      <a:lvl7pPr marL="2390775" algn="l" defTabSz="796925" rtl="0" eaLnBrk="1" latinLnBrk="0" hangingPunct="1">
        <a:defRPr sz="1570" kern="1200">
          <a:solidFill>
            <a:schemeClr val="tx1"/>
          </a:solidFill>
          <a:latin typeface="+mn-lt"/>
          <a:ea typeface="+mn-ea"/>
          <a:cs typeface="+mn-cs"/>
        </a:defRPr>
      </a:lvl7pPr>
      <a:lvl8pPr marL="2788920" algn="l" defTabSz="796925" rtl="0" eaLnBrk="1" latinLnBrk="0" hangingPunct="1">
        <a:defRPr sz="1570" kern="1200">
          <a:solidFill>
            <a:schemeClr val="tx1"/>
          </a:solidFill>
          <a:latin typeface="+mn-lt"/>
          <a:ea typeface="+mn-ea"/>
          <a:cs typeface="+mn-cs"/>
        </a:defRPr>
      </a:lvl8pPr>
      <a:lvl9pPr marL="3187700" algn="l" defTabSz="796925" rtl="0" eaLnBrk="1" latinLnBrk="0" hangingPunct="1">
        <a:defRPr sz="157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3.xml"/><Relationship Id="rId7" Type="http://schemas.openxmlformats.org/officeDocument/2006/relationships/image" Target="../media/image8.png"/><Relationship Id="rId2" Type="http://schemas.openxmlformats.org/officeDocument/2006/relationships/video" Target="../media/media1.mp4"/><Relationship Id="rId1" Type="http://schemas.microsoft.com/office/2007/relationships/media" Target="../media/media1.mp4"/><Relationship Id="rId6" Type="http://schemas.openxmlformats.org/officeDocument/2006/relationships/image" Target="../media/image7.png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13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13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customXml" Target="../ink/ink1.xml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13.xml"/><Relationship Id="rId4" Type="http://schemas.openxmlformats.org/officeDocument/2006/relationships/image" Target="../media/image17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13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5.png"/><Relationship Id="rId4" Type="http://schemas.openxmlformats.org/officeDocument/2006/relationships/image" Target="../media/image14.png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3"/>
          <p:cNvPicPr>
            <a:picLocks noChangeAspect="1"/>
          </p:cNvPicPr>
          <p:nvPr/>
        </p:nvPicPr>
        <p:blipFill rotWithShape="1">
          <a:blip r:embed="rId3" cstate="screen"/>
          <a:srcRect l="3265" t="6325" r="4323" b="12927"/>
          <a:stretch>
            <a:fillRect/>
          </a:stretch>
        </p:blipFill>
        <p:spPr>
          <a:xfrm>
            <a:off x="2191043" y="1088639"/>
            <a:ext cx="6429671" cy="1807419"/>
          </a:xfrm>
          <a:prstGeom prst="rect">
            <a:avLst/>
          </a:prstGeom>
        </p:spPr>
      </p:pic>
      <p:sp>
        <p:nvSpPr>
          <p:cNvPr id="5" name="文本框 4"/>
          <p:cNvSpPr txBox="1"/>
          <p:nvPr/>
        </p:nvSpPr>
        <p:spPr>
          <a:xfrm>
            <a:off x="2441524" y="1358360"/>
            <a:ext cx="6170224" cy="7067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4000" b="1">
                <a:solidFill>
                  <a:schemeClr val="bg1"/>
                </a:solidFill>
                <a:cs typeface="+mn-ea"/>
                <a:sym typeface="+mn-lt"/>
              </a:rPr>
              <a:t>GUI</a:t>
            </a:r>
            <a:r>
              <a:rPr lang="zh-CN" altLang="en-US" sz="4000" b="1">
                <a:solidFill>
                  <a:schemeClr val="bg1"/>
                </a:solidFill>
                <a:cs typeface="+mn-ea"/>
                <a:sym typeface="+mn-lt"/>
              </a:rPr>
              <a:t>初体验</a:t>
            </a:r>
          </a:p>
        </p:txBody>
      </p:sp>
      <p:grpSp>
        <p:nvGrpSpPr>
          <p:cNvPr id="60" name="组合 1274"/>
          <p:cNvGrpSpPr/>
          <p:nvPr/>
        </p:nvGrpSpPr>
        <p:grpSpPr>
          <a:xfrm>
            <a:off x="2441526" y="3237675"/>
            <a:ext cx="338686" cy="261779"/>
            <a:chOff x="5248276" y="1095375"/>
            <a:chExt cx="727075" cy="561976"/>
          </a:xfrm>
        </p:grpSpPr>
        <p:sp>
          <p:nvSpPr>
            <p:cNvPr id="61" name="Freeform 378"/>
            <p:cNvSpPr/>
            <p:nvPr/>
          </p:nvSpPr>
          <p:spPr bwMode="auto">
            <a:xfrm>
              <a:off x="5367339" y="1268413"/>
              <a:ext cx="39688" cy="144463"/>
            </a:xfrm>
            <a:custGeom>
              <a:avLst/>
              <a:gdLst/>
              <a:ahLst/>
              <a:cxnLst>
                <a:cxn ang="0">
                  <a:pos x="90" y="5"/>
                </a:cxn>
                <a:cxn ang="0">
                  <a:pos x="90" y="5"/>
                </a:cxn>
                <a:cxn ang="0">
                  <a:pos x="89" y="17"/>
                </a:cxn>
                <a:cxn ang="0">
                  <a:pos x="87" y="28"/>
                </a:cxn>
                <a:cxn ang="0">
                  <a:pos x="81" y="49"/>
                </a:cxn>
                <a:cxn ang="0">
                  <a:pos x="64" y="89"/>
                </a:cxn>
                <a:cxn ang="0">
                  <a:pos x="64" y="89"/>
                </a:cxn>
                <a:cxn ang="0">
                  <a:pos x="56" y="113"/>
                </a:cxn>
                <a:cxn ang="0">
                  <a:pos x="49" y="136"/>
                </a:cxn>
                <a:cxn ang="0">
                  <a:pos x="36" y="185"/>
                </a:cxn>
                <a:cxn ang="0">
                  <a:pos x="36" y="185"/>
                </a:cxn>
                <a:cxn ang="0">
                  <a:pos x="31" y="207"/>
                </a:cxn>
                <a:cxn ang="0">
                  <a:pos x="26" y="230"/>
                </a:cxn>
                <a:cxn ang="0">
                  <a:pos x="18" y="277"/>
                </a:cxn>
                <a:cxn ang="0">
                  <a:pos x="18" y="277"/>
                </a:cxn>
                <a:cxn ang="0">
                  <a:pos x="13" y="298"/>
                </a:cxn>
                <a:cxn ang="0">
                  <a:pos x="8" y="318"/>
                </a:cxn>
                <a:cxn ang="0">
                  <a:pos x="2" y="339"/>
                </a:cxn>
                <a:cxn ang="0">
                  <a:pos x="1" y="349"/>
                </a:cxn>
                <a:cxn ang="0">
                  <a:pos x="0" y="360"/>
                </a:cxn>
                <a:cxn ang="0">
                  <a:pos x="0" y="360"/>
                </a:cxn>
                <a:cxn ang="0">
                  <a:pos x="0" y="362"/>
                </a:cxn>
                <a:cxn ang="0">
                  <a:pos x="1" y="364"/>
                </a:cxn>
                <a:cxn ang="0">
                  <a:pos x="2" y="365"/>
                </a:cxn>
                <a:cxn ang="0">
                  <a:pos x="5" y="365"/>
                </a:cxn>
                <a:cxn ang="0">
                  <a:pos x="9" y="364"/>
                </a:cxn>
                <a:cxn ang="0">
                  <a:pos x="10" y="362"/>
                </a:cxn>
                <a:cxn ang="0">
                  <a:pos x="10" y="360"/>
                </a:cxn>
                <a:cxn ang="0">
                  <a:pos x="10" y="360"/>
                </a:cxn>
                <a:cxn ang="0">
                  <a:pos x="13" y="349"/>
                </a:cxn>
                <a:cxn ang="0">
                  <a:pos x="15" y="340"/>
                </a:cxn>
                <a:cxn ang="0">
                  <a:pos x="19" y="331"/>
                </a:cxn>
                <a:cxn ang="0">
                  <a:pos x="22" y="322"/>
                </a:cxn>
                <a:cxn ang="0">
                  <a:pos x="31" y="270"/>
                </a:cxn>
                <a:cxn ang="0">
                  <a:pos x="31" y="270"/>
                </a:cxn>
                <a:cxn ang="0">
                  <a:pos x="39" y="223"/>
                </a:cxn>
                <a:cxn ang="0">
                  <a:pos x="49" y="177"/>
                </a:cxn>
                <a:cxn ang="0">
                  <a:pos x="49" y="177"/>
                </a:cxn>
                <a:cxn ang="0">
                  <a:pos x="64" y="128"/>
                </a:cxn>
                <a:cxn ang="0">
                  <a:pos x="79" y="81"/>
                </a:cxn>
                <a:cxn ang="0">
                  <a:pos x="79" y="81"/>
                </a:cxn>
                <a:cxn ang="0">
                  <a:pos x="93" y="45"/>
                </a:cxn>
                <a:cxn ang="0">
                  <a:pos x="99" y="25"/>
                </a:cxn>
                <a:cxn ang="0">
                  <a:pos x="100" y="16"/>
                </a:cxn>
                <a:cxn ang="0">
                  <a:pos x="102" y="5"/>
                </a:cxn>
                <a:cxn ang="0">
                  <a:pos x="102" y="5"/>
                </a:cxn>
                <a:cxn ang="0">
                  <a:pos x="102" y="4"/>
                </a:cxn>
                <a:cxn ang="0">
                  <a:pos x="100" y="1"/>
                </a:cxn>
                <a:cxn ang="0">
                  <a:pos x="99" y="1"/>
                </a:cxn>
                <a:cxn ang="0">
                  <a:pos x="96" y="0"/>
                </a:cxn>
                <a:cxn ang="0">
                  <a:pos x="93" y="1"/>
                </a:cxn>
                <a:cxn ang="0">
                  <a:pos x="91" y="4"/>
                </a:cxn>
                <a:cxn ang="0">
                  <a:pos x="90" y="5"/>
                </a:cxn>
                <a:cxn ang="0">
                  <a:pos x="90" y="5"/>
                </a:cxn>
              </a:cxnLst>
              <a:rect l="0" t="0" r="r" b="b"/>
              <a:pathLst>
                <a:path w="102" h="365">
                  <a:moveTo>
                    <a:pt x="90" y="5"/>
                  </a:moveTo>
                  <a:lnTo>
                    <a:pt x="90" y="5"/>
                  </a:lnTo>
                  <a:lnTo>
                    <a:pt x="89" y="17"/>
                  </a:lnTo>
                  <a:lnTo>
                    <a:pt x="87" y="28"/>
                  </a:lnTo>
                  <a:lnTo>
                    <a:pt x="81" y="49"/>
                  </a:lnTo>
                  <a:lnTo>
                    <a:pt x="64" y="89"/>
                  </a:lnTo>
                  <a:lnTo>
                    <a:pt x="64" y="89"/>
                  </a:lnTo>
                  <a:lnTo>
                    <a:pt x="56" y="113"/>
                  </a:lnTo>
                  <a:lnTo>
                    <a:pt x="49" y="136"/>
                  </a:lnTo>
                  <a:lnTo>
                    <a:pt x="36" y="185"/>
                  </a:lnTo>
                  <a:lnTo>
                    <a:pt x="36" y="185"/>
                  </a:lnTo>
                  <a:lnTo>
                    <a:pt x="31" y="207"/>
                  </a:lnTo>
                  <a:lnTo>
                    <a:pt x="26" y="230"/>
                  </a:lnTo>
                  <a:lnTo>
                    <a:pt x="18" y="277"/>
                  </a:lnTo>
                  <a:lnTo>
                    <a:pt x="18" y="277"/>
                  </a:lnTo>
                  <a:lnTo>
                    <a:pt x="13" y="298"/>
                  </a:lnTo>
                  <a:lnTo>
                    <a:pt x="8" y="318"/>
                  </a:lnTo>
                  <a:lnTo>
                    <a:pt x="2" y="339"/>
                  </a:lnTo>
                  <a:lnTo>
                    <a:pt x="1" y="349"/>
                  </a:lnTo>
                  <a:lnTo>
                    <a:pt x="0" y="360"/>
                  </a:lnTo>
                  <a:lnTo>
                    <a:pt x="0" y="360"/>
                  </a:lnTo>
                  <a:lnTo>
                    <a:pt x="0" y="362"/>
                  </a:lnTo>
                  <a:lnTo>
                    <a:pt x="1" y="364"/>
                  </a:lnTo>
                  <a:lnTo>
                    <a:pt x="2" y="365"/>
                  </a:lnTo>
                  <a:lnTo>
                    <a:pt x="5" y="365"/>
                  </a:lnTo>
                  <a:lnTo>
                    <a:pt x="9" y="364"/>
                  </a:lnTo>
                  <a:lnTo>
                    <a:pt x="10" y="362"/>
                  </a:lnTo>
                  <a:lnTo>
                    <a:pt x="10" y="360"/>
                  </a:lnTo>
                  <a:lnTo>
                    <a:pt x="10" y="360"/>
                  </a:lnTo>
                  <a:lnTo>
                    <a:pt x="13" y="349"/>
                  </a:lnTo>
                  <a:lnTo>
                    <a:pt x="15" y="340"/>
                  </a:lnTo>
                  <a:lnTo>
                    <a:pt x="19" y="331"/>
                  </a:lnTo>
                  <a:lnTo>
                    <a:pt x="22" y="322"/>
                  </a:lnTo>
                  <a:lnTo>
                    <a:pt x="31" y="270"/>
                  </a:lnTo>
                  <a:lnTo>
                    <a:pt x="31" y="270"/>
                  </a:lnTo>
                  <a:lnTo>
                    <a:pt x="39" y="223"/>
                  </a:lnTo>
                  <a:lnTo>
                    <a:pt x="49" y="177"/>
                  </a:lnTo>
                  <a:lnTo>
                    <a:pt x="49" y="177"/>
                  </a:lnTo>
                  <a:lnTo>
                    <a:pt x="64" y="128"/>
                  </a:lnTo>
                  <a:lnTo>
                    <a:pt x="79" y="81"/>
                  </a:lnTo>
                  <a:lnTo>
                    <a:pt x="79" y="81"/>
                  </a:lnTo>
                  <a:lnTo>
                    <a:pt x="93" y="45"/>
                  </a:lnTo>
                  <a:lnTo>
                    <a:pt x="99" y="25"/>
                  </a:lnTo>
                  <a:lnTo>
                    <a:pt x="100" y="16"/>
                  </a:lnTo>
                  <a:lnTo>
                    <a:pt x="102" y="5"/>
                  </a:lnTo>
                  <a:lnTo>
                    <a:pt x="102" y="5"/>
                  </a:lnTo>
                  <a:lnTo>
                    <a:pt x="102" y="4"/>
                  </a:lnTo>
                  <a:lnTo>
                    <a:pt x="100" y="1"/>
                  </a:lnTo>
                  <a:lnTo>
                    <a:pt x="99" y="1"/>
                  </a:lnTo>
                  <a:lnTo>
                    <a:pt x="96" y="0"/>
                  </a:lnTo>
                  <a:lnTo>
                    <a:pt x="93" y="1"/>
                  </a:lnTo>
                  <a:lnTo>
                    <a:pt x="91" y="4"/>
                  </a:lnTo>
                  <a:lnTo>
                    <a:pt x="90" y="5"/>
                  </a:lnTo>
                  <a:lnTo>
                    <a:pt x="90" y="5"/>
                  </a:lnTo>
                  <a:close/>
                </a:path>
              </a:pathLst>
            </a:custGeom>
            <a:solidFill>
              <a:schemeClr val="bg1"/>
            </a:solidFill>
            <a:ln w="9525">
              <a:noFill/>
              <a:round/>
            </a:ln>
          </p:spPr>
          <p:txBody>
            <a:bodyPr vert="horz" wrap="square" lIns="79689" tIns="39844" rIns="79689" bIns="39844" numCol="1" anchor="t" anchorCtr="0" compatLnSpc="1"/>
            <a:lstStyle/>
            <a:p>
              <a:endParaRPr lang="zh-CN" altLang="en-US" sz="1570">
                <a:solidFill>
                  <a:schemeClr val="bg1"/>
                </a:solidFill>
                <a:cs typeface="+mn-ea"/>
                <a:sym typeface="+mn-lt"/>
              </a:endParaRPr>
            </a:p>
          </p:txBody>
        </p:sp>
        <p:sp>
          <p:nvSpPr>
            <p:cNvPr id="62" name="Freeform 379"/>
            <p:cNvSpPr/>
            <p:nvPr/>
          </p:nvSpPr>
          <p:spPr bwMode="auto">
            <a:xfrm>
              <a:off x="5426076" y="1354138"/>
              <a:ext cx="33338" cy="128588"/>
            </a:xfrm>
            <a:custGeom>
              <a:avLst/>
              <a:gdLst/>
              <a:ahLst/>
              <a:cxnLst>
                <a:cxn ang="0">
                  <a:pos x="75" y="3"/>
                </a:cxn>
                <a:cxn ang="0">
                  <a:pos x="75" y="3"/>
                </a:cxn>
                <a:cxn ang="0">
                  <a:pos x="71" y="11"/>
                </a:cxn>
                <a:cxn ang="0">
                  <a:pos x="69" y="20"/>
                </a:cxn>
                <a:cxn ang="0">
                  <a:pos x="63" y="37"/>
                </a:cxn>
                <a:cxn ang="0">
                  <a:pos x="55" y="71"/>
                </a:cxn>
                <a:cxn ang="0">
                  <a:pos x="55" y="71"/>
                </a:cxn>
                <a:cxn ang="0">
                  <a:pos x="49" y="91"/>
                </a:cxn>
                <a:cxn ang="0">
                  <a:pos x="42" y="110"/>
                </a:cxn>
                <a:cxn ang="0">
                  <a:pos x="36" y="130"/>
                </a:cxn>
                <a:cxn ang="0">
                  <a:pos x="32" y="149"/>
                </a:cxn>
                <a:cxn ang="0">
                  <a:pos x="32" y="149"/>
                </a:cxn>
                <a:cxn ang="0">
                  <a:pos x="27" y="196"/>
                </a:cxn>
                <a:cxn ang="0">
                  <a:pos x="23" y="220"/>
                </a:cxn>
                <a:cxn ang="0">
                  <a:pos x="19" y="244"/>
                </a:cxn>
                <a:cxn ang="0">
                  <a:pos x="19" y="244"/>
                </a:cxn>
                <a:cxn ang="0">
                  <a:pos x="15" y="261"/>
                </a:cxn>
                <a:cxn ang="0">
                  <a:pos x="11" y="279"/>
                </a:cxn>
                <a:cxn ang="0">
                  <a:pos x="11" y="279"/>
                </a:cxn>
                <a:cxn ang="0">
                  <a:pos x="8" y="288"/>
                </a:cxn>
                <a:cxn ang="0">
                  <a:pos x="7" y="298"/>
                </a:cxn>
                <a:cxn ang="0">
                  <a:pos x="6" y="309"/>
                </a:cxn>
                <a:cxn ang="0">
                  <a:pos x="3" y="313"/>
                </a:cxn>
                <a:cxn ang="0">
                  <a:pos x="2" y="317"/>
                </a:cxn>
                <a:cxn ang="0">
                  <a:pos x="2" y="317"/>
                </a:cxn>
                <a:cxn ang="0">
                  <a:pos x="0" y="319"/>
                </a:cxn>
                <a:cxn ang="0">
                  <a:pos x="0" y="321"/>
                </a:cxn>
                <a:cxn ang="0">
                  <a:pos x="2" y="323"/>
                </a:cxn>
                <a:cxn ang="0">
                  <a:pos x="3" y="325"/>
                </a:cxn>
                <a:cxn ang="0">
                  <a:pos x="7" y="325"/>
                </a:cxn>
                <a:cxn ang="0">
                  <a:pos x="10" y="325"/>
                </a:cxn>
                <a:cxn ang="0">
                  <a:pos x="11" y="323"/>
                </a:cxn>
                <a:cxn ang="0">
                  <a:pos x="11" y="323"/>
                </a:cxn>
                <a:cxn ang="0">
                  <a:pos x="15" y="317"/>
                </a:cxn>
                <a:cxn ang="0">
                  <a:pos x="18" y="310"/>
                </a:cxn>
                <a:cxn ang="0">
                  <a:pos x="21" y="295"/>
                </a:cxn>
                <a:cxn ang="0">
                  <a:pos x="24" y="279"/>
                </a:cxn>
                <a:cxn ang="0">
                  <a:pos x="27" y="264"/>
                </a:cxn>
                <a:cxn ang="0">
                  <a:pos x="27" y="264"/>
                </a:cxn>
                <a:cxn ang="0">
                  <a:pos x="31" y="245"/>
                </a:cxn>
                <a:cxn ang="0">
                  <a:pos x="33" y="227"/>
                </a:cxn>
                <a:cxn ang="0">
                  <a:pos x="38" y="187"/>
                </a:cxn>
                <a:cxn ang="0">
                  <a:pos x="38" y="187"/>
                </a:cxn>
                <a:cxn ang="0">
                  <a:pos x="42" y="164"/>
                </a:cxn>
                <a:cxn ang="0">
                  <a:pos x="46" y="140"/>
                </a:cxn>
                <a:cxn ang="0">
                  <a:pos x="52" y="117"/>
                </a:cxn>
                <a:cxn ang="0">
                  <a:pos x="59" y="94"/>
                </a:cxn>
                <a:cxn ang="0">
                  <a:pos x="59" y="94"/>
                </a:cxn>
                <a:cxn ang="0">
                  <a:pos x="66" y="72"/>
                </a:cxn>
                <a:cxn ang="0">
                  <a:pos x="71" y="51"/>
                </a:cxn>
                <a:cxn ang="0">
                  <a:pos x="76" y="29"/>
                </a:cxn>
                <a:cxn ang="0">
                  <a:pos x="80" y="19"/>
                </a:cxn>
                <a:cxn ang="0">
                  <a:pos x="86" y="9"/>
                </a:cxn>
                <a:cxn ang="0">
                  <a:pos x="86" y="9"/>
                </a:cxn>
                <a:cxn ang="0">
                  <a:pos x="87" y="7"/>
                </a:cxn>
                <a:cxn ang="0">
                  <a:pos x="86" y="4"/>
                </a:cxn>
                <a:cxn ang="0">
                  <a:pos x="83" y="2"/>
                </a:cxn>
                <a:cxn ang="0">
                  <a:pos x="79" y="0"/>
                </a:cxn>
                <a:cxn ang="0">
                  <a:pos x="78" y="2"/>
                </a:cxn>
                <a:cxn ang="0">
                  <a:pos x="75" y="3"/>
                </a:cxn>
                <a:cxn ang="0">
                  <a:pos x="75" y="3"/>
                </a:cxn>
              </a:cxnLst>
              <a:rect l="0" t="0" r="r" b="b"/>
              <a:pathLst>
                <a:path w="87" h="325">
                  <a:moveTo>
                    <a:pt x="75" y="3"/>
                  </a:moveTo>
                  <a:lnTo>
                    <a:pt x="75" y="3"/>
                  </a:lnTo>
                  <a:lnTo>
                    <a:pt x="71" y="11"/>
                  </a:lnTo>
                  <a:lnTo>
                    <a:pt x="69" y="20"/>
                  </a:lnTo>
                  <a:lnTo>
                    <a:pt x="63" y="37"/>
                  </a:lnTo>
                  <a:lnTo>
                    <a:pt x="55" y="71"/>
                  </a:lnTo>
                  <a:lnTo>
                    <a:pt x="55" y="71"/>
                  </a:lnTo>
                  <a:lnTo>
                    <a:pt x="49" y="91"/>
                  </a:lnTo>
                  <a:lnTo>
                    <a:pt x="42" y="110"/>
                  </a:lnTo>
                  <a:lnTo>
                    <a:pt x="36" y="130"/>
                  </a:lnTo>
                  <a:lnTo>
                    <a:pt x="32" y="149"/>
                  </a:lnTo>
                  <a:lnTo>
                    <a:pt x="32" y="149"/>
                  </a:lnTo>
                  <a:lnTo>
                    <a:pt x="27" y="196"/>
                  </a:lnTo>
                  <a:lnTo>
                    <a:pt x="23" y="220"/>
                  </a:lnTo>
                  <a:lnTo>
                    <a:pt x="19" y="244"/>
                  </a:lnTo>
                  <a:lnTo>
                    <a:pt x="19" y="244"/>
                  </a:lnTo>
                  <a:lnTo>
                    <a:pt x="15" y="261"/>
                  </a:lnTo>
                  <a:lnTo>
                    <a:pt x="11" y="279"/>
                  </a:lnTo>
                  <a:lnTo>
                    <a:pt x="11" y="279"/>
                  </a:lnTo>
                  <a:lnTo>
                    <a:pt x="8" y="288"/>
                  </a:lnTo>
                  <a:lnTo>
                    <a:pt x="7" y="298"/>
                  </a:lnTo>
                  <a:lnTo>
                    <a:pt x="6" y="309"/>
                  </a:lnTo>
                  <a:lnTo>
                    <a:pt x="3" y="313"/>
                  </a:lnTo>
                  <a:lnTo>
                    <a:pt x="2" y="317"/>
                  </a:lnTo>
                  <a:lnTo>
                    <a:pt x="2" y="317"/>
                  </a:lnTo>
                  <a:lnTo>
                    <a:pt x="0" y="319"/>
                  </a:lnTo>
                  <a:lnTo>
                    <a:pt x="0" y="321"/>
                  </a:lnTo>
                  <a:lnTo>
                    <a:pt x="2" y="323"/>
                  </a:lnTo>
                  <a:lnTo>
                    <a:pt x="3" y="325"/>
                  </a:lnTo>
                  <a:lnTo>
                    <a:pt x="7" y="325"/>
                  </a:lnTo>
                  <a:lnTo>
                    <a:pt x="10" y="325"/>
                  </a:lnTo>
                  <a:lnTo>
                    <a:pt x="11" y="323"/>
                  </a:lnTo>
                  <a:lnTo>
                    <a:pt x="11" y="323"/>
                  </a:lnTo>
                  <a:lnTo>
                    <a:pt x="15" y="317"/>
                  </a:lnTo>
                  <a:lnTo>
                    <a:pt x="18" y="310"/>
                  </a:lnTo>
                  <a:lnTo>
                    <a:pt x="21" y="295"/>
                  </a:lnTo>
                  <a:lnTo>
                    <a:pt x="24" y="279"/>
                  </a:lnTo>
                  <a:lnTo>
                    <a:pt x="27" y="264"/>
                  </a:lnTo>
                  <a:lnTo>
                    <a:pt x="27" y="264"/>
                  </a:lnTo>
                  <a:lnTo>
                    <a:pt x="31" y="245"/>
                  </a:lnTo>
                  <a:lnTo>
                    <a:pt x="33" y="227"/>
                  </a:lnTo>
                  <a:lnTo>
                    <a:pt x="38" y="187"/>
                  </a:lnTo>
                  <a:lnTo>
                    <a:pt x="38" y="187"/>
                  </a:lnTo>
                  <a:lnTo>
                    <a:pt x="42" y="164"/>
                  </a:lnTo>
                  <a:lnTo>
                    <a:pt x="46" y="140"/>
                  </a:lnTo>
                  <a:lnTo>
                    <a:pt x="52" y="117"/>
                  </a:lnTo>
                  <a:lnTo>
                    <a:pt x="59" y="94"/>
                  </a:lnTo>
                  <a:lnTo>
                    <a:pt x="59" y="94"/>
                  </a:lnTo>
                  <a:lnTo>
                    <a:pt x="66" y="72"/>
                  </a:lnTo>
                  <a:lnTo>
                    <a:pt x="71" y="51"/>
                  </a:lnTo>
                  <a:lnTo>
                    <a:pt x="76" y="29"/>
                  </a:lnTo>
                  <a:lnTo>
                    <a:pt x="80" y="19"/>
                  </a:lnTo>
                  <a:lnTo>
                    <a:pt x="86" y="9"/>
                  </a:lnTo>
                  <a:lnTo>
                    <a:pt x="86" y="9"/>
                  </a:lnTo>
                  <a:lnTo>
                    <a:pt x="87" y="7"/>
                  </a:lnTo>
                  <a:lnTo>
                    <a:pt x="86" y="4"/>
                  </a:lnTo>
                  <a:lnTo>
                    <a:pt x="83" y="2"/>
                  </a:lnTo>
                  <a:lnTo>
                    <a:pt x="79" y="0"/>
                  </a:lnTo>
                  <a:lnTo>
                    <a:pt x="78" y="2"/>
                  </a:lnTo>
                  <a:lnTo>
                    <a:pt x="75" y="3"/>
                  </a:lnTo>
                  <a:lnTo>
                    <a:pt x="75" y="3"/>
                  </a:lnTo>
                  <a:close/>
                </a:path>
              </a:pathLst>
            </a:custGeom>
            <a:solidFill>
              <a:schemeClr val="bg1"/>
            </a:solidFill>
            <a:ln w="9525">
              <a:noFill/>
              <a:round/>
            </a:ln>
          </p:spPr>
          <p:txBody>
            <a:bodyPr vert="horz" wrap="square" lIns="79689" tIns="39844" rIns="79689" bIns="39844" numCol="1" anchor="t" anchorCtr="0" compatLnSpc="1"/>
            <a:lstStyle/>
            <a:p>
              <a:endParaRPr lang="zh-CN" altLang="en-US" sz="1570">
                <a:solidFill>
                  <a:schemeClr val="bg1"/>
                </a:solidFill>
                <a:cs typeface="+mn-ea"/>
                <a:sym typeface="+mn-lt"/>
              </a:endParaRPr>
            </a:p>
          </p:txBody>
        </p:sp>
        <p:sp>
          <p:nvSpPr>
            <p:cNvPr id="63" name="Freeform 380"/>
            <p:cNvSpPr/>
            <p:nvPr/>
          </p:nvSpPr>
          <p:spPr bwMode="auto">
            <a:xfrm>
              <a:off x="5492751" y="1465263"/>
              <a:ext cx="25400" cy="90488"/>
            </a:xfrm>
            <a:custGeom>
              <a:avLst/>
              <a:gdLst/>
              <a:ahLst/>
              <a:cxnLst>
                <a:cxn ang="0">
                  <a:pos x="52" y="3"/>
                </a:cxn>
                <a:cxn ang="0">
                  <a:pos x="52" y="3"/>
                </a:cxn>
                <a:cxn ang="0">
                  <a:pos x="46" y="13"/>
                </a:cxn>
                <a:cxn ang="0">
                  <a:pos x="42" y="24"/>
                </a:cxn>
                <a:cxn ang="0">
                  <a:pos x="34" y="45"/>
                </a:cxn>
                <a:cxn ang="0">
                  <a:pos x="29" y="67"/>
                </a:cxn>
                <a:cxn ang="0">
                  <a:pos x="23" y="90"/>
                </a:cxn>
                <a:cxn ang="0">
                  <a:pos x="23" y="90"/>
                </a:cxn>
                <a:cxn ang="0">
                  <a:pos x="16" y="122"/>
                </a:cxn>
                <a:cxn ang="0">
                  <a:pos x="10" y="154"/>
                </a:cxn>
                <a:cxn ang="0">
                  <a:pos x="0" y="221"/>
                </a:cxn>
                <a:cxn ang="0">
                  <a:pos x="0" y="221"/>
                </a:cxn>
                <a:cxn ang="0">
                  <a:pos x="0" y="224"/>
                </a:cxn>
                <a:cxn ang="0">
                  <a:pos x="1" y="225"/>
                </a:cxn>
                <a:cxn ang="0">
                  <a:pos x="5" y="228"/>
                </a:cxn>
                <a:cxn ang="0">
                  <a:pos x="6" y="228"/>
                </a:cxn>
                <a:cxn ang="0">
                  <a:pos x="9" y="228"/>
                </a:cxn>
                <a:cxn ang="0">
                  <a:pos x="10" y="226"/>
                </a:cxn>
                <a:cxn ang="0">
                  <a:pos x="12" y="224"/>
                </a:cxn>
                <a:cxn ang="0">
                  <a:pos x="12" y="224"/>
                </a:cxn>
                <a:cxn ang="0">
                  <a:pos x="16" y="194"/>
                </a:cxn>
                <a:cxn ang="0">
                  <a:pos x="22" y="164"/>
                </a:cxn>
                <a:cxn ang="0">
                  <a:pos x="27" y="134"/>
                </a:cxn>
                <a:cxn ang="0">
                  <a:pos x="33" y="103"/>
                </a:cxn>
                <a:cxn ang="0">
                  <a:pos x="33" y="103"/>
                </a:cxn>
                <a:cxn ang="0">
                  <a:pos x="36" y="79"/>
                </a:cxn>
                <a:cxn ang="0">
                  <a:pos x="42" y="54"/>
                </a:cxn>
                <a:cxn ang="0">
                  <a:pos x="46" y="42"/>
                </a:cxn>
                <a:cxn ang="0">
                  <a:pos x="51" y="30"/>
                </a:cxn>
                <a:cxn ang="0">
                  <a:pos x="56" y="18"/>
                </a:cxn>
                <a:cxn ang="0">
                  <a:pos x="61" y="8"/>
                </a:cxn>
                <a:cxn ang="0">
                  <a:pos x="61" y="8"/>
                </a:cxn>
                <a:cxn ang="0">
                  <a:pos x="63" y="7"/>
                </a:cxn>
                <a:cxn ang="0">
                  <a:pos x="63" y="4"/>
                </a:cxn>
                <a:cxn ang="0">
                  <a:pos x="61" y="3"/>
                </a:cxn>
                <a:cxn ang="0">
                  <a:pos x="60" y="1"/>
                </a:cxn>
                <a:cxn ang="0">
                  <a:pos x="56" y="0"/>
                </a:cxn>
                <a:cxn ang="0">
                  <a:pos x="53" y="1"/>
                </a:cxn>
                <a:cxn ang="0">
                  <a:pos x="52" y="3"/>
                </a:cxn>
                <a:cxn ang="0">
                  <a:pos x="52" y="3"/>
                </a:cxn>
              </a:cxnLst>
              <a:rect l="0" t="0" r="r" b="b"/>
              <a:pathLst>
                <a:path w="63" h="228">
                  <a:moveTo>
                    <a:pt x="52" y="3"/>
                  </a:moveTo>
                  <a:lnTo>
                    <a:pt x="52" y="3"/>
                  </a:lnTo>
                  <a:lnTo>
                    <a:pt x="46" y="13"/>
                  </a:lnTo>
                  <a:lnTo>
                    <a:pt x="42" y="24"/>
                  </a:lnTo>
                  <a:lnTo>
                    <a:pt x="34" y="45"/>
                  </a:lnTo>
                  <a:lnTo>
                    <a:pt x="29" y="67"/>
                  </a:lnTo>
                  <a:lnTo>
                    <a:pt x="23" y="90"/>
                  </a:lnTo>
                  <a:lnTo>
                    <a:pt x="23" y="90"/>
                  </a:lnTo>
                  <a:lnTo>
                    <a:pt x="16" y="122"/>
                  </a:lnTo>
                  <a:lnTo>
                    <a:pt x="10" y="154"/>
                  </a:lnTo>
                  <a:lnTo>
                    <a:pt x="0" y="221"/>
                  </a:lnTo>
                  <a:lnTo>
                    <a:pt x="0" y="221"/>
                  </a:lnTo>
                  <a:lnTo>
                    <a:pt x="0" y="224"/>
                  </a:lnTo>
                  <a:lnTo>
                    <a:pt x="1" y="225"/>
                  </a:lnTo>
                  <a:lnTo>
                    <a:pt x="5" y="228"/>
                  </a:lnTo>
                  <a:lnTo>
                    <a:pt x="6" y="228"/>
                  </a:lnTo>
                  <a:lnTo>
                    <a:pt x="9" y="228"/>
                  </a:lnTo>
                  <a:lnTo>
                    <a:pt x="10" y="226"/>
                  </a:lnTo>
                  <a:lnTo>
                    <a:pt x="12" y="224"/>
                  </a:lnTo>
                  <a:lnTo>
                    <a:pt x="12" y="224"/>
                  </a:lnTo>
                  <a:lnTo>
                    <a:pt x="16" y="194"/>
                  </a:lnTo>
                  <a:lnTo>
                    <a:pt x="22" y="164"/>
                  </a:lnTo>
                  <a:lnTo>
                    <a:pt x="27" y="134"/>
                  </a:lnTo>
                  <a:lnTo>
                    <a:pt x="33" y="103"/>
                  </a:lnTo>
                  <a:lnTo>
                    <a:pt x="33" y="103"/>
                  </a:lnTo>
                  <a:lnTo>
                    <a:pt x="36" y="79"/>
                  </a:lnTo>
                  <a:lnTo>
                    <a:pt x="42" y="54"/>
                  </a:lnTo>
                  <a:lnTo>
                    <a:pt x="46" y="42"/>
                  </a:lnTo>
                  <a:lnTo>
                    <a:pt x="51" y="30"/>
                  </a:lnTo>
                  <a:lnTo>
                    <a:pt x="56" y="18"/>
                  </a:lnTo>
                  <a:lnTo>
                    <a:pt x="61" y="8"/>
                  </a:lnTo>
                  <a:lnTo>
                    <a:pt x="61" y="8"/>
                  </a:lnTo>
                  <a:lnTo>
                    <a:pt x="63" y="7"/>
                  </a:lnTo>
                  <a:lnTo>
                    <a:pt x="63" y="4"/>
                  </a:lnTo>
                  <a:lnTo>
                    <a:pt x="61" y="3"/>
                  </a:lnTo>
                  <a:lnTo>
                    <a:pt x="60" y="1"/>
                  </a:lnTo>
                  <a:lnTo>
                    <a:pt x="56" y="0"/>
                  </a:lnTo>
                  <a:lnTo>
                    <a:pt x="53" y="1"/>
                  </a:lnTo>
                  <a:lnTo>
                    <a:pt x="52" y="3"/>
                  </a:lnTo>
                  <a:lnTo>
                    <a:pt x="52" y="3"/>
                  </a:lnTo>
                  <a:close/>
                </a:path>
              </a:pathLst>
            </a:custGeom>
            <a:solidFill>
              <a:schemeClr val="bg1"/>
            </a:solidFill>
            <a:ln w="9525">
              <a:noFill/>
              <a:round/>
            </a:ln>
          </p:spPr>
          <p:txBody>
            <a:bodyPr vert="horz" wrap="square" lIns="79689" tIns="39844" rIns="79689" bIns="39844" numCol="1" anchor="t" anchorCtr="0" compatLnSpc="1"/>
            <a:lstStyle/>
            <a:p>
              <a:endParaRPr lang="zh-CN" altLang="en-US" sz="1570">
                <a:solidFill>
                  <a:schemeClr val="bg1"/>
                </a:solidFill>
                <a:cs typeface="+mn-ea"/>
                <a:sym typeface="+mn-lt"/>
              </a:endParaRPr>
            </a:p>
          </p:txBody>
        </p:sp>
        <p:sp>
          <p:nvSpPr>
            <p:cNvPr id="64" name="Freeform 381"/>
            <p:cNvSpPr/>
            <p:nvPr/>
          </p:nvSpPr>
          <p:spPr bwMode="auto">
            <a:xfrm>
              <a:off x="5516564" y="1489076"/>
              <a:ext cx="17463" cy="76200"/>
            </a:xfrm>
            <a:custGeom>
              <a:avLst/>
              <a:gdLst/>
              <a:ahLst/>
              <a:cxnLst>
                <a:cxn ang="0">
                  <a:pos x="34" y="4"/>
                </a:cxn>
                <a:cxn ang="0">
                  <a:pos x="34" y="4"/>
                </a:cxn>
                <a:cxn ang="0">
                  <a:pos x="21" y="48"/>
                </a:cxn>
                <a:cxn ang="0">
                  <a:pos x="11" y="94"/>
                </a:cxn>
                <a:cxn ang="0">
                  <a:pos x="7" y="117"/>
                </a:cxn>
                <a:cxn ang="0">
                  <a:pos x="3" y="141"/>
                </a:cxn>
                <a:cxn ang="0">
                  <a:pos x="0" y="163"/>
                </a:cxn>
                <a:cxn ang="0">
                  <a:pos x="0" y="188"/>
                </a:cxn>
                <a:cxn ang="0">
                  <a:pos x="0" y="188"/>
                </a:cxn>
                <a:cxn ang="0">
                  <a:pos x="0" y="189"/>
                </a:cxn>
                <a:cxn ang="0">
                  <a:pos x="2" y="192"/>
                </a:cxn>
                <a:cxn ang="0">
                  <a:pos x="6" y="193"/>
                </a:cxn>
                <a:cxn ang="0">
                  <a:pos x="10" y="192"/>
                </a:cxn>
                <a:cxn ang="0">
                  <a:pos x="11" y="189"/>
                </a:cxn>
                <a:cxn ang="0">
                  <a:pos x="11" y="188"/>
                </a:cxn>
                <a:cxn ang="0">
                  <a:pos x="11" y="188"/>
                </a:cxn>
                <a:cxn ang="0">
                  <a:pos x="12" y="164"/>
                </a:cxn>
                <a:cxn ang="0">
                  <a:pos x="15" y="141"/>
                </a:cxn>
                <a:cxn ang="0">
                  <a:pos x="17" y="119"/>
                </a:cxn>
                <a:cxn ang="0">
                  <a:pos x="23" y="95"/>
                </a:cxn>
                <a:cxn ang="0">
                  <a:pos x="33" y="51"/>
                </a:cxn>
                <a:cxn ang="0">
                  <a:pos x="45" y="6"/>
                </a:cxn>
                <a:cxn ang="0">
                  <a:pos x="45" y="6"/>
                </a:cxn>
                <a:cxn ang="0">
                  <a:pos x="46" y="4"/>
                </a:cxn>
                <a:cxn ang="0">
                  <a:pos x="45" y="2"/>
                </a:cxn>
                <a:cxn ang="0">
                  <a:pos x="41" y="0"/>
                </a:cxn>
                <a:cxn ang="0">
                  <a:pos x="37" y="0"/>
                </a:cxn>
                <a:cxn ang="0">
                  <a:pos x="36" y="1"/>
                </a:cxn>
                <a:cxn ang="0">
                  <a:pos x="34" y="4"/>
                </a:cxn>
                <a:cxn ang="0">
                  <a:pos x="34" y="4"/>
                </a:cxn>
              </a:cxnLst>
              <a:rect l="0" t="0" r="r" b="b"/>
              <a:pathLst>
                <a:path w="46" h="193">
                  <a:moveTo>
                    <a:pt x="34" y="4"/>
                  </a:moveTo>
                  <a:lnTo>
                    <a:pt x="34" y="4"/>
                  </a:lnTo>
                  <a:lnTo>
                    <a:pt x="21" y="48"/>
                  </a:lnTo>
                  <a:lnTo>
                    <a:pt x="11" y="94"/>
                  </a:lnTo>
                  <a:lnTo>
                    <a:pt x="7" y="117"/>
                  </a:lnTo>
                  <a:lnTo>
                    <a:pt x="3" y="141"/>
                  </a:lnTo>
                  <a:lnTo>
                    <a:pt x="0" y="163"/>
                  </a:lnTo>
                  <a:lnTo>
                    <a:pt x="0" y="188"/>
                  </a:lnTo>
                  <a:lnTo>
                    <a:pt x="0" y="188"/>
                  </a:lnTo>
                  <a:lnTo>
                    <a:pt x="0" y="189"/>
                  </a:lnTo>
                  <a:lnTo>
                    <a:pt x="2" y="192"/>
                  </a:lnTo>
                  <a:lnTo>
                    <a:pt x="6" y="193"/>
                  </a:lnTo>
                  <a:lnTo>
                    <a:pt x="10" y="192"/>
                  </a:lnTo>
                  <a:lnTo>
                    <a:pt x="11" y="189"/>
                  </a:lnTo>
                  <a:lnTo>
                    <a:pt x="11" y="188"/>
                  </a:lnTo>
                  <a:lnTo>
                    <a:pt x="11" y="188"/>
                  </a:lnTo>
                  <a:lnTo>
                    <a:pt x="12" y="164"/>
                  </a:lnTo>
                  <a:lnTo>
                    <a:pt x="15" y="141"/>
                  </a:lnTo>
                  <a:lnTo>
                    <a:pt x="17" y="119"/>
                  </a:lnTo>
                  <a:lnTo>
                    <a:pt x="23" y="95"/>
                  </a:lnTo>
                  <a:lnTo>
                    <a:pt x="33" y="51"/>
                  </a:lnTo>
                  <a:lnTo>
                    <a:pt x="45" y="6"/>
                  </a:lnTo>
                  <a:lnTo>
                    <a:pt x="45" y="6"/>
                  </a:lnTo>
                  <a:lnTo>
                    <a:pt x="46" y="4"/>
                  </a:lnTo>
                  <a:lnTo>
                    <a:pt x="45" y="2"/>
                  </a:lnTo>
                  <a:lnTo>
                    <a:pt x="41" y="0"/>
                  </a:lnTo>
                  <a:lnTo>
                    <a:pt x="37" y="0"/>
                  </a:lnTo>
                  <a:lnTo>
                    <a:pt x="36" y="1"/>
                  </a:lnTo>
                  <a:lnTo>
                    <a:pt x="34" y="4"/>
                  </a:lnTo>
                  <a:lnTo>
                    <a:pt x="34" y="4"/>
                  </a:lnTo>
                  <a:close/>
                </a:path>
              </a:pathLst>
            </a:custGeom>
            <a:solidFill>
              <a:schemeClr val="bg1"/>
            </a:solidFill>
            <a:ln w="9525">
              <a:noFill/>
              <a:round/>
            </a:ln>
          </p:spPr>
          <p:txBody>
            <a:bodyPr vert="horz" wrap="square" lIns="79689" tIns="39844" rIns="79689" bIns="39844" numCol="1" anchor="t" anchorCtr="0" compatLnSpc="1"/>
            <a:lstStyle/>
            <a:p>
              <a:endParaRPr lang="zh-CN" altLang="en-US" sz="1570">
                <a:solidFill>
                  <a:schemeClr val="bg1"/>
                </a:solidFill>
                <a:cs typeface="+mn-ea"/>
                <a:sym typeface="+mn-lt"/>
              </a:endParaRPr>
            </a:p>
          </p:txBody>
        </p:sp>
        <p:sp>
          <p:nvSpPr>
            <p:cNvPr id="65" name="Freeform 382"/>
            <p:cNvSpPr/>
            <p:nvPr/>
          </p:nvSpPr>
          <p:spPr bwMode="auto">
            <a:xfrm>
              <a:off x="5478464" y="1268413"/>
              <a:ext cx="228600" cy="104775"/>
            </a:xfrm>
            <a:custGeom>
              <a:avLst/>
              <a:gdLst/>
              <a:ahLst/>
              <a:cxnLst>
                <a:cxn ang="0">
                  <a:pos x="569" y="0"/>
                </a:cxn>
                <a:cxn ang="0">
                  <a:pos x="540" y="9"/>
                </a:cxn>
                <a:cxn ang="0">
                  <a:pos x="512" y="22"/>
                </a:cxn>
                <a:cxn ang="0">
                  <a:pos x="460" y="51"/>
                </a:cxn>
                <a:cxn ang="0">
                  <a:pos x="418" y="72"/>
                </a:cxn>
                <a:cxn ang="0">
                  <a:pos x="333" y="107"/>
                </a:cxn>
                <a:cxn ang="0">
                  <a:pos x="290" y="123"/>
                </a:cxn>
                <a:cxn ang="0">
                  <a:pos x="217" y="151"/>
                </a:cxn>
                <a:cxn ang="0">
                  <a:pos x="145" y="183"/>
                </a:cxn>
                <a:cxn ang="0">
                  <a:pos x="109" y="200"/>
                </a:cxn>
                <a:cxn ang="0">
                  <a:pos x="74" y="217"/>
                </a:cxn>
                <a:cxn ang="0">
                  <a:pos x="22" y="246"/>
                </a:cxn>
                <a:cxn ang="0">
                  <a:pos x="4" y="251"/>
                </a:cxn>
                <a:cxn ang="0">
                  <a:pos x="1" y="253"/>
                </a:cxn>
                <a:cxn ang="0">
                  <a:pos x="0" y="258"/>
                </a:cxn>
                <a:cxn ang="0">
                  <a:pos x="4" y="263"/>
                </a:cxn>
                <a:cxn ang="0">
                  <a:pos x="6" y="263"/>
                </a:cxn>
                <a:cxn ang="0">
                  <a:pos x="36" y="253"/>
                </a:cxn>
                <a:cxn ang="0">
                  <a:pos x="64" y="237"/>
                </a:cxn>
                <a:cxn ang="0">
                  <a:pos x="81" y="228"/>
                </a:cxn>
                <a:cxn ang="0">
                  <a:pos x="132" y="202"/>
                </a:cxn>
                <a:cxn ang="0">
                  <a:pos x="171" y="183"/>
                </a:cxn>
                <a:cxn ang="0">
                  <a:pos x="252" y="149"/>
                </a:cxn>
                <a:cxn ang="0">
                  <a:pos x="294" y="135"/>
                </a:cxn>
                <a:cxn ang="0">
                  <a:pos x="370" y="105"/>
                </a:cxn>
                <a:cxn ang="0">
                  <a:pos x="446" y="71"/>
                </a:cxn>
                <a:cxn ang="0">
                  <a:pos x="482" y="54"/>
                </a:cxn>
                <a:cxn ang="0">
                  <a:pos x="519" y="34"/>
                </a:cxn>
                <a:cxn ang="0">
                  <a:pos x="532" y="28"/>
                </a:cxn>
                <a:cxn ang="0">
                  <a:pos x="558" y="16"/>
                </a:cxn>
                <a:cxn ang="0">
                  <a:pos x="571" y="12"/>
                </a:cxn>
                <a:cxn ang="0">
                  <a:pos x="575" y="9"/>
                </a:cxn>
                <a:cxn ang="0">
                  <a:pos x="573" y="1"/>
                </a:cxn>
                <a:cxn ang="0">
                  <a:pos x="569" y="0"/>
                </a:cxn>
              </a:cxnLst>
              <a:rect l="0" t="0" r="r" b="b"/>
              <a:pathLst>
                <a:path w="575" h="263">
                  <a:moveTo>
                    <a:pt x="569" y="0"/>
                  </a:moveTo>
                  <a:lnTo>
                    <a:pt x="569" y="0"/>
                  </a:lnTo>
                  <a:lnTo>
                    <a:pt x="554" y="4"/>
                  </a:lnTo>
                  <a:lnTo>
                    <a:pt x="540" y="9"/>
                  </a:lnTo>
                  <a:lnTo>
                    <a:pt x="527" y="16"/>
                  </a:lnTo>
                  <a:lnTo>
                    <a:pt x="512" y="22"/>
                  </a:lnTo>
                  <a:lnTo>
                    <a:pt x="486" y="38"/>
                  </a:lnTo>
                  <a:lnTo>
                    <a:pt x="460" y="51"/>
                  </a:lnTo>
                  <a:lnTo>
                    <a:pt x="460" y="51"/>
                  </a:lnTo>
                  <a:lnTo>
                    <a:pt x="418" y="72"/>
                  </a:lnTo>
                  <a:lnTo>
                    <a:pt x="376" y="90"/>
                  </a:lnTo>
                  <a:lnTo>
                    <a:pt x="333" y="107"/>
                  </a:lnTo>
                  <a:lnTo>
                    <a:pt x="290" y="123"/>
                  </a:lnTo>
                  <a:lnTo>
                    <a:pt x="290" y="123"/>
                  </a:lnTo>
                  <a:lnTo>
                    <a:pt x="253" y="138"/>
                  </a:lnTo>
                  <a:lnTo>
                    <a:pt x="217" y="151"/>
                  </a:lnTo>
                  <a:lnTo>
                    <a:pt x="180" y="166"/>
                  </a:lnTo>
                  <a:lnTo>
                    <a:pt x="145" y="183"/>
                  </a:lnTo>
                  <a:lnTo>
                    <a:pt x="145" y="183"/>
                  </a:lnTo>
                  <a:lnTo>
                    <a:pt x="109" y="200"/>
                  </a:lnTo>
                  <a:lnTo>
                    <a:pt x="74" y="217"/>
                  </a:lnTo>
                  <a:lnTo>
                    <a:pt x="74" y="217"/>
                  </a:lnTo>
                  <a:lnTo>
                    <a:pt x="40" y="237"/>
                  </a:lnTo>
                  <a:lnTo>
                    <a:pt x="22" y="246"/>
                  </a:lnTo>
                  <a:lnTo>
                    <a:pt x="13" y="249"/>
                  </a:lnTo>
                  <a:lnTo>
                    <a:pt x="4" y="251"/>
                  </a:lnTo>
                  <a:lnTo>
                    <a:pt x="4" y="251"/>
                  </a:lnTo>
                  <a:lnTo>
                    <a:pt x="1" y="253"/>
                  </a:lnTo>
                  <a:lnTo>
                    <a:pt x="0" y="254"/>
                  </a:lnTo>
                  <a:lnTo>
                    <a:pt x="0" y="258"/>
                  </a:lnTo>
                  <a:lnTo>
                    <a:pt x="2" y="262"/>
                  </a:lnTo>
                  <a:lnTo>
                    <a:pt x="4" y="263"/>
                  </a:lnTo>
                  <a:lnTo>
                    <a:pt x="6" y="263"/>
                  </a:lnTo>
                  <a:lnTo>
                    <a:pt x="6" y="263"/>
                  </a:lnTo>
                  <a:lnTo>
                    <a:pt x="22" y="258"/>
                  </a:lnTo>
                  <a:lnTo>
                    <a:pt x="36" y="253"/>
                  </a:lnTo>
                  <a:lnTo>
                    <a:pt x="51" y="245"/>
                  </a:lnTo>
                  <a:lnTo>
                    <a:pt x="64" y="237"/>
                  </a:lnTo>
                  <a:lnTo>
                    <a:pt x="64" y="237"/>
                  </a:lnTo>
                  <a:lnTo>
                    <a:pt x="81" y="228"/>
                  </a:lnTo>
                  <a:lnTo>
                    <a:pt x="98" y="219"/>
                  </a:lnTo>
                  <a:lnTo>
                    <a:pt x="132" y="202"/>
                  </a:lnTo>
                  <a:lnTo>
                    <a:pt x="132" y="202"/>
                  </a:lnTo>
                  <a:lnTo>
                    <a:pt x="171" y="183"/>
                  </a:lnTo>
                  <a:lnTo>
                    <a:pt x="212" y="165"/>
                  </a:lnTo>
                  <a:lnTo>
                    <a:pt x="252" y="149"/>
                  </a:lnTo>
                  <a:lnTo>
                    <a:pt x="294" y="135"/>
                  </a:lnTo>
                  <a:lnTo>
                    <a:pt x="294" y="135"/>
                  </a:lnTo>
                  <a:lnTo>
                    <a:pt x="332" y="121"/>
                  </a:lnTo>
                  <a:lnTo>
                    <a:pt x="370" y="105"/>
                  </a:lnTo>
                  <a:lnTo>
                    <a:pt x="408" y="88"/>
                  </a:lnTo>
                  <a:lnTo>
                    <a:pt x="446" y="71"/>
                  </a:lnTo>
                  <a:lnTo>
                    <a:pt x="446" y="71"/>
                  </a:lnTo>
                  <a:lnTo>
                    <a:pt x="482" y="54"/>
                  </a:lnTo>
                  <a:lnTo>
                    <a:pt x="501" y="45"/>
                  </a:lnTo>
                  <a:lnTo>
                    <a:pt x="519" y="34"/>
                  </a:lnTo>
                  <a:lnTo>
                    <a:pt x="519" y="34"/>
                  </a:lnTo>
                  <a:lnTo>
                    <a:pt x="532" y="28"/>
                  </a:lnTo>
                  <a:lnTo>
                    <a:pt x="544" y="21"/>
                  </a:lnTo>
                  <a:lnTo>
                    <a:pt x="558" y="16"/>
                  </a:lnTo>
                  <a:lnTo>
                    <a:pt x="571" y="12"/>
                  </a:lnTo>
                  <a:lnTo>
                    <a:pt x="571" y="12"/>
                  </a:lnTo>
                  <a:lnTo>
                    <a:pt x="574" y="11"/>
                  </a:lnTo>
                  <a:lnTo>
                    <a:pt x="575" y="9"/>
                  </a:lnTo>
                  <a:lnTo>
                    <a:pt x="575" y="5"/>
                  </a:lnTo>
                  <a:lnTo>
                    <a:pt x="573" y="1"/>
                  </a:lnTo>
                  <a:lnTo>
                    <a:pt x="571" y="0"/>
                  </a:lnTo>
                  <a:lnTo>
                    <a:pt x="569" y="0"/>
                  </a:lnTo>
                  <a:lnTo>
                    <a:pt x="569" y="0"/>
                  </a:lnTo>
                  <a:close/>
                </a:path>
              </a:pathLst>
            </a:custGeom>
            <a:solidFill>
              <a:schemeClr val="bg1"/>
            </a:solidFill>
            <a:ln w="9525">
              <a:noFill/>
              <a:round/>
            </a:ln>
          </p:spPr>
          <p:txBody>
            <a:bodyPr vert="horz" wrap="square" lIns="79689" tIns="39844" rIns="79689" bIns="39844" numCol="1" anchor="t" anchorCtr="0" compatLnSpc="1"/>
            <a:lstStyle/>
            <a:p>
              <a:endParaRPr lang="zh-CN" altLang="en-US" sz="1570">
                <a:solidFill>
                  <a:schemeClr val="bg1"/>
                </a:solidFill>
                <a:cs typeface="+mn-ea"/>
                <a:sym typeface="+mn-lt"/>
              </a:endParaRPr>
            </a:p>
          </p:txBody>
        </p:sp>
        <p:sp>
          <p:nvSpPr>
            <p:cNvPr id="66" name="Freeform 383"/>
            <p:cNvSpPr/>
            <p:nvPr/>
          </p:nvSpPr>
          <p:spPr bwMode="auto">
            <a:xfrm>
              <a:off x="5513389" y="1352551"/>
              <a:ext cx="195263" cy="92075"/>
            </a:xfrm>
            <a:custGeom>
              <a:avLst/>
              <a:gdLst/>
              <a:ahLst/>
              <a:cxnLst>
                <a:cxn ang="0">
                  <a:pos x="484" y="0"/>
                </a:cxn>
                <a:cxn ang="0">
                  <a:pos x="484" y="0"/>
                </a:cxn>
                <a:cxn ang="0">
                  <a:pos x="452" y="11"/>
                </a:cxn>
                <a:cxn ang="0">
                  <a:pos x="422" y="24"/>
                </a:cxn>
                <a:cxn ang="0">
                  <a:pos x="392" y="38"/>
                </a:cxn>
                <a:cxn ang="0">
                  <a:pos x="361" y="51"/>
                </a:cxn>
                <a:cxn ang="0">
                  <a:pos x="361" y="51"/>
                </a:cxn>
                <a:cxn ang="0">
                  <a:pos x="299" y="77"/>
                </a:cxn>
                <a:cxn ang="0">
                  <a:pos x="239" y="103"/>
                </a:cxn>
                <a:cxn ang="0">
                  <a:pos x="239" y="103"/>
                </a:cxn>
                <a:cxn ang="0">
                  <a:pos x="179" y="130"/>
                </a:cxn>
                <a:cxn ang="0">
                  <a:pos x="119" y="157"/>
                </a:cxn>
                <a:cxn ang="0">
                  <a:pos x="119" y="157"/>
                </a:cxn>
                <a:cxn ang="0">
                  <a:pos x="90" y="171"/>
                </a:cxn>
                <a:cxn ang="0">
                  <a:pos x="61" y="190"/>
                </a:cxn>
                <a:cxn ang="0">
                  <a:pos x="33" y="207"/>
                </a:cxn>
                <a:cxn ang="0">
                  <a:pos x="4" y="222"/>
                </a:cxn>
                <a:cxn ang="0">
                  <a:pos x="4" y="222"/>
                </a:cxn>
                <a:cxn ang="0">
                  <a:pos x="1" y="225"/>
                </a:cxn>
                <a:cxn ang="0">
                  <a:pos x="0" y="226"/>
                </a:cxn>
                <a:cxn ang="0">
                  <a:pos x="1" y="230"/>
                </a:cxn>
                <a:cxn ang="0">
                  <a:pos x="4" y="233"/>
                </a:cxn>
                <a:cxn ang="0">
                  <a:pos x="6" y="233"/>
                </a:cxn>
                <a:cxn ang="0">
                  <a:pos x="9" y="233"/>
                </a:cxn>
                <a:cxn ang="0">
                  <a:pos x="9" y="233"/>
                </a:cxn>
                <a:cxn ang="0">
                  <a:pos x="36" y="218"/>
                </a:cxn>
                <a:cxn ang="0">
                  <a:pos x="64" y="203"/>
                </a:cxn>
                <a:cxn ang="0">
                  <a:pos x="91" y="187"/>
                </a:cxn>
                <a:cxn ang="0">
                  <a:pos x="118" y="170"/>
                </a:cxn>
                <a:cxn ang="0">
                  <a:pos x="118" y="170"/>
                </a:cxn>
                <a:cxn ang="0">
                  <a:pos x="131" y="162"/>
                </a:cxn>
                <a:cxn ang="0">
                  <a:pos x="146" y="157"/>
                </a:cxn>
                <a:cxn ang="0">
                  <a:pos x="161" y="152"/>
                </a:cxn>
                <a:cxn ang="0">
                  <a:pos x="175" y="145"/>
                </a:cxn>
                <a:cxn ang="0">
                  <a:pos x="175" y="145"/>
                </a:cxn>
                <a:cxn ang="0">
                  <a:pos x="235" y="118"/>
                </a:cxn>
                <a:cxn ang="0">
                  <a:pos x="235" y="118"/>
                </a:cxn>
                <a:cxn ang="0">
                  <a:pos x="299" y="89"/>
                </a:cxn>
                <a:cxn ang="0">
                  <a:pos x="365" y="62"/>
                </a:cxn>
                <a:cxn ang="0">
                  <a:pos x="365" y="62"/>
                </a:cxn>
                <a:cxn ang="0">
                  <a:pos x="396" y="48"/>
                </a:cxn>
                <a:cxn ang="0">
                  <a:pos x="412" y="42"/>
                </a:cxn>
                <a:cxn ang="0">
                  <a:pos x="428" y="37"/>
                </a:cxn>
                <a:cxn ang="0">
                  <a:pos x="428" y="37"/>
                </a:cxn>
                <a:cxn ang="0">
                  <a:pos x="442" y="31"/>
                </a:cxn>
                <a:cxn ang="0">
                  <a:pos x="458" y="24"/>
                </a:cxn>
                <a:cxn ang="0">
                  <a:pos x="472" y="17"/>
                </a:cxn>
                <a:cxn ang="0">
                  <a:pos x="488" y="11"/>
                </a:cxn>
                <a:cxn ang="0">
                  <a:pos x="488" y="11"/>
                </a:cxn>
                <a:cxn ang="0">
                  <a:pos x="489" y="9"/>
                </a:cxn>
                <a:cxn ang="0">
                  <a:pos x="490" y="8"/>
                </a:cxn>
                <a:cxn ang="0">
                  <a:pos x="490" y="4"/>
                </a:cxn>
                <a:cxn ang="0">
                  <a:pos x="489" y="0"/>
                </a:cxn>
                <a:cxn ang="0">
                  <a:pos x="486" y="0"/>
                </a:cxn>
                <a:cxn ang="0">
                  <a:pos x="484" y="0"/>
                </a:cxn>
                <a:cxn ang="0">
                  <a:pos x="484" y="0"/>
                </a:cxn>
              </a:cxnLst>
              <a:rect l="0" t="0" r="r" b="b"/>
              <a:pathLst>
                <a:path w="490" h="233">
                  <a:moveTo>
                    <a:pt x="484" y="0"/>
                  </a:moveTo>
                  <a:lnTo>
                    <a:pt x="484" y="0"/>
                  </a:lnTo>
                  <a:lnTo>
                    <a:pt x="452" y="11"/>
                  </a:lnTo>
                  <a:lnTo>
                    <a:pt x="422" y="24"/>
                  </a:lnTo>
                  <a:lnTo>
                    <a:pt x="392" y="38"/>
                  </a:lnTo>
                  <a:lnTo>
                    <a:pt x="361" y="51"/>
                  </a:lnTo>
                  <a:lnTo>
                    <a:pt x="361" y="51"/>
                  </a:lnTo>
                  <a:lnTo>
                    <a:pt x="299" y="77"/>
                  </a:lnTo>
                  <a:lnTo>
                    <a:pt x="239" y="103"/>
                  </a:lnTo>
                  <a:lnTo>
                    <a:pt x="239" y="103"/>
                  </a:lnTo>
                  <a:lnTo>
                    <a:pt x="179" y="130"/>
                  </a:lnTo>
                  <a:lnTo>
                    <a:pt x="119" y="157"/>
                  </a:lnTo>
                  <a:lnTo>
                    <a:pt x="119" y="157"/>
                  </a:lnTo>
                  <a:lnTo>
                    <a:pt x="90" y="171"/>
                  </a:lnTo>
                  <a:lnTo>
                    <a:pt x="61" y="190"/>
                  </a:lnTo>
                  <a:lnTo>
                    <a:pt x="33" y="207"/>
                  </a:lnTo>
                  <a:lnTo>
                    <a:pt x="4" y="222"/>
                  </a:lnTo>
                  <a:lnTo>
                    <a:pt x="4" y="222"/>
                  </a:lnTo>
                  <a:lnTo>
                    <a:pt x="1" y="225"/>
                  </a:lnTo>
                  <a:lnTo>
                    <a:pt x="0" y="226"/>
                  </a:lnTo>
                  <a:lnTo>
                    <a:pt x="1" y="230"/>
                  </a:lnTo>
                  <a:lnTo>
                    <a:pt x="4" y="233"/>
                  </a:lnTo>
                  <a:lnTo>
                    <a:pt x="6" y="233"/>
                  </a:lnTo>
                  <a:lnTo>
                    <a:pt x="9" y="233"/>
                  </a:lnTo>
                  <a:lnTo>
                    <a:pt x="9" y="233"/>
                  </a:lnTo>
                  <a:lnTo>
                    <a:pt x="36" y="218"/>
                  </a:lnTo>
                  <a:lnTo>
                    <a:pt x="64" y="203"/>
                  </a:lnTo>
                  <a:lnTo>
                    <a:pt x="91" y="187"/>
                  </a:lnTo>
                  <a:lnTo>
                    <a:pt x="118" y="170"/>
                  </a:lnTo>
                  <a:lnTo>
                    <a:pt x="118" y="170"/>
                  </a:lnTo>
                  <a:lnTo>
                    <a:pt x="131" y="162"/>
                  </a:lnTo>
                  <a:lnTo>
                    <a:pt x="146" y="157"/>
                  </a:lnTo>
                  <a:lnTo>
                    <a:pt x="161" y="152"/>
                  </a:lnTo>
                  <a:lnTo>
                    <a:pt x="175" y="145"/>
                  </a:lnTo>
                  <a:lnTo>
                    <a:pt x="175" y="145"/>
                  </a:lnTo>
                  <a:lnTo>
                    <a:pt x="235" y="118"/>
                  </a:lnTo>
                  <a:lnTo>
                    <a:pt x="235" y="118"/>
                  </a:lnTo>
                  <a:lnTo>
                    <a:pt x="299" y="89"/>
                  </a:lnTo>
                  <a:lnTo>
                    <a:pt x="365" y="62"/>
                  </a:lnTo>
                  <a:lnTo>
                    <a:pt x="365" y="62"/>
                  </a:lnTo>
                  <a:lnTo>
                    <a:pt x="396" y="48"/>
                  </a:lnTo>
                  <a:lnTo>
                    <a:pt x="412" y="42"/>
                  </a:lnTo>
                  <a:lnTo>
                    <a:pt x="428" y="37"/>
                  </a:lnTo>
                  <a:lnTo>
                    <a:pt x="428" y="37"/>
                  </a:lnTo>
                  <a:lnTo>
                    <a:pt x="442" y="31"/>
                  </a:lnTo>
                  <a:lnTo>
                    <a:pt x="458" y="24"/>
                  </a:lnTo>
                  <a:lnTo>
                    <a:pt x="472" y="17"/>
                  </a:lnTo>
                  <a:lnTo>
                    <a:pt x="488" y="11"/>
                  </a:lnTo>
                  <a:lnTo>
                    <a:pt x="488" y="11"/>
                  </a:lnTo>
                  <a:lnTo>
                    <a:pt x="489" y="9"/>
                  </a:lnTo>
                  <a:lnTo>
                    <a:pt x="490" y="8"/>
                  </a:lnTo>
                  <a:lnTo>
                    <a:pt x="490" y="4"/>
                  </a:lnTo>
                  <a:lnTo>
                    <a:pt x="489" y="0"/>
                  </a:lnTo>
                  <a:lnTo>
                    <a:pt x="486" y="0"/>
                  </a:lnTo>
                  <a:lnTo>
                    <a:pt x="484" y="0"/>
                  </a:lnTo>
                  <a:lnTo>
                    <a:pt x="484" y="0"/>
                  </a:lnTo>
                  <a:close/>
                </a:path>
              </a:pathLst>
            </a:custGeom>
            <a:solidFill>
              <a:schemeClr val="bg1"/>
            </a:solidFill>
            <a:ln w="9525">
              <a:noFill/>
              <a:round/>
            </a:ln>
          </p:spPr>
          <p:txBody>
            <a:bodyPr vert="horz" wrap="square" lIns="79689" tIns="39844" rIns="79689" bIns="39844" numCol="1" anchor="t" anchorCtr="0" compatLnSpc="1"/>
            <a:lstStyle/>
            <a:p>
              <a:endParaRPr lang="zh-CN" altLang="en-US" sz="1570">
                <a:solidFill>
                  <a:schemeClr val="bg1"/>
                </a:solidFill>
                <a:cs typeface="+mn-ea"/>
                <a:sym typeface="+mn-lt"/>
              </a:endParaRPr>
            </a:p>
          </p:txBody>
        </p:sp>
        <p:sp>
          <p:nvSpPr>
            <p:cNvPr id="67" name="Freeform 384"/>
            <p:cNvSpPr/>
            <p:nvPr/>
          </p:nvSpPr>
          <p:spPr bwMode="auto">
            <a:xfrm>
              <a:off x="5568951" y="1484313"/>
              <a:ext cx="117475" cy="55563"/>
            </a:xfrm>
            <a:custGeom>
              <a:avLst/>
              <a:gdLst/>
              <a:ahLst/>
              <a:cxnLst>
                <a:cxn ang="0">
                  <a:pos x="291" y="0"/>
                </a:cxn>
                <a:cxn ang="0">
                  <a:pos x="291" y="0"/>
                </a:cxn>
                <a:cxn ang="0">
                  <a:pos x="283" y="1"/>
                </a:cxn>
                <a:cxn ang="0">
                  <a:pos x="276" y="4"/>
                </a:cxn>
                <a:cxn ang="0">
                  <a:pos x="263" y="12"/>
                </a:cxn>
                <a:cxn ang="0">
                  <a:pos x="238" y="27"/>
                </a:cxn>
                <a:cxn ang="0">
                  <a:pos x="238" y="27"/>
                </a:cxn>
                <a:cxn ang="0">
                  <a:pos x="217" y="38"/>
                </a:cxn>
                <a:cxn ang="0">
                  <a:pos x="195" y="47"/>
                </a:cxn>
                <a:cxn ang="0">
                  <a:pos x="151" y="64"/>
                </a:cxn>
                <a:cxn ang="0">
                  <a:pos x="151" y="64"/>
                </a:cxn>
                <a:cxn ang="0">
                  <a:pos x="119" y="78"/>
                </a:cxn>
                <a:cxn ang="0">
                  <a:pos x="87" y="93"/>
                </a:cxn>
                <a:cxn ang="0">
                  <a:pos x="87" y="93"/>
                </a:cxn>
                <a:cxn ang="0">
                  <a:pos x="68" y="103"/>
                </a:cxn>
                <a:cxn ang="0">
                  <a:pos x="47" y="115"/>
                </a:cxn>
                <a:cxn ang="0">
                  <a:pos x="37" y="120"/>
                </a:cxn>
                <a:cxn ang="0">
                  <a:pos x="26" y="125"/>
                </a:cxn>
                <a:cxn ang="0">
                  <a:pos x="16" y="129"/>
                </a:cxn>
                <a:cxn ang="0">
                  <a:pos x="5" y="131"/>
                </a:cxn>
                <a:cxn ang="0">
                  <a:pos x="5" y="131"/>
                </a:cxn>
                <a:cxn ang="0">
                  <a:pos x="4" y="132"/>
                </a:cxn>
                <a:cxn ang="0">
                  <a:pos x="2" y="133"/>
                </a:cxn>
                <a:cxn ang="0">
                  <a:pos x="0" y="137"/>
                </a:cxn>
                <a:cxn ang="0">
                  <a:pos x="2" y="140"/>
                </a:cxn>
                <a:cxn ang="0">
                  <a:pos x="2" y="141"/>
                </a:cxn>
                <a:cxn ang="0">
                  <a:pos x="4" y="142"/>
                </a:cxn>
                <a:cxn ang="0">
                  <a:pos x="5" y="142"/>
                </a:cxn>
                <a:cxn ang="0">
                  <a:pos x="5" y="142"/>
                </a:cxn>
                <a:cxn ang="0">
                  <a:pos x="13" y="141"/>
                </a:cxn>
                <a:cxn ang="0">
                  <a:pos x="20" y="139"/>
                </a:cxn>
                <a:cxn ang="0">
                  <a:pos x="33" y="133"/>
                </a:cxn>
                <a:cxn ang="0">
                  <a:pos x="58" y="120"/>
                </a:cxn>
                <a:cxn ang="0">
                  <a:pos x="58" y="120"/>
                </a:cxn>
                <a:cxn ang="0">
                  <a:pos x="101" y="98"/>
                </a:cxn>
                <a:cxn ang="0">
                  <a:pos x="122" y="89"/>
                </a:cxn>
                <a:cxn ang="0">
                  <a:pos x="144" y="80"/>
                </a:cxn>
                <a:cxn ang="0">
                  <a:pos x="144" y="80"/>
                </a:cxn>
                <a:cxn ang="0">
                  <a:pos x="182" y="65"/>
                </a:cxn>
                <a:cxn ang="0">
                  <a:pos x="219" y="50"/>
                </a:cxn>
                <a:cxn ang="0">
                  <a:pos x="219" y="50"/>
                </a:cxn>
                <a:cxn ang="0">
                  <a:pos x="228" y="46"/>
                </a:cxn>
                <a:cxn ang="0">
                  <a:pos x="237" y="40"/>
                </a:cxn>
                <a:cxn ang="0">
                  <a:pos x="255" y="29"/>
                </a:cxn>
                <a:cxn ang="0">
                  <a:pos x="274" y="17"/>
                </a:cxn>
                <a:cxn ang="0">
                  <a:pos x="283" y="13"/>
                </a:cxn>
                <a:cxn ang="0">
                  <a:pos x="293" y="10"/>
                </a:cxn>
                <a:cxn ang="0">
                  <a:pos x="293" y="10"/>
                </a:cxn>
                <a:cxn ang="0">
                  <a:pos x="296" y="10"/>
                </a:cxn>
                <a:cxn ang="0">
                  <a:pos x="297" y="8"/>
                </a:cxn>
                <a:cxn ang="0">
                  <a:pos x="297" y="6"/>
                </a:cxn>
                <a:cxn ang="0">
                  <a:pos x="297" y="4"/>
                </a:cxn>
                <a:cxn ang="0">
                  <a:pos x="295" y="1"/>
                </a:cxn>
                <a:cxn ang="0">
                  <a:pos x="292" y="0"/>
                </a:cxn>
                <a:cxn ang="0">
                  <a:pos x="291" y="0"/>
                </a:cxn>
                <a:cxn ang="0">
                  <a:pos x="291" y="0"/>
                </a:cxn>
              </a:cxnLst>
              <a:rect l="0" t="0" r="r" b="b"/>
              <a:pathLst>
                <a:path w="297" h="142">
                  <a:moveTo>
                    <a:pt x="291" y="0"/>
                  </a:moveTo>
                  <a:lnTo>
                    <a:pt x="291" y="0"/>
                  </a:lnTo>
                  <a:lnTo>
                    <a:pt x="283" y="1"/>
                  </a:lnTo>
                  <a:lnTo>
                    <a:pt x="276" y="4"/>
                  </a:lnTo>
                  <a:lnTo>
                    <a:pt x="263" y="12"/>
                  </a:lnTo>
                  <a:lnTo>
                    <a:pt x="238" y="27"/>
                  </a:lnTo>
                  <a:lnTo>
                    <a:pt x="238" y="27"/>
                  </a:lnTo>
                  <a:lnTo>
                    <a:pt x="217" y="38"/>
                  </a:lnTo>
                  <a:lnTo>
                    <a:pt x="195" y="47"/>
                  </a:lnTo>
                  <a:lnTo>
                    <a:pt x="151" y="64"/>
                  </a:lnTo>
                  <a:lnTo>
                    <a:pt x="151" y="64"/>
                  </a:lnTo>
                  <a:lnTo>
                    <a:pt x="119" y="78"/>
                  </a:lnTo>
                  <a:lnTo>
                    <a:pt x="87" y="93"/>
                  </a:lnTo>
                  <a:lnTo>
                    <a:pt x="87" y="93"/>
                  </a:lnTo>
                  <a:lnTo>
                    <a:pt x="68" y="103"/>
                  </a:lnTo>
                  <a:lnTo>
                    <a:pt x="47" y="115"/>
                  </a:lnTo>
                  <a:lnTo>
                    <a:pt x="37" y="120"/>
                  </a:lnTo>
                  <a:lnTo>
                    <a:pt x="26" y="125"/>
                  </a:lnTo>
                  <a:lnTo>
                    <a:pt x="16" y="129"/>
                  </a:lnTo>
                  <a:lnTo>
                    <a:pt x="5" y="131"/>
                  </a:lnTo>
                  <a:lnTo>
                    <a:pt x="5" y="131"/>
                  </a:lnTo>
                  <a:lnTo>
                    <a:pt x="4" y="132"/>
                  </a:lnTo>
                  <a:lnTo>
                    <a:pt x="2" y="133"/>
                  </a:lnTo>
                  <a:lnTo>
                    <a:pt x="0" y="137"/>
                  </a:lnTo>
                  <a:lnTo>
                    <a:pt x="2" y="140"/>
                  </a:lnTo>
                  <a:lnTo>
                    <a:pt x="2" y="141"/>
                  </a:lnTo>
                  <a:lnTo>
                    <a:pt x="4" y="142"/>
                  </a:lnTo>
                  <a:lnTo>
                    <a:pt x="5" y="142"/>
                  </a:lnTo>
                  <a:lnTo>
                    <a:pt x="5" y="142"/>
                  </a:lnTo>
                  <a:lnTo>
                    <a:pt x="13" y="141"/>
                  </a:lnTo>
                  <a:lnTo>
                    <a:pt x="20" y="139"/>
                  </a:lnTo>
                  <a:lnTo>
                    <a:pt x="33" y="133"/>
                  </a:lnTo>
                  <a:lnTo>
                    <a:pt x="58" y="120"/>
                  </a:lnTo>
                  <a:lnTo>
                    <a:pt x="58" y="120"/>
                  </a:lnTo>
                  <a:lnTo>
                    <a:pt x="101" y="98"/>
                  </a:lnTo>
                  <a:lnTo>
                    <a:pt x="122" y="89"/>
                  </a:lnTo>
                  <a:lnTo>
                    <a:pt x="144" y="80"/>
                  </a:lnTo>
                  <a:lnTo>
                    <a:pt x="144" y="80"/>
                  </a:lnTo>
                  <a:lnTo>
                    <a:pt x="182" y="65"/>
                  </a:lnTo>
                  <a:lnTo>
                    <a:pt x="219" y="50"/>
                  </a:lnTo>
                  <a:lnTo>
                    <a:pt x="219" y="50"/>
                  </a:lnTo>
                  <a:lnTo>
                    <a:pt x="228" y="46"/>
                  </a:lnTo>
                  <a:lnTo>
                    <a:pt x="237" y="40"/>
                  </a:lnTo>
                  <a:lnTo>
                    <a:pt x="255" y="29"/>
                  </a:lnTo>
                  <a:lnTo>
                    <a:pt x="274" y="17"/>
                  </a:lnTo>
                  <a:lnTo>
                    <a:pt x="283" y="13"/>
                  </a:lnTo>
                  <a:lnTo>
                    <a:pt x="293" y="10"/>
                  </a:lnTo>
                  <a:lnTo>
                    <a:pt x="293" y="10"/>
                  </a:lnTo>
                  <a:lnTo>
                    <a:pt x="296" y="10"/>
                  </a:lnTo>
                  <a:lnTo>
                    <a:pt x="297" y="8"/>
                  </a:lnTo>
                  <a:lnTo>
                    <a:pt x="297" y="6"/>
                  </a:lnTo>
                  <a:lnTo>
                    <a:pt x="297" y="4"/>
                  </a:lnTo>
                  <a:lnTo>
                    <a:pt x="295" y="1"/>
                  </a:lnTo>
                  <a:lnTo>
                    <a:pt x="292" y="0"/>
                  </a:lnTo>
                  <a:lnTo>
                    <a:pt x="291" y="0"/>
                  </a:lnTo>
                  <a:lnTo>
                    <a:pt x="291" y="0"/>
                  </a:lnTo>
                  <a:close/>
                </a:path>
              </a:pathLst>
            </a:custGeom>
            <a:solidFill>
              <a:schemeClr val="bg1"/>
            </a:solidFill>
            <a:ln w="9525">
              <a:noFill/>
              <a:round/>
            </a:ln>
          </p:spPr>
          <p:txBody>
            <a:bodyPr vert="horz" wrap="square" lIns="79689" tIns="39844" rIns="79689" bIns="39844" numCol="1" anchor="t" anchorCtr="0" compatLnSpc="1"/>
            <a:lstStyle/>
            <a:p>
              <a:endParaRPr lang="zh-CN" altLang="en-US" sz="1570">
                <a:solidFill>
                  <a:schemeClr val="bg1"/>
                </a:solidFill>
                <a:cs typeface="+mn-ea"/>
                <a:sym typeface="+mn-lt"/>
              </a:endParaRPr>
            </a:p>
          </p:txBody>
        </p:sp>
        <p:sp>
          <p:nvSpPr>
            <p:cNvPr id="68" name="Freeform 385"/>
            <p:cNvSpPr/>
            <p:nvPr/>
          </p:nvSpPr>
          <p:spPr bwMode="auto">
            <a:xfrm>
              <a:off x="5468939" y="1271588"/>
              <a:ext cx="187325" cy="80963"/>
            </a:xfrm>
            <a:custGeom>
              <a:avLst/>
              <a:gdLst/>
              <a:ahLst/>
              <a:cxnLst>
                <a:cxn ang="0">
                  <a:pos x="467" y="0"/>
                </a:cxn>
                <a:cxn ang="0">
                  <a:pos x="467" y="0"/>
                </a:cxn>
                <a:cxn ang="0">
                  <a:pos x="458" y="1"/>
                </a:cxn>
                <a:cxn ang="0">
                  <a:pos x="449" y="4"/>
                </a:cxn>
                <a:cxn ang="0">
                  <a:pos x="432" y="11"/>
                </a:cxn>
                <a:cxn ang="0">
                  <a:pos x="432" y="11"/>
                </a:cxn>
                <a:cxn ang="0">
                  <a:pos x="417" y="17"/>
                </a:cxn>
                <a:cxn ang="0">
                  <a:pos x="404" y="21"/>
                </a:cxn>
                <a:cxn ang="0">
                  <a:pos x="391" y="26"/>
                </a:cxn>
                <a:cxn ang="0">
                  <a:pos x="378" y="32"/>
                </a:cxn>
                <a:cxn ang="0">
                  <a:pos x="378" y="32"/>
                </a:cxn>
                <a:cxn ang="0">
                  <a:pos x="324" y="57"/>
                </a:cxn>
                <a:cxn ang="0">
                  <a:pos x="271" y="82"/>
                </a:cxn>
                <a:cxn ang="0">
                  <a:pos x="271" y="82"/>
                </a:cxn>
                <a:cxn ang="0">
                  <a:pos x="237" y="97"/>
                </a:cxn>
                <a:cxn ang="0">
                  <a:pos x="204" y="111"/>
                </a:cxn>
                <a:cxn ang="0">
                  <a:pos x="136" y="137"/>
                </a:cxn>
                <a:cxn ang="0">
                  <a:pos x="69" y="165"/>
                </a:cxn>
                <a:cxn ang="0">
                  <a:pos x="35" y="179"/>
                </a:cxn>
                <a:cxn ang="0">
                  <a:pos x="3" y="193"/>
                </a:cxn>
                <a:cxn ang="0">
                  <a:pos x="3" y="193"/>
                </a:cxn>
                <a:cxn ang="0">
                  <a:pos x="1" y="196"/>
                </a:cxn>
                <a:cxn ang="0">
                  <a:pos x="0" y="197"/>
                </a:cxn>
                <a:cxn ang="0">
                  <a:pos x="0" y="200"/>
                </a:cxn>
                <a:cxn ang="0">
                  <a:pos x="1" y="201"/>
                </a:cxn>
                <a:cxn ang="0">
                  <a:pos x="4" y="204"/>
                </a:cxn>
                <a:cxn ang="0">
                  <a:pos x="7" y="205"/>
                </a:cxn>
                <a:cxn ang="0">
                  <a:pos x="9" y="204"/>
                </a:cxn>
                <a:cxn ang="0">
                  <a:pos x="9" y="204"/>
                </a:cxn>
                <a:cxn ang="0">
                  <a:pos x="39" y="189"/>
                </a:cxn>
                <a:cxn ang="0">
                  <a:pos x="69" y="176"/>
                </a:cxn>
                <a:cxn ang="0">
                  <a:pos x="132" y="150"/>
                </a:cxn>
                <a:cxn ang="0">
                  <a:pos x="195" y="127"/>
                </a:cxn>
                <a:cxn ang="0">
                  <a:pos x="256" y="100"/>
                </a:cxn>
                <a:cxn ang="0">
                  <a:pos x="256" y="100"/>
                </a:cxn>
                <a:cxn ang="0">
                  <a:pos x="289" y="86"/>
                </a:cxn>
                <a:cxn ang="0">
                  <a:pos x="323" y="73"/>
                </a:cxn>
                <a:cxn ang="0">
                  <a:pos x="323" y="73"/>
                </a:cxn>
                <a:cxn ang="0">
                  <a:pos x="344" y="65"/>
                </a:cxn>
                <a:cxn ang="0">
                  <a:pos x="356" y="60"/>
                </a:cxn>
                <a:cxn ang="0">
                  <a:pos x="364" y="55"/>
                </a:cxn>
                <a:cxn ang="0">
                  <a:pos x="364" y="55"/>
                </a:cxn>
                <a:cxn ang="0">
                  <a:pos x="377" y="46"/>
                </a:cxn>
                <a:cxn ang="0">
                  <a:pos x="391" y="39"/>
                </a:cxn>
                <a:cxn ang="0">
                  <a:pos x="407" y="32"/>
                </a:cxn>
                <a:cxn ang="0">
                  <a:pos x="421" y="27"/>
                </a:cxn>
                <a:cxn ang="0">
                  <a:pos x="421" y="27"/>
                </a:cxn>
                <a:cxn ang="0">
                  <a:pos x="445" y="18"/>
                </a:cxn>
                <a:cxn ang="0">
                  <a:pos x="458" y="13"/>
                </a:cxn>
                <a:cxn ang="0">
                  <a:pos x="470" y="10"/>
                </a:cxn>
                <a:cxn ang="0">
                  <a:pos x="470" y="10"/>
                </a:cxn>
                <a:cxn ang="0">
                  <a:pos x="472" y="9"/>
                </a:cxn>
                <a:cxn ang="0">
                  <a:pos x="474" y="8"/>
                </a:cxn>
                <a:cxn ang="0">
                  <a:pos x="474" y="6"/>
                </a:cxn>
                <a:cxn ang="0">
                  <a:pos x="474" y="4"/>
                </a:cxn>
                <a:cxn ang="0">
                  <a:pos x="471" y="0"/>
                </a:cxn>
                <a:cxn ang="0">
                  <a:pos x="470" y="0"/>
                </a:cxn>
                <a:cxn ang="0">
                  <a:pos x="467" y="0"/>
                </a:cxn>
                <a:cxn ang="0">
                  <a:pos x="467" y="0"/>
                </a:cxn>
              </a:cxnLst>
              <a:rect l="0" t="0" r="r" b="b"/>
              <a:pathLst>
                <a:path w="474" h="205">
                  <a:moveTo>
                    <a:pt x="467" y="0"/>
                  </a:moveTo>
                  <a:lnTo>
                    <a:pt x="467" y="0"/>
                  </a:lnTo>
                  <a:lnTo>
                    <a:pt x="458" y="1"/>
                  </a:lnTo>
                  <a:lnTo>
                    <a:pt x="449" y="4"/>
                  </a:lnTo>
                  <a:lnTo>
                    <a:pt x="432" y="11"/>
                  </a:lnTo>
                  <a:lnTo>
                    <a:pt x="432" y="11"/>
                  </a:lnTo>
                  <a:lnTo>
                    <a:pt x="417" y="17"/>
                  </a:lnTo>
                  <a:lnTo>
                    <a:pt x="404" y="21"/>
                  </a:lnTo>
                  <a:lnTo>
                    <a:pt x="391" y="26"/>
                  </a:lnTo>
                  <a:lnTo>
                    <a:pt x="378" y="32"/>
                  </a:lnTo>
                  <a:lnTo>
                    <a:pt x="378" y="32"/>
                  </a:lnTo>
                  <a:lnTo>
                    <a:pt x="324" y="57"/>
                  </a:lnTo>
                  <a:lnTo>
                    <a:pt x="271" y="82"/>
                  </a:lnTo>
                  <a:lnTo>
                    <a:pt x="271" y="82"/>
                  </a:lnTo>
                  <a:lnTo>
                    <a:pt x="237" y="97"/>
                  </a:lnTo>
                  <a:lnTo>
                    <a:pt x="204" y="111"/>
                  </a:lnTo>
                  <a:lnTo>
                    <a:pt x="136" y="137"/>
                  </a:lnTo>
                  <a:lnTo>
                    <a:pt x="69" y="165"/>
                  </a:lnTo>
                  <a:lnTo>
                    <a:pt x="35" y="179"/>
                  </a:lnTo>
                  <a:lnTo>
                    <a:pt x="3" y="193"/>
                  </a:lnTo>
                  <a:lnTo>
                    <a:pt x="3" y="193"/>
                  </a:lnTo>
                  <a:lnTo>
                    <a:pt x="1" y="196"/>
                  </a:lnTo>
                  <a:lnTo>
                    <a:pt x="0" y="197"/>
                  </a:lnTo>
                  <a:lnTo>
                    <a:pt x="0" y="200"/>
                  </a:lnTo>
                  <a:lnTo>
                    <a:pt x="1" y="201"/>
                  </a:lnTo>
                  <a:lnTo>
                    <a:pt x="4" y="204"/>
                  </a:lnTo>
                  <a:lnTo>
                    <a:pt x="7" y="205"/>
                  </a:lnTo>
                  <a:lnTo>
                    <a:pt x="9" y="204"/>
                  </a:lnTo>
                  <a:lnTo>
                    <a:pt x="9" y="204"/>
                  </a:lnTo>
                  <a:lnTo>
                    <a:pt x="39" y="189"/>
                  </a:lnTo>
                  <a:lnTo>
                    <a:pt x="69" y="176"/>
                  </a:lnTo>
                  <a:lnTo>
                    <a:pt x="132" y="150"/>
                  </a:lnTo>
                  <a:lnTo>
                    <a:pt x="195" y="127"/>
                  </a:lnTo>
                  <a:lnTo>
                    <a:pt x="256" y="100"/>
                  </a:lnTo>
                  <a:lnTo>
                    <a:pt x="256" y="100"/>
                  </a:lnTo>
                  <a:lnTo>
                    <a:pt x="289" y="86"/>
                  </a:lnTo>
                  <a:lnTo>
                    <a:pt x="323" y="73"/>
                  </a:lnTo>
                  <a:lnTo>
                    <a:pt x="323" y="73"/>
                  </a:lnTo>
                  <a:lnTo>
                    <a:pt x="344" y="65"/>
                  </a:lnTo>
                  <a:lnTo>
                    <a:pt x="356" y="60"/>
                  </a:lnTo>
                  <a:lnTo>
                    <a:pt x="364" y="55"/>
                  </a:lnTo>
                  <a:lnTo>
                    <a:pt x="364" y="55"/>
                  </a:lnTo>
                  <a:lnTo>
                    <a:pt x="377" y="46"/>
                  </a:lnTo>
                  <a:lnTo>
                    <a:pt x="391" y="39"/>
                  </a:lnTo>
                  <a:lnTo>
                    <a:pt x="407" y="32"/>
                  </a:lnTo>
                  <a:lnTo>
                    <a:pt x="421" y="27"/>
                  </a:lnTo>
                  <a:lnTo>
                    <a:pt x="421" y="27"/>
                  </a:lnTo>
                  <a:lnTo>
                    <a:pt x="445" y="18"/>
                  </a:lnTo>
                  <a:lnTo>
                    <a:pt x="458" y="13"/>
                  </a:lnTo>
                  <a:lnTo>
                    <a:pt x="470" y="10"/>
                  </a:lnTo>
                  <a:lnTo>
                    <a:pt x="470" y="10"/>
                  </a:lnTo>
                  <a:lnTo>
                    <a:pt x="472" y="9"/>
                  </a:lnTo>
                  <a:lnTo>
                    <a:pt x="474" y="8"/>
                  </a:lnTo>
                  <a:lnTo>
                    <a:pt x="474" y="6"/>
                  </a:lnTo>
                  <a:lnTo>
                    <a:pt x="474" y="4"/>
                  </a:lnTo>
                  <a:lnTo>
                    <a:pt x="471" y="0"/>
                  </a:lnTo>
                  <a:lnTo>
                    <a:pt x="470" y="0"/>
                  </a:lnTo>
                  <a:lnTo>
                    <a:pt x="467" y="0"/>
                  </a:lnTo>
                  <a:lnTo>
                    <a:pt x="467" y="0"/>
                  </a:lnTo>
                  <a:close/>
                </a:path>
              </a:pathLst>
            </a:custGeom>
            <a:solidFill>
              <a:schemeClr val="bg1"/>
            </a:solidFill>
            <a:ln w="9525">
              <a:noFill/>
              <a:round/>
            </a:ln>
          </p:spPr>
          <p:txBody>
            <a:bodyPr vert="horz" wrap="square" lIns="79689" tIns="39844" rIns="79689" bIns="39844" numCol="1" anchor="t" anchorCtr="0" compatLnSpc="1"/>
            <a:lstStyle/>
            <a:p>
              <a:endParaRPr lang="zh-CN" altLang="en-US" sz="1570">
                <a:solidFill>
                  <a:schemeClr val="bg1"/>
                </a:solidFill>
                <a:cs typeface="+mn-ea"/>
                <a:sym typeface="+mn-lt"/>
              </a:endParaRPr>
            </a:p>
          </p:txBody>
        </p:sp>
        <p:sp>
          <p:nvSpPr>
            <p:cNvPr id="69" name="Freeform 386"/>
            <p:cNvSpPr/>
            <p:nvPr/>
          </p:nvSpPr>
          <p:spPr bwMode="auto">
            <a:xfrm>
              <a:off x="5697539" y="1277938"/>
              <a:ext cx="190500" cy="130175"/>
            </a:xfrm>
            <a:custGeom>
              <a:avLst/>
              <a:gdLst/>
              <a:ahLst/>
              <a:cxnLst>
                <a:cxn ang="0">
                  <a:pos x="470" y="1"/>
                </a:cxn>
                <a:cxn ang="0">
                  <a:pos x="470" y="1"/>
                </a:cxn>
                <a:cxn ang="0">
                  <a:pos x="439" y="23"/>
                </a:cxn>
                <a:cxn ang="0">
                  <a:pos x="408" y="46"/>
                </a:cxn>
                <a:cxn ang="0">
                  <a:pos x="344" y="89"/>
                </a:cxn>
                <a:cxn ang="0">
                  <a:pos x="280" y="131"/>
                </a:cxn>
                <a:cxn ang="0">
                  <a:pos x="248" y="153"/>
                </a:cxn>
                <a:cxn ang="0">
                  <a:pos x="218" y="176"/>
                </a:cxn>
                <a:cxn ang="0">
                  <a:pos x="218" y="176"/>
                </a:cxn>
                <a:cxn ang="0">
                  <a:pos x="184" y="204"/>
                </a:cxn>
                <a:cxn ang="0">
                  <a:pos x="148" y="229"/>
                </a:cxn>
                <a:cxn ang="0">
                  <a:pos x="111" y="252"/>
                </a:cxn>
                <a:cxn ang="0">
                  <a:pos x="73" y="273"/>
                </a:cxn>
                <a:cxn ang="0">
                  <a:pos x="73" y="273"/>
                </a:cxn>
                <a:cxn ang="0">
                  <a:pos x="59" y="281"/>
                </a:cxn>
                <a:cxn ang="0">
                  <a:pos x="46" y="290"/>
                </a:cxn>
                <a:cxn ang="0">
                  <a:pos x="33" y="299"/>
                </a:cxn>
                <a:cxn ang="0">
                  <a:pos x="18" y="306"/>
                </a:cxn>
                <a:cxn ang="0">
                  <a:pos x="18" y="306"/>
                </a:cxn>
                <a:cxn ang="0">
                  <a:pos x="12" y="310"/>
                </a:cxn>
                <a:cxn ang="0">
                  <a:pos x="6" y="312"/>
                </a:cxn>
                <a:cxn ang="0">
                  <a:pos x="3" y="316"/>
                </a:cxn>
                <a:cxn ang="0">
                  <a:pos x="0" y="323"/>
                </a:cxn>
                <a:cxn ang="0">
                  <a:pos x="0" y="323"/>
                </a:cxn>
                <a:cxn ang="0">
                  <a:pos x="0" y="325"/>
                </a:cxn>
                <a:cxn ang="0">
                  <a:pos x="1" y="328"/>
                </a:cxn>
                <a:cxn ang="0">
                  <a:pos x="4" y="329"/>
                </a:cxn>
                <a:cxn ang="0">
                  <a:pos x="8" y="329"/>
                </a:cxn>
                <a:cxn ang="0">
                  <a:pos x="10" y="328"/>
                </a:cxn>
                <a:cxn ang="0">
                  <a:pos x="10" y="327"/>
                </a:cxn>
                <a:cxn ang="0">
                  <a:pos x="10" y="327"/>
                </a:cxn>
                <a:cxn ang="0">
                  <a:pos x="13" y="323"/>
                </a:cxn>
                <a:cxn ang="0">
                  <a:pos x="18" y="319"/>
                </a:cxn>
                <a:cxn ang="0">
                  <a:pos x="31" y="311"/>
                </a:cxn>
                <a:cxn ang="0">
                  <a:pos x="54" y="298"/>
                </a:cxn>
                <a:cxn ang="0">
                  <a:pos x="54" y="298"/>
                </a:cxn>
                <a:cxn ang="0">
                  <a:pos x="85" y="280"/>
                </a:cxn>
                <a:cxn ang="0">
                  <a:pos x="116" y="261"/>
                </a:cxn>
                <a:cxn ang="0">
                  <a:pos x="116" y="261"/>
                </a:cxn>
                <a:cxn ang="0">
                  <a:pos x="148" y="242"/>
                </a:cxn>
                <a:cxn ang="0">
                  <a:pos x="178" y="222"/>
                </a:cxn>
                <a:cxn ang="0">
                  <a:pos x="207" y="200"/>
                </a:cxn>
                <a:cxn ang="0">
                  <a:pos x="235" y="178"/>
                </a:cxn>
                <a:cxn ang="0">
                  <a:pos x="235" y="178"/>
                </a:cxn>
                <a:cxn ang="0">
                  <a:pos x="264" y="155"/>
                </a:cxn>
                <a:cxn ang="0">
                  <a:pos x="294" y="134"/>
                </a:cxn>
                <a:cxn ang="0">
                  <a:pos x="356" y="93"/>
                </a:cxn>
                <a:cxn ang="0">
                  <a:pos x="417" y="52"/>
                </a:cxn>
                <a:cxn ang="0">
                  <a:pos x="449" y="31"/>
                </a:cxn>
                <a:cxn ang="0">
                  <a:pos x="477" y="9"/>
                </a:cxn>
                <a:cxn ang="0">
                  <a:pos x="477" y="9"/>
                </a:cxn>
                <a:cxn ang="0">
                  <a:pos x="479" y="8"/>
                </a:cxn>
                <a:cxn ang="0">
                  <a:pos x="480" y="5"/>
                </a:cxn>
                <a:cxn ang="0">
                  <a:pos x="479" y="4"/>
                </a:cxn>
                <a:cxn ang="0">
                  <a:pos x="477" y="1"/>
                </a:cxn>
                <a:cxn ang="0">
                  <a:pos x="475" y="0"/>
                </a:cxn>
                <a:cxn ang="0">
                  <a:pos x="472" y="0"/>
                </a:cxn>
                <a:cxn ang="0">
                  <a:pos x="470" y="1"/>
                </a:cxn>
                <a:cxn ang="0">
                  <a:pos x="470" y="1"/>
                </a:cxn>
              </a:cxnLst>
              <a:rect l="0" t="0" r="r" b="b"/>
              <a:pathLst>
                <a:path w="480" h="329">
                  <a:moveTo>
                    <a:pt x="470" y="1"/>
                  </a:moveTo>
                  <a:lnTo>
                    <a:pt x="470" y="1"/>
                  </a:lnTo>
                  <a:lnTo>
                    <a:pt x="439" y="23"/>
                  </a:lnTo>
                  <a:lnTo>
                    <a:pt x="408" y="46"/>
                  </a:lnTo>
                  <a:lnTo>
                    <a:pt x="344" y="89"/>
                  </a:lnTo>
                  <a:lnTo>
                    <a:pt x="280" y="131"/>
                  </a:lnTo>
                  <a:lnTo>
                    <a:pt x="248" y="153"/>
                  </a:lnTo>
                  <a:lnTo>
                    <a:pt x="218" y="176"/>
                  </a:lnTo>
                  <a:lnTo>
                    <a:pt x="218" y="176"/>
                  </a:lnTo>
                  <a:lnTo>
                    <a:pt x="184" y="204"/>
                  </a:lnTo>
                  <a:lnTo>
                    <a:pt x="148" y="229"/>
                  </a:lnTo>
                  <a:lnTo>
                    <a:pt x="111" y="252"/>
                  </a:lnTo>
                  <a:lnTo>
                    <a:pt x="73" y="273"/>
                  </a:lnTo>
                  <a:lnTo>
                    <a:pt x="73" y="273"/>
                  </a:lnTo>
                  <a:lnTo>
                    <a:pt x="59" y="281"/>
                  </a:lnTo>
                  <a:lnTo>
                    <a:pt x="46" y="290"/>
                  </a:lnTo>
                  <a:lnTo>
                    <a:pt x="33" y="299"/>
                  </a:lnTo>
                  <a:lnTo>
                    <a:pt x="18" y="306"/>
                  </a:lnTo>
                  <a:lnTo>
                    <a:pt x="18" y="306"/>
                  </a:lnTo>
                  <a:lnTo>
                    <a:pt x="12" y="310"/>
                  </a:lnTo>
                  <a:lnTo>
                    <a:pt x="6" y="312"/>
                  </a:lnTo>
                  <a:lnTo>
                    <a:pt x="3" y="316"/>
                  </a:lnTo>
                  <a:lnTo>
                    <a:pt x="0" y="323"/>
                  </a:lnTo>
                  <a:lnTo>
                    <a:pt x="0" y="323"/>
                  </a:lnTo>
                  <a:lnTo>
                    <a:pt x="0" y="325"/>
                  </a:lnTo>
                  <a:lnTo>
                    <a:pt x="1" y="328"/>
                  </a:lnTo>
                  <a:lnTo>
                    <a:pt x="4" y="329"/>
                  </a:lnTo>
                  <a:lnTo>
                    <a:pt x="8" y="329"/>
                  </a:lnTo>
                  <a:lnTo>
                    <a:pt x="10" y="328"/>
                  </a:lnTo>
                  <a:lnTo>
                    <a:pt x="10" y="327"/>
                  </a:lnTo>
                  <a:lnTo>
                    <a:pt x="10" y="327"/>
                  </a:lnTo>
                  <a:lnTo>
                    <a:pt x="13" y="323"/>
                  </a:lnTo>
                  <a:lnTo>
                    <a:pt x="18" y="319"/>
                  </a:lnTo>
                  <a:lnTo>
                    <a:pt x="31" y="311"/>
                  </a:lnTo>
                  <a:lnTo>
                    <a:pt x="54" y="298"/>
                  </a:lnTo>
                  <a:lnTo>
                    <a:pt x="54" y="298"/>
                  </a:lnTo>
                  <a:lnTo>
                    <a:pt x="85" y="280"/>
                  </a:lnTo>
                  <a:lnTo>
                    <a:pt x="116" y="261"/>
                  </a:lnTo>
                  <a:lnTo>
                    <a:pt x="116" y="261"/>
                  </a:lnTo>
                  <a:lnTo>
                    <a:pt x="148" y="242"/>
                  </a:lnTo>
                  <a:lnTo>
                    <a:pt x="178" y="222"/>
                  </a:lnTo>
                  <a:lnTo>
                    <a:pt x="207" y="200"/>
                  </a:lnTo>
                  <a:lnTo>
                    <a:pt x="235" y="178"/>
                  </a:lnTo>
                  <a:lnTo>
                    <a:pt x="235" y="178"/>
                  </a:lnTo>
                  <a:lnTo>
                    <a:pt x="264" y="155"/>
                  </a:lnTo>
                  <a:lnTo>
                    <a:pt x="294" y="134"/>
                  </a:lnTo>
                  <a:lnTo>
                    <a:pt x="356" y="93"/>
                  </a:lnTo>
                  <a:lnTo>
                    <a:pt x="417" y="52"/>
                  </a:lnTo>
                  <a:lnTo>
                    <a:pt x="449" y="31"/>
                  </a:lnTo>
                  <a:lnTo>
                    <a:pt x="477" y="9"/>
                  </a:lnTo>
                  <a:lnTo>
                    <a:pt x="477" y="9"/>
                  </a:lnTo>
                  <a:lnTo>
                    <a:pt x="479" y="8"/>
                  </a:lnTo>
                  <a:lnTo>
                    <a:pt x="480" y="5"/>
                  </a:lnTo>
                  <a:lnTo>
                    <a:pt x="479" y="4"/>
                  </a:lnTo>
                  <a:lnTo>
                    <a:pt x="477" y="1"/>
                  </a:lnTo>
                  <a:lnTo>
                    <a:pt x="475" y="0"/>
                  </a:lnTo>
                  <a:lnTo>
                    <a:pt x="472" y="0"/>
                  </a:lnTo>
                  <a:lnTo>
                    <a:pt x="470" y="1"/>
                  </a:lnTo>
                  <a:lnTo>
                    <a:pt x="470" y="1"/>
                  </a:lnTo>
                  <a:close/>
                </a:path>
              </a:pathLst>
            </a:custGeom>
            <a:solidFill>
              <a:schemeClr val="bg1"/>
            </a:solidFill>
            <a:ln w="9525">
              <a:noFill/>
              <a:round/>
            </a:ln>
          </p:spPr>
          <p:txBody>
            <a:bodyPr vert="horz" wrap="square" lIns="79689" tIns="39844" rIns="79689" bIns="39844" numCol="1" anchor="t" anchorCtr="0" compatLnSpc="1"/>
            <a:lstStyle/>
            <a:p>
              <a:endParaRPr lang="zh-CN" altLang="en-US" sz="1570">
                <a:solidFill>
                  <a:schemeClr val="bg1"/>
                </a:solidFill>
                <a:cs typeface="+mn-ea"/>
                <a:sym typeface="+mn-lt"/>
              </a:endParaRPr>
            </a:p>
          </p:txBody>
        </p:sp>
        <p:sp>
          <p:nvSpPr>
            <p:cNvPr id="70" name="Freeform 387"/>
            <p:cNvSpPr/>
            <p:nvPr/>
          </p:nvSpPr>
          <p:spPr bwMode="auto">
            <a:xfrm>
              <a:off x="5686426" y="1303338"/>
              <a:ext cx="265113" cy="166688"/>
            </a:xfrm>
            <a:custGeom>
              <a:avLst/>
              <a:gdLst/>
              <a:ahLst/>
              <a:cxnLst>
                <a:cxn ang="0">
                  <a:pos x="657" y="6"/>
                </a:cxn>
                <a:cxn ang="0">
                  <a:pos x="650" y="9"/>
                </a:cxn>
                <a:cxn ang="0">
                  <a:pos x="631" y="19"/>
                </a:cxn>
                <a:cxn ang="0">
                  <a:pos x="604" y="34"/>
                </a:cxn>
                <a:cxn ang="0">
                  <a:pos x="595" y="37"/>
                </a:cxn>
                <a:cxn ang="0">
                  <a:pos x="581" y="51"/>
                </a:cxn>
                <a:cxn ang="0">
                  <a:pos x="573" y="57"/>
                </a:cxn>
                <a:cxn ang="0">
                  <a:pos x="526" y="90"/>
                </a:cxn>
                <a:cxn ang="0">
                  <a:pos x="437" y="146"/>
                </a:cxn>
                <a:cxn ang="0">
                  <a:pos x="345" y="200"/>
                </a:cxn>
                <a:cxn ang="0">
                  <a:pos x="243" y="260"/>
                </a:cxn>
                <a:cxn ang="0">
                  <a:pos x="140" y="320"/>
                </a:cxn>
                <a:cxn ang="0">
                  <a:pos x="97" y="347"/>
                </a:cxn>
                <a:cxn ang="0">
                  <a:pos x="86" y="354"/>
                </a:cxn>
                <a:cxn ang="0">
                  <a:pos x="51" y="371"/>
                </a:cxn>
                <a:cxn ang="0">
                  <a:pos x="37" y="379"/>
                </a:cxn>
                <a:cxn ang="0">
                  <a:pos x="11" y="400"/>
                </a:cxn>
                <a:cxn ang="0">
                  <a:pos x="1" y="413"/>
                </a:cxn>
                <a:cxn ang="0">
                  <a:pos x="0" y="415"/>
                </a:cxn>
                <a:cxn ang="0">
                  <a:pos x="3" y="421"/>
                </a:cxn>
                <a:cxn ang="0">
                  <a:pos x="9" y="421"/>
                </a:cxn>
                <a:cxn ang="0">
                  <a:pos x="11" y="418"/>
                </a:cxn>
                <a:cxn ang="0">
                  <a:pos x="24" y="404"/>
                </a:cxn>
                <a:cxn ang="0">
                  <a:pos x="39" y="392"/>
                </a:cxn>
                <a:cxn ang="0">
                  <a:pos x="73" y="372"/>
                </a:cxn>
                <a:cxn ang="0">
                  <a:pos x="94" y="362"/>
                </a:cxn>
                <a:cxn ang="0">
                  <a:pos x="135" y="336"/>
                </a:cxn>
                <a:cxn ang="0">
                  <a:pos x="156" y="324"/>
                </a:cxn>
                <a:cxn ang="0">
                  <a:pos x="352" y="209"/>
                </a:cxn>
                <a:cxn ang="0">
                  <a:pos x="517" y="109"/>
                </a:cxn>
                <a:cxn ang="0">
                  <a:pos x="536" y="96"/>
                </a:cxn>
                <a:cxn ang="0">
                  <a:pos x="594" y="56"/>
                </a:cxn>
                <a:cxn ang="0">
                  <a:pos x="610" y="44"/>
                </a:cxn>
                <a:cxn ang="0">
                  <a:pos x="636" y="27"/>
                </a:cxn>
                <a:cxn ang="0">
                  <a:pos x="654" y="18"/>
                </a:cxn>
                <a:cxn ang="0">
                  <a:pos x="662" y="17"/>
                </a:cxn>
                <a:cxn ang="0">
                  <a:pos x="667" y="13"/>
                </a:cxn>
                <a:cxn ang="0">
                  <a:pos x="669" y="5"/>
                </a:cxn>
                <a:cxn ang="0">
                  <a:pos x="667" y="2"/>
                </a:cxn>
                <a:cxn ang="0">
                  <a:pos x="662" y="0"/>
                </a:cxn>
                <a:cxn ang="0">
                  <a:pos x="657" y="2"/>
                </a:cxn>
                <a:cxn ang="0">
                  <a:pos x="657" y="5"/>
                </a:cxn>
              </a:cxnLst>
              <a:rect l="0" t="0" r="r" b="b"/>
              <a:pathLst>
                <a:path w="669" h="421">
                  <a:moveTo>
                    <a:pt x="657" y="5"/>
                  </a:moveTo>
                  <a:lnTo>
                    <a:pt x="657" y="6"/>
                  </a:lnTo>
                  <a:lnTo>
                    <a:pt x="657" y="6"/>
                  </a:lnTo>
                  <a:lnTo>
                    <a:pt x="650" y="9"/>
                  </a:lnTo>
                  <a:lnTo>
                    <a:pt x="642" y="11"/>
                  </a:lnTo>
                  <a:lnTo>
                    <a:pt x="631" y="19"/>
                  </a:lnTo>
                  <a:lnTo>
                    <a:pt x="618" y="27"/>
                  </a:lnTo>
                  <a:lnTo>
                    <a:pt x="604" y="34"/>
                  </a:lnTo>
                  <a:lnTo>
                    <a:pt x="604" y="34"/>
                  </a:lnTo>
                  <a:lnTo>
                    <a:pt x="595" y="37"/>
                  </a:lnTo>
                  <a:lnTo>
                    <a:pt x="589" y="44"/>
                  </a:lnTo>
                  <a:lnTo>
                    <a:pt x="581" y="51"/>
                  </a:lnTo>
                  <a:lnTo>
                    <a:pt x="573" y="57"/>
                  </a:lnTo>
                  <a:lnTo>
                    <a:pt x="573" y="57"/>
                  </a:lnTo>
                  <a:lnTo>
                    <a:pt x="526" y="90"/>
                  </a:lnTo>
                  <a:lnTo>
                    <a:pt x="526" y="90"/>
                  </a:lnTo>
                  <a:lnTo>
                    <a:pt x="482" y="119"/>
                  </a:lnTo>
                  <a:lnTo>
                    <a:pt x="437" y="146"/>
                  </a:lnTo>
                  <a:lnTo>
                    <a:pt x="391" y="172"/>
                  </a:lnTo>
                  <a:lnTo>
                    <a:pt x="345" y="200"/>
                  </a:lnTo>
                  <a:lnTo>
                    <a:pt x="345" y="200"/>
                  </a:lnTo>
                  <a:lnTo>
                    <a:pt x="243" y="260"/>
                  </a:lnTo>
                  <a:lnTo>
                    <a:pt x="140" y="320"/>
                  </a:lnTo>
                  <a:lnTo>
                    <a:pt x="140" y="320"/>
                  </a:lnTo>
                  <a:lnTo>
                    <a:pt x="118" y="333"/>
                  </a:lnTo>
                  <a:lnTo>
                    <a:pt x="97" y="347"/>
                  </a:lnTo>
                  <a:lnTo>
                    <a:pt x="97" y="347"/>
                  </a:lnTo>
                  <a:lnTo>
                    <a:pt x="86" y="354"/>
                  </a:lnTo>
                  <a:lnTo>
                    <a:pt x="75" y="360"/>
                  </a:lnTo>
                  <a:lnTo>
                    <a:pt x="51" y="371"/>
                  </a:lnTo>
                  <a:lnTo>
                    <a:pt x="51" y="371"/>
                  </a:lnTo>
                  <a:lnTo>
                    <a:pt x="37" y="379"/>
                  </a:lnTo>
                  <a:lnTo>
                    <a:pt x="24" y="389"/>
                  </a:lnTo>
                  <a:lnTo>
                    <a:pt x="11" y="400"/>
                  </a:lnTo>
                  <a:lnTo>
                    <a:pt x="5" y="406"/>
                  </a:lnTo>
                  <a:lnTo>
                    <a:pt x="1" y="413"/>
                  </a:lnTo>
                  <a:lnTo>
                    <a:pt x="1" y="413"/>
                  </a:lnTo>
                  <a:lnTo>
                    <a:pt x="0" y="415"/>
                  </a:lnTo>
                  <a:lnTo>
                    <a:pt x="0" y="417"/>
                  </a:lnTo>
                  <a:lnTo>
                    <a:pt x="3" y="421"/>
                  </a:lnTo>
                  <a:lnTo>
                    <a:pt x="7" y="421"/>
                  </a:lnTo>
                  <a:lnTo>
                    <a:pt x="9" y="421"/>
                  </a:lnTo>
                  <a:lnTo>
                    <a:pt x="11" y="418"/>
                  </a:lnTo>
                  <a:lnTo>
                    <a:pt x="11" y="418"/>
                  </a:lnTo>
                  <a:lnTo>
                    <a:pt x="17" y="410"/>
                  </a:lnTo>
                  <a:lnTo>
                    <a:pt x="24" y="404"/>
                  </a:lnTo>
                  <a:lnTo>
                    <a:pt x="32" y="397"/>
                  </a:lnTo>
                  <a:lnTo>
                    <a:pt x="39" y="392"/>
                  </a:lnTo>
                  <a:lnTo>
                    <a:pt x="56" y="381"/>
                  </a:lnTo>
                  <a:lnTo>
                    <a:pt x="73" y="372"/>
                  </a:lnTo>
                  <a:lnTo>
                    <a:pt x="73" y="372"/>
                  </a:lnTo>
                  <a:lnTo>
                    <a:pt x="94" y="362"/>
                  </a:lnTo>
                  <a:lnTo>
                    <a:pt x="115" y="349"/>
                  </a:lnTo>
                  <a:lnTo>
                    <a:pt x="135" y="336"/>
                  </a:lnTo>
                  <a:lnTo>
                    <a:pt x="156" y="324"/>
                  </a:lnTo>
                  <a:lnTo>
                    <a:pt x="156" y="324"/>
                  </a:lnTo>
                  <a:lnTo>
                    <a:pt x="352" y="209"/>
                  </a:lnTo>
                  <a:lnTo>
                    <a:pt x="352" y="209"/>
                  </a:lnTo>
                  <a:lnTo>
                    <a:pt x="434" y="159"/>
                  </a:lnTo>
                  <a:lnTo>
                    <a:pt x="517" y="109"/>
                  </a:lnTo>
                  <a:lnTo>
                    <a:pt x="517" y="109"/>
                  </a:lnTo>
                  <a:lnTo>
                    <a:pt x="536" y="96"/>
                  </a:lnTo>
                  <a:lnTo>
                    <a:pt x="556" y="83"/>
                  </a:lnTo>
                  <a:lnTo>
                    <a:pt x="594" y="56"/>
                  </a:lnTo>
                  <a:lnTo>
                    <a:pt x="594" y="56"/>
                  </a:lnTo>
                  <a:lnTo>
                    <a:pt x="610" y="44"/>
                  </a:lnTo>
                  <a:lnTo>
                    <a:pt x="627" y="32"/>
                  </a:lnTo>
                  <a:lnTo>
                    <a:pt x="636" y="27"/>
                  </a:lnTo>
                  <a:lnTo>
                    <a:pt x="645" y="22"/>
                  </a:lnTo>
                  <a:lnTo>
                    <a:pt x="654" y="18"/>
                  </a:lnTo>
                  <a:lnTo>
                    <a:pt x="662" y="17"/>
                  </a:lnTo>
                  <a:lnTo>
                    <a:pt x="662" y="17"/>
                  </a:lnTo>
                  <a:lnTo>
                    <a:pt x="666" y="14"/>
                  </a:lnTo>
                  <a:lnTo>
                    <a:pt x="667" y="13"/>
                  </a:lnTo>
                  <a:lnTo>
                    <a:pt x="669" y="10"/>
                  </a:lnTo>
                  <a:lnTo>
                    <a:pt x="669" y="5"/>
                  </a:lnTo>
                  <a:lnTo>
                    <a:pt x="669" y="5"/>
                  </a:lnTo>
                  <a:lnTo>
                    <a:pt x="667" y="2"/>
                  </a:lnTo>
                  <a:lnTo>
                    <a:pt x="666" y="1"/>
                  </a:lnTo>
                  <a:lnTo>
                    <a:pt x="662" y="0"/>
                  </a:lnTo>
                  <a:lnTo>
                    <a:pt x="658" y="1"/>
                  </a:lnTo>
                  <a:lnTo>
                    <a:pt x="657" y="2"/>
                  </a:lnTo>
                  <a:lnTo>
                    <a:pt x="657" y="5"/>
                  </a:lnTo>
                  <a:lnTo>
                    <a:pt x="657" y="5"/>
                  </a:lnTo>
                  <a:close/>
                </a:path>
              </a:pathLst>
            </a:custGeom>
            <a:solidFill>
              <a:schemeClr val="bg1"/>
            </a:solidFill>
            <a:ln w="9525">
              <a:noFill/>
              <a:round/>
            </a:ln>
          </p:spPr>
          <p:txBody>
            <a:bodyPr vert="horz" wrap="square" lIns="79689" tIns="39844" rIns="79689" bIns="39844" numCol="1" anchor="t" anchorCtr="0" compatLnSpc="1"/>
            <a:lstStyle/>
            <a:p>
              <a:endParaRPr lang="zh-CN" altLang="en-US" sz="1570">
                <a:solidFill>
                  <a:schemeClr val="bg1"/>
                </a:solidFill>
                <a:cs typeface="+mn-ea"/>
                <a:sym typeface="+mn-lt"/>
              </a:endParaRPr>
            </a:p>
          </p:txBody>
        </p:sp>
        <p:sp>
          <p:nvSpPr>
            <p:cNvPr id="71" name="Freeform 388"/>
            <p:cNvSpPr/>
            <p:nvPr/>
          </p:nvSpPr>
          <p:spPr bwMode="auto">
            <a:xfrm>
              <a:off x="5648326" y="1501776"/>
              <a:ext cx="149225" cy="60325"/>
            </a:xfrm>
            <a:custGeom>
              <a:avLst/>
              <a:gdLst/>
              <a:ahLst/>
              <a:cxnLst>
                <a:cxn ang="0">
                  <a:pos x="372" y="0"/>
                </a:cxn>
                <a:cxn ang="0">
                  <a:pos x="372" y="0"/>
                </a:cxn>
                <a:cxn ang="0">
                  <a:pos x="361" y="1"/>
                </a:cxn>
                <a:cxn ang="0">
                  <a:pos x="352" y="4"/>
                </a:cxn>
                <a:cxn ang="0">
                  <a:pos x="334" y="10"/>
                </a:cxn>
                <a:cxn ang="0">
                  <a:pos x="297" y="26"/>
                </a:cxn>
                <a:cxn ang="0">
                  <a:pos x="297" y="26"/>
                </a:cxn>
                <a:cxn ang="0">
                  <a:pos x="271" y="36"/>
                </a:cxn>
                <a:cxn ang="0">
                  <a:pos x="244" y="45"/>
                </a:cxn>
                <a:cxn ang="0">
                  <a:pos x="218" y="55"/>
                </a:cxn>
                <a:cxn ang="0">
                  <a:pos x="191" y="64"/>
                </a:cxn>
                <a:cxn ang="0">
                  <a:pos x="191" y="64"/>
                </a:cxn>
                <a:cxn ang="0">
                  <a:pos x="102" y="99"/>
                </a:cxn>
                <a:cxn ang="0">
                  <a:pos x="58" y="117"/>
                </a:cxn>
                <a:cxn ang="0">
                  <a:pos x="15" y="137"/>
                </a:cxn>
                <a:cxn ang="0">
                  <a:pos x="15" y="137"/>
                </a:cxn>
                <a:cxn ang="0">
                  <a:pos x="11" y="136"/>
                </a:cxn>
                <a:cxn ang="0">
                  <a:pos x="10" y="137"/>
                </a:cxn>
                <a:cxn ang="0">
                  <a:pos x="8" y="138"/>
                </a:cxn>
                <a:cxn ang="0">
                  <a:pos x="2" y="144"/>
                </a:cxn>
                <a:cxn ang="0">
                  <a:pos x="2" y="144"/>
                </a:cxn>
                <a:cxn ang="0">
                  <a:pos x="0" y="145"/>
                </a:cxn>
                <a:cxn ang="0">
                  <a:pos x="0" y="147"/>
                </a:cxn>
                <a:cxn ang="0">
                  <a:pos x="2" y="151"/>
                </a:cxn>
                <a:cxn ang="0">
                  <a:pos x="4" y="153"/>
                </a:cxn>
                <a:cxn ang="0">
                  <a:pos x="7" y="153"/>
                </a:cxn>
                <a:cxn ang="0">
                  <a:pos x="8" y="153"/>
                </a:cxn>
                <a:cxn ang="0">
                  <a:pos x="8" y="153"/>
                </a:cxn>
                <a:cxn ang="0">
                  <a:pos x="54" y="132"/>
                </a:cxn>
                <a:cxn ang="0">
                  <a:pos x="101" y="112"/>
                </a:cxn>
                <a:cxn ang="0">
                  <a:pos x="194" y="76"/>
                </a:cxn>
                <a:cxn ang="0">
                  <a:pos x="194" y="76"/>
                </a:cxn>
                <a:cxn ang="0">
                  <a:pos x="215" y="66"/>
                </a:cxn>
                <a:cxn ang="0">
                  <a:pos x="237" y="59"/>
                </a:cxn>
                <a:cxn ang="0">
                  <a:pos x="282" y="44"/>
                </a:cxn>
                <a:cxn ang="0">
                  <a:pos x="282" y="44"/>
                </a:cxn>
                <a:cxn ang="0">
                  <a:pos x="304" y="35"/>
                </a:cxn>
                <a:cxn ang="0">
                  <a:pos x="326" y="25"/>
                </a:cxn>
                <a:cxn ang="0">
                  <a:pos x="348" y="15"/>
                </a:cxn>
                <a:cxn ang="0">
                  <a:pos x="360" y="13"/>
                </a:cxn>
                <a:cxn ang="0">
                  <a:pos x="372" y="10"/>
                </a:cxn>
                <a:cxn ang="0">
                  <a:pos x="372" y="10"/>
                </a:cxn>
                <a:cxn ang="0">
                  <a:pos x="373" y="10"/>
                </a:cxn>
                <a:cxn ang="0">
                  <a:pos x="376" y="9"/>
                </a:cxn>
                <a:cxn ang="0">
                  <a:pos x="377" y="5"/>
                </a:cxn>
                <a:cxn ang="0">
                  <a:pos x="377" y="2"/>
                </a:cxn>
                <a:cxn ang="0">
                  <a:pos x="376" y="1"/>
                </a:cxn>
                <a:cxn ang="0">
                  <a:pos x="373" y="0"/>
                </a:cxn>
                <a:cxn ang="0">
                  <a:pos x="372" y="0"/>
                </a:cxn>
                <a:cxn ang="0">
                  <a:pos x="372" y="0"/>
                </a:cxn>
              </a:cxnLst>
              <a:rect l="0" t="0" r="r" b="b"/>
              <a:pathLst>
                <a:path w="377" h="153">
                  <a:moveTo>
                    <a:pt x="372" y="0"/>
                  </a:moveTo>
                  <a:lnTo>
                    <a:pt x="372" y="0"/>
                  </a:lnTo>
                  <a:lnTo>
                    <a:pt x="361" y="1"/>
                  </a:lnTo>
                  <a:lnTo>
                    <a:pt x="352" y="4"/>
                  </a:lnTo>
                  <a:lnTo>
                    <a:pt x="334" y="10"/>
                  </a:lnTo>
                  <a:lnTo>
                    <a:pt x="297" y="26"/>
                  </a:lnTo>
                  <a:lnTo>
                    <a:pt x="297" y="26"/>
                  </a:lnTo>
                  <a:lnTo>
                    <a:pt x="271" y="36"/>
                  </a:lnTo>
                  <a:lnTo>
                    <a:pt x="244" y="45"/>
                  </a:lnTo>
                  <a:lnTo>
                    <a:pt x="218" y="55"/>
                  </a:lnTo>
                  <a:lnTo>
                    <a:pt x="191" y="64"/>
                  </a:lnTo>
                  <a:lnTo>
                    <a:pt x="191" y="64"/>
                  </a:lnTo>
                  <a:lnTo>
                    <a:pt x="102" y="99"/>
                  </a:lnTo>
                  <a:lnTo>
                    <a:pt x="58" y="117"/>
                  </a:lnTo>
                  <a:lnTo>
                    <a:pt x="15" y="137"/>
                  </a:lnTo>
                  <a:lnTo>
                    <a:pt x="15" y="137"/>
                  </a:lnTo>
                  <a:lnTo>
                    <a:pt x="11" y="136"/>
                  </a:lnTo>
                  <a:lnTo>
                    <a:pt x="10" y="137"/>
                  </a:lnTo>
                  <a:lnTo>
                    <a:pt x="8" y="138"/>
                  </a:lnTo>
                  <a:lnTo>
                    <a:pt x="2" y="144"/>
                  </a:lnTo>
                  <a:lnTo>
                    <a:pt x="2" y="144"/>
                  </a:lnTo>
                  <a:lnTo>
                    <a:pt x="0" y="145"/>
                  </a:lnTo>
                  <a:lnTo>
                    <a:pt x="0" y="147"/>
                  </a:lnTo>
                  <a:lnTo>
                    <a:pt x="2" y="151"/>
                  </a:lnTo>
                  <a:lnTo>
                    <a:pt x="4" y="153"/>
                  </a:lnTo>
                  <a:lnTo>
                    <a:pt x="7" y="153"/>
                  </a:lnTo>
                  <a:lnTo>
                    <a:pt x="8" y="153"/>
                  </a:lnTo>
                  <a:lnTo>
                    <a:pt x="8" y="153"/>
                  </a:lnTo>
                  <a:lnTo>
                    <a:pt x="54" y="132"/>
                  </a:lnTo>
                  <a:lnTo>
                    <a:pt x="101" y="112"/>
                  </a:lnTo>
                  <a:lnTo>
                    <a:pt x="194" y="76"/>
                  </a:lnTo>
                  <a:lnTo>
                    <a:pt x="194" y="76"/>
                  </a:lnTo>
                  <a:lnTo>
                    <a:pt x="215" y="66"/>
                  </a:lnTo>
                  <a:lnTo>
                    <a:pt x="237" y="59"/>
                  </a:lnTo>
                  <a:lnTo>
                    <a:pt x="282" y="44"/>
                  </a:lnTo>
                  <a:lnTo>
                    <a:pt x="282" y="44"/>
                  </a:lnTo>
                  <a:lnTo>
                    <a:pt x="304" y="35"/>
                  </a:lnTo>
                  <a:lnTo>
                    <a:pt x="326" y="25"/>
                  </a:lnTo>
                  <a:lnTo>
                    <a:pt x="348" y="15"/>
                  </a:lnTo>
                  <a:lnTo>
                    <a:pt x="360" y="13"/>
                  </a:lnTo>
                  <a:lnTo>
                    <a:pt x="372" y="10"/>
                  </a:lnTo>
                  <a:lnTo>
                    <a:pt x="372" y="10"/>
                  </a:lnTo>
                  <a:lnTo>
                    <a:pt x="373" y="10"/>
                  </a:lnTo>
                  <a:lnTo>
                    <a:pt x="376" y="9"/>
                  </a:lnTo>
                  <a:lnTo>
                    <a:pt x="377" y="5"/>
                  </a:lnTo>
                  <a:lnTo>
                    <a:pt x="377" y="2"/>
                  </a:lnTo>
                  <a:lnTo>
                    <a:pt x="376" y="1"/>
                  </a:lnTo>
                  <a:lnTo>
                    <a:pt x="373" y="0"/>
                  </a:lnTo>
                  <a:lnTo>
                    <a:pt x="372" y="0"/>
                  </a:lnTo>
                  <a:lnTo>
                    <a:pt x="372" y="0"/>
                  </a:lnTo>
                  <a:close/>
                </a:path>
              </a:pathLst>
            </a:custGeom>
            <a:solidFill>
              <a:schemeClr val="bg1"/>
            </a:solidFill>
            <a:ln w="9525">
              <a:noFill/>
              <a:round/>
            </a:ln>
          </p:spPr>
          <p:txBody>
            <a:bodyPr vert="horz" wrap="square" lIns="79689" tIns="39844" rIns="79689" bIns="39844" numCol="1" anchor="t" anchorCtr="0" compatLnSpc="1"/>
            <a:lstStyle/>
            <a:p>
              <a:endParaRPr lang="zh-CN" altLang="en-US" sz="1570">
                <a:solidFill>
                  <a:schemeClr val="bg1"/>
                </a:solidFill>
                <a:cs typeface="+mn-ea"/>
                <a:sym typeface="+mn-lt"/>
              </a:endParaRPr>
            </a:p>
          </p:txBody>
        </p:sp>
        <p:sp>
          <p:nvSpPr>
            <p:cNvPr id="72" name="Freeform 389"/>
            <p:cNvSpPr/>
            <p:nvPr/>
          </p:nvSpPr>
          <p:spPr bwMode="auto">
            <a:xfrm>
              <a:off x="5649914" y="1543051"/>
              <a:ext cx="96838" cy="36513"/>
            </a:xfrm>
            <a:custGeom>
              <a:avLst/>
              <a:gdLst/>
              <a:ahLst/>
              <a:cxnLst>
                <a:cxn ang="0">
                  <a:pos x="238" y="0"/>
                </a:cxn>
                <a:cxn ang="0">
                  <a:pos x="238" y="0"/>
                </a:cxn>
                <a:cxn ang="0">
                  <a:pos x="226" y="4"/>
                </a:cxn>
                <a:cxn ang="0">
                  <a:pos x="214" y="9"/>
                </a:cxn>
                <a:cxn ang="0">
                  <a:pos x="201" y="14"/>
                </a:cxn>
                <a:cxn ang="0">
                  <a:pos x="194" y="15"/>
                </a:cxn>
                <a:cxn ang="0">
                  <a:pos x="188" y="17"/>
                </a:cxn>
                <a:cxn ang="0">
                  <a:pos x="188" y="17"/>
                </a:cxn>
                <a:cxn ang="0">
                  <a:pos x="174" y="19"/>
                </a:cxn>
                <a:cxn ang="0">
                  <a:pos x="158" y="25"/>
                </a:cxn>
                <a:cxn ang="0">
                  <a:pos x="130" y="36"/>
                </a:cxn>
                <a:cxn ang="0">
                  <a:pos x="130" y="36"/>
                </a:cxn>
                <a:cxn ang="0">
                  <a:pos x="115" y="42"/>
                </a:cxn>
                <a:cxn ang="0">
                  <a:pos x="99" y="49"/>
                </a:cxn>
                <a:cxn ang="0">
                  <a:pos x="69" y="62"/>
                </a:cxn>
                <a:cxn ang="0">
                  <a:pos x="53" y="69"/>
                </a:cxn>
                <a:cxn ang="0">
                  <a:pos x="38" y="74"/>
                </a:cxn>
                <a:cxn ang="0">
                  <a:pos x="22" y="78"/>
                </a:cxn>
                <a:cxn ang="0">
                  <a:pos x="6" y="79"/>
                </a:cxn>
                <a:cxn ang="0">
                  <a:pos x="6" y="79"/>
                </a:cxn>
                <a:cxn ang="0">
                  <a:pos x="4" y="81"/>
                </a:cxn>
                <a:cxn ang="0">
                  <a:pos x="1" y="82"/>
                </a:cxn>
                <a:cxn ang="0">
                  <a:pos x="0" y="86"/>
                </a:cxn>
                <a:cxn ang="0">
                  <a:pos x="1" y="90"/>
                </a:cxn>
                <a:cxn ang="0">
                  <a:pos x="4" y="91"/>
                </a:cxn>
                <a:cxn ang="0">
                  <a:pos x="6" y="91"/>
                </a:cxn>
                <a:cxn ang="0">
                  <a:pos x="6" y="91"/>
                </a:cxn>
                <a:cxn ang="0">
                  <a:pos x="21" y="90"/>
                </a:cxn>
                <a:cxn ang="0">
                  <a:pos x="35" y="87"/>
                </a:cxn>
                <a:cxn ang="0">
                  <a:pos x="49" y="82"/>
                </a:cxn>
                <a:cxn ang="0">
                  <a:pos x="64" y="78"/>
                </a:cxn>
                <a:cxn ang="0">
                  <a:pos x="92" y="65"/>
                </a:cxn>
                <a:cxn ang="0">
                  <a:pos x="119" y="53"/>
                </a:cxn>
                <a:cxn ang="0">
                  <a:pos x="119" y="53"/>
                </a:cxn>
                <a:cxn ang="0">
                  <a:pos x="137" y="44"/>
                </a:cxn>
                <a:cxn ang="0">
                  <a:pos x="157" y="38"/>
                </a:cxn>
                <a:cxn ang="0">
                  <a:pos x="176" y="31"/>
                </a:cxn>
                <a:cxn ang="0">
                  <a:pos x="194" y="28"/>
                </a:cxn>
                <a:cxn ang="0">
                  <a:pos x="194" y="28"/>
                </a:cxn>
                <a:cxn ang="0">
                  <a:pos x="201" y="27"/>
                </a:cxn>
                <a:cxn ang="0">
                  <a:pos x="208" y="25"/>
                </a:cxn>
                <a:cxn ang="0">
                  <a:pos x="218" y="21"/>
                </a:cxn>
                <a:cxn ang="0">
                  <a:pos x="230" y="15"/>
                </a:cxn>
                <a:cxn ang="0">
                  <a:pos x="242" y="11"/>
                </a:cxn>
                <a:cxn ang="0">
                  <a:pos x="242" y="11"/>
                </a:cxn>
                <a:cxn ang="0">
                  <a:pos x="243" y="10"/>
                </a:cxn>
                <a:cxn ang="0">
                  <a:pos x="244" y="9"/>
                </a:cxn>
                <a:cxn ang="0">
                  <a:pos x="246" y="6"/>
                </a:cxn>
                <a:cxn ang="0">
                  <a:pos x="246" y="5"/>
                </a:cxn>
                <a:cxn ang="0">
                  <a:pos x="243" y="1"/>
                </a:cxn>
                <a:cxn ang="0">
                  <a:pos x="240" y="0"/>
                </a:cxn>
                <a:cxn ang="0">
                  <a:pos x="238" y="0"/>
                </a:cxn>
                <a:cxn ang="0">
                  <a:pos x="238" y="0"/>
                </a:cxn>
              </a:cxnLst>
              <a:rect l="0" t="0" r="r" b="b"/>
              <a:pathLst>
                <a:path w="246" h="91">
                  <a:moveTo>
                    <a:pt x="238" y="0"/>
                  </a:moveTo>
                  <a:lnTo>
                    <a:pt x="238" y="0"/>
                  </a:lnTo>
                  <a:lnTo>
                    <a:pt x="226" y="4"/>
                  </a:lnTo>
                  <a:lnTo>
                    <a:pt x="214" y="9"/>
                  </a:lnTo>
                  <a:lnTo>
                    <a:pt x="201" y="14"/>
                  </a:lnTo>
                  <a:lnTo>
                    <a:pt x="194" y="15"/>
                  </a:lnTo>
                  <a:lnTo>
                    <a:pt x="188" y="17"/>
                  </a:lnTo>
                  <a:lnTo>
                    <a:pt x="188" y="17"/>
                  </a:lnTo>
                  <a:lnTo>
                    <a:pt x="174" y="19"/>
                  </a:lnTo>
                  <a:lnTo>
                    <a:pt x="158" y="25"/>
                  </a:lnTo>
                  <a:lnTo>
                    <a:pt x="130" y="36"/>
                  </a:lnTo>
                  <a:lnTo>
                    <a:pt x="130" y="36"/>
                  </a:lnTo>
                  <a:lnTo>
                    <a:pt x="115" y="42"/>
                  </a:lnTo>
                  <a:lnTo>
                    <a:pt x="99" y="49"/>
                  </a:lnTo>
                  <a:lnTo>
                    <a:pt x="69" y="62"/>
                  </a:lnTo>
                  <a:lnTo>
                    <a:pt x="53" y="69"/>
                  </a:lnTo>
                  <a:lnTo>
                    <a:pt x="38" y="74"/>
                  </a:lnTo>
                  <a:lnTo>
                    <a:pt x="22" y="78"/>
                  </a:lnTo>
                  <a:lnTo>
                    <a:pt x="6" y="79"/>
                  </a:lnTo>
                  <a:lnTo>
                    <a:pt x="6" y="79"/>
                  </a:lnTo>
                  <a:lnTo>
                    <a:pt x="4" y="81"/>
                  </a:lnTo>
                  <a:lnTo>
                    <a:pt x="1" y="82"/>
                  </a:lnTo>
                  <a:lnTo>
                    <a:pt x="0" y="86"/>
                  </a:lnTo>
                  <a:lnTo>
                    <a:pt x="1" y="90"/>
                  </a:lnTo>
                  <a:lnTo>
                    <a:pt x="4" y="91"/>
                  </a:lnTo>
                  <a:lnTo>
                    <a:pt x="6" y="91"/>
                  </a:lnTo>
                  <a:lnTo>
                    <a:pt x="6" y="91"/>
                  </a:lnTo>
                  <a:lnTo>
                    <a:pt x="21" y="90"/>
                  </a:lnTo>
                  <a:lnTo>
                    <a:pt x="35" y="87"/>
                  </a:lnTo>
                  <a:lnTo>
                    <a:pt x="49" y="82"/>
                  </a:lnTo>
                  <a:lnTo>
                    <a:pt x="64" y="78"/>
                  </a:lnTo>
                  <a:lnTo>
                    <a:pt x="92" y="65"/>
                  </a:lnTo>
                  <a:lnTo>
                    <a:pt x="119" y="53"/>
                  </a:lnTo>
                  <a:lnTo>
                    <a:pt x="119" y="53"/>
                  </a:lnTo>
                  <a:lnTo>
                    <a:pt x="137" y="44"/>
                  </a:lnTo>
                  <a:lnTo>
                    <a:pt x="157" y="38"/>
                  </a:lnTo>
                  <a:lnTo>
                    <a:pt x="176" y="31"/>
                  </a:lnTo>
                  <a:lnTo>
                    <a:pt x="194" y="28"/>
                  </a:lnTo>
                  <a:lnTo>
                    <a:pt x="194" y="28"/>
                  </a:lnTo>
                  <a:lnTo>
                    <a:pt x="201" y="27"/>
                  </a:lnTo>
                  <a:lnTo>
                    <a:pt x="208" y="25"/>
                  </a:lnTo>
                  <a:lnTo>
                    <a:pt x="218" y="21"/>
                  </a:lnTo>
                  <a:lnTo>
                    <a:pt x="230" y="15"/>
                  </a:lnTo>
                  <a:lnTo>
                    <a:pt x="242" y="11"/>
                  </a:lnTo>
                  <a:lnTo>
                    <a:pt x="242" y="11"/>
                  </a:lnTo>
                  <a:lnTo>
                    <a:pt x="243" y="10"/>
                  </a:lnTo>
                  <a:lnTo>
                    <a:pt x="244" y="9"/>
                  </a:lnTo>
                  <a:lnTo>
                    <a:pt x="246" y="6"/>
                  </a:lnTo>
                  <a:lnTo>
                    <a:pt x="246" y="5"/>
                  </a:lnTo>
                  <a:lnTo>
                    <a:pt x="243" y="1"/>
                  </a:lnTo>
                  <a:lnTo>
                    <a:pt x="240" y="0"/>
                  </a:lnTo>
                  <a:lnTo>
                    <a:pt x="238" y="0"/>
                  </a:lnTo>
                  <a:lnTo>
                    <a:pt x="238" y="0"/>
                  </a:lnTo>
                  <a:close/>
                </a:path>
              </a:pathLst>
            </a:custGeom>
            <a:solidFill>
              <a:schemeClr val="bg1"/>
            </a:solidFill>
            <a:ln w="9525">
              <a:noFill/>
              <a:round/>
            </a:ln>
          </p:spPr>
          <p:txBody>
            <a:bodyPr vert="horz" wrap="square" lIns="79689" tIns="39844" rIns="79689" bIns="39844" numCol="1" anchor="t" anchorCtr="0" compatLnSpc="1"/>
            <a:lstStyle/>
            <a:p>
              <a:endParaRPr lang="zh-CN" altLang="en-US" sz="1570">
                <a:solidFill>
                  <a:schemeClr val="bg1"/>
                </a:solidFill>
                <a:cs typeface="+mn-ea"/>
                <a:sym typeface="+mn-lt"/>
              </a:endParaRPr>
            </a:p>
          </p:txBody>
        </p:sp>
        <p:sp>
          <p:nvSpPr>
            <p:cNvPr id="73" name="Freeform 390"/>
            <p:cNvSpPr/>
            <p:nvPr/>
          </p:nvSpPr>
          <p:spPr bwMode="auto">
            <a:xfrm>
              <a:off x="5273676" y="1162051"/>
              <a:ext cx="122238" cy="95250"/>
            </a:xfrm>
            <a:custGeom>
              <a:avLst/>
              <a:gdLst/>
              <a:ahLst/>
              <a:cxnLst>
                <a:cxn ang="0">
                  <a:pos x="298" y="1"/>
                </a:cxn>
                <a:cxn ang="0">
                  <a:pos x="298" y="1"/>
                </a:cxn>
                <a:cxn ang="0">
                  <a:pos x="277" y="21"/>
                </a:cxn>
                <a:cxn ang="0">
                  <a:pos x="256" y="39"/>
                </a:cxn>
                <a:cxn ang="0">
                  <a:pos x="234" y="56"/>
                </a:cxn>
                <a:cxn ang="0">
                  <a:pos x="210" y="72"/>
                </a:cxn>
                <a:cxn ang="0">
                  <a:pos x="163" y="103"/>
                </a:cxn>
                <a:cxn ang="0">
                  <a:pos x="116" y="136"/>
                </a:cxn>
                <a:cxn ang="0">
                  <a:pos x="116" y="136"/>
                </a:cxn>
                <a:cxn ang="0">
                  <a:pos x="96" y="152"/>
                </a:cxn>
                <a:cxn ang="0">
                  <a:pos x="77" y="167"/>
                </a:cxn>
                <a:cxn ang="0">
                  <a:pos x="56" y="183"/>
                </a:cxn>
                <a:cxn ang="0">
                  <a:pos x="35" y="198"/>
                </a:cxn>
                <a:cxn ang="0">
                  <a:pos x="35" y="198"/>
                </a:cxn>
                <a:cxn ang="0">
                  <a:pos x="24" y="204"/>
                </a:cxn>
                <a:cxn ang="0">
                  <a:pos x="14" y="212"/>
                </a:cxn>
                <a:cxn ang="0">
                  <a:pos x="6" y="221"/>
                </a:cxn>
                <a:cxn ang="0">
                  <a:pos x="2" y="226"/>
                </a:cxn>
                <a:cxn ang="0">
                  <a:pos x="0" y="233"/>
                </a:cxn>
                <a:cxn ang="0">
                  <a:pos x="0" y="233"/>
                </a:cxn>
                <a:cxn ang="0">
                  <a:pos x="0" y="235"/>
                </a:cxn>
                <a:cxn ang="0">
                  <a:pos x="0" y="237"/>
                </a:cxn>
                <a:cxn ang="0">
                  <a:pos x="1" y="238"/>
                </a:cxn>
                <a:cxn ang="0">
                  <a:pos x="3" y="239"/>
                </a:cxn>
                <a:cxn ang="0">
                  <a:pos x="7" y="239"/>
                </a:cxn>
                <a:cxn ang="0">
                  <a:pos x="9" y="238"/>
                </a:cxn>
                <a:cxn ang="0">
                  <a:pos x="10" y="235"/>
                </a:cxn>
                <a:cxn ang="0">
                  <a:pos x="10" y="235"/>
                </a:cxn>
                <a:cxn ang="0">
                  <a:pos x="14" y="229"/>
                </a:cxn>
                <a:cxn ang="0">
                  <a:pos x="19" y="222"/>
                </a:cxn>
                <a:cxn ang="0">
                  <a:pos x="26" y="216"/>
                </a:cxn>
                <a:cxn ang="0">
                  <a:pos x="34" y="211"/>
                </a:cxn>
                <a:cxn ang="0">
                  <a:pos x="49" y="201"/>
                </a:cxn>
                <a:cxn ang="0">
                  <a:pos x="62" y="194"/>
                </a:cxn>
                <a:cxn ang="0">
                  <a:pos x="62" y="194"/>
                </a:cxn>
                <a:cxn ang="0">
                  <a:pos x="83" y="178"/>
                </a:cxn>
                <a:cxn ang="0">
                  <a:pos x="103" y="161"/>
                </a:cxn>
                <a:cxn ang="0">
                  <a:pos x="124" y="145"/>
                </a:cxn>
                <a:cxn ang="0">
                  <a:pos x="145" y="130"/>
                </a:cxn>
                <a:cxn ang="0">
                  <a:pos x="145" y="130"/>
                </a:cxn>
                <a:cxn ang="0">
                  <a:pos x="187" y="102"/>
                </a:cxn>
                <a:cxn ang="0">
                  <a:pos x="228" y="73"/>
                </a:cxn>
                <a:cxn ang="0">
                  <a:pos x="249" y="59"/>
                </a:cxn>
                <a:cxn ang="0">
                  <a:pos x="269" y="43"/>
                </a:cxn>
                <a:cxn ang="0">
                  <a:pos x="287" y="26"/>
                </a:cxn>
                <a:cxn ang="0">
                  <a:pos x="306" y="9"/>
                </a:cxn>
                <a:cxn ang="0">
                  <a:pos x="306" y="9"/>
                </a:cxn>
                <a:cxn ang="0">
                  <a:pos x="307" y="8"/>
                </a:cxn>
                <a:cxn ang="0">
                  <a:pos x="307" y="5"/>
                </a:cxn>
                <a:cxn ang="0">
                  <a:pos x="306" y="1"/>
                </a:cxn>
                <a:cxn ang="0">
                  <a:pos x="302" y="0"/>
                </a:cxn>
                <a:cxn ang="0">
                  <a:pos x="300" y="0"/>
                </a:cxn>
                <a:cxn ang="0">
                  <a:pos x="298" y="1"/>
                </a:cxn>
                <a:cxn ang="0">
                  <a:pos x="298" y="1"/>
                </a:cxn>
              </a:cxnLst>
              <a:rect l="0" t="0" r="r" b="b"/>
              <a:pathLst>
                <a:path w="307" h="239">
                  <a:moveTo>
                    <a:pt x="298" y="1"/>
                  </a:moveTo>
                  <a:lnTo>
                    <a:pt x="298" y="1"/>
                  </a:lnTo>
                  <a:lnTo>
                    <a:pt x="277" y="21"/>
                  </a:lnTo>
                  <a:lnTo>
                    <a:pt x="256" y="39"/>
                  </a:lnTo>
                  <a:lnTo>
                    <a:pt x="234" y="56"/>
                  </a:lnTo>
                  <a:lnTo>
                    <a:pt x="210" y="72"/>
                  </a:lnTo>
                  <a:lnTo>
                    <a:pt x="163" y="103"/>
                  </a:lnTo>
                  <a:lnTo>
                    <a:pt x="116" y="136"/>
                  </a:lnTo>
                  <a:lnTo>
                    <a:pt x="116" y="136"/>
                  </a:lnTo>
                  <a:lnTo>
                    <a:pt x="96" y="152"/>
                  </a:lnTo>
                  <a:lnTo>
                    <a:pt x="77" y="167"/>
                  </a:lnTo>
                  <a:lnTo>
                    <a:pt x="56" y="183"/>
                  </a:lnTo>
                  <a:lnTo>
                    <a:pt x="35" y="198"/>
                  </a:lnTo>
                  <a:lnTo>
                    <a:pt x="35" y="198"/>
                  </a:lnTo>
                  <a:lnTo>
                    <a:pt x="24" y="204"/>
                  </a:lnTo>
                  <a:lnTo>
                    <a:pt x="14" y="212"/>
                  </a:lnTo>
                  <a:lnTo>
                    <a:pt x="6" y="221"/>
                  </a:lnTo>
                  <a:lnTo>
                    <a:pt x="2" y="226"/>
                  </a:lnTo>
                  <a:lnTo>
                    <a:pt x="0" y="233"/>
                  </a:lnTo>
                  <a:lnTo>
                    <a:pt x="0" y="233"/>
                  </a:lnTo>
                  <a:lnTo>
                    <a:pt x="0" y="235"/>
                  </a:lnTo>
                  <a:lnTo>
                    <a:pt x="0" y="237"/>
                  </a:lnTo>
                  <a:lnTo>
                    <a:pt x="1" y="238"/>
                  </a:lnTo>
                  <a:lnTo>
                    <a:pt x="3" y="239"/>
                  </a:lnTo>
                  <a:lnTo>
                    <a:pt x="7" y="239"/>
                  </a:lnTo>
                  <a:lnTo>
                    <a:pt x="9" y="238"/>
                  </a:lnTo>
                  <a:lnTo>
                    <a:pt x="10" y="235"/>
                  </a:lnTo>
                  <a:lnTo>
                    <a:pt x="10" y="235"/>
                  </a:lnTo>
                  <a:lnTo>
                    <a:pt x="14" y="229"/>
                  </a:lnTo>
                  <a:lnTo>
                    <a:pt x="19" y="222"/>
                  </a:lnTo>
                  <a:lnTo>
                    <a:pt x="26" y="216"/>
                  </a:lnTo>
                  <a:lnTo>
                    <a:pt x="34" y="211"/>
                  </a:lnTo>
                  <a:lnTo>
                    <a:pt x="49" y="201"/>
                  </a:lnTo>
                  <a:lnTo>
                    <a:pt x="62" y="194"/>
                  </a:lnTo>
                  <a:lnTo>
                    <a:pt x="62" y="194"/>
                  </a:lnTo>
                  <a:lnTo>
                    <a:pt x="83" y="178"/>
                  </a:lnTo>
                  <a:lnTo>
                    <a:pt x="103" y="161"/>
                  </a:lnTo>
                  <a:lnTo>
                    <a:pt x="124" y="145"/>
                  </a:lnTo>
                  <a:lnTo>
                    <a:pt x="145" y="130"/>
                  </a:lnTo>
                  <a:lnTo>
                    <a:pt x="145" y="130"/>
                  </a:lnTo>
                  <a:lnTo>
                    <a:pt x="187" y="102"/>
                  </a:lnTo>
                  <a:lnTo>
                    <a:pt x="228" y="73"/>
                  </a:lnTo>
                  <a:lnTo>
                    <a:pt x="249" y="59"/>
                  </a:lnTo>
                  <a:lnTo>
                    <a:pt x="269" y="43"/>
                  </a:lnTo>
                  <a:lnTo>
                    <a:pt x="287" y="26"/>
                  </a:lnTo>
                  <a:lnTo>
                    <a:pt x="306" y="9"/>
                  </a:lnTo>
                  <a:lnTo>
                    <a:pt x="306" y="9"/>
                  </a:lnTo>
                  <a:lnTo>
                    <a:pt x="307" y="8"/>
                  </a:lnTo>
                  <a:lnTo>
                    <a:pt x="307" y="5"/>
                  </a:lnTo>
                  <a:lnTo>
                    <a:pt x="306" y="1"/>
                  </a:lnTo>
                  <a:lnTo>
                    <a:pt x="302" y="0"/>
                  </a:lnTo>
                  <a:lnTo>
                    <a:pt x="300" y="0"/>
                  </a:lnTo>
                  <a:lnTo>
                    <a:pt x="298" y="1"/>
                  </a:lnTo>
                  <a:lnTo>
                    <a:pt x="298" y="1"/>
                  </a:lnTo>
                  <a:close/>
                </a:path>
              </a:pathLst>
            </a:custGeom>
            <a:solidFill>
              <a:schemeClr val="bg1"/>
            </a:solidFill>
            <a:ln w="9525">
              <a:noFill/>
              <a:round/>
            </a:ln>
          </p:spPr>
          <p:txBody>
            <a:bodyPr vert="horz" wrap="square" lIns="79689" tIns="39844" rIns="79689" bIns="39844" numCol="1" anchor="t" anchorCtr="0" compatLnSpc="1"/>
            <a:lstStyle/>
            <a:p>
              <a:endParaRPr lang="zh-CN" altLang="en-US" sz="1570">
                <a:solidFill>
                  <a:schemeClr val="bg1"/>
                </a:solidFill>
                <a:cs typeface="+mn-ea"/>
                <a:sym typeface="+mn-lt"/>
              </a:endParaRPr>
            </a:p>
          </p:txBody>
        </p:sp>
        <p:sp>
          <p:nvSpPr>
            <p:cNvPr id="74" name="Freeform 391"/>
            <p:cNvSpPr/>
            <p:nvPr/>
          </p:nvSpPr>
          <p:spPr bwMode="auto">
            <a:xfrm>
              <a:off x="5329239" y="1193801"/>
              <a:ext cx="87313" cy="68263"/>
            </a:xfrm>
            <a:custGeom>
              <a:avLst/>
              <a:gdLst/>
              <a:ahLst/>
              <a:cxnLst>
                <a:cxn ang="0">
                  <a:pos x="210" y="0"/>
                </a:cxn>
                <a:cxn ang="0">
                  <a:pos x="210" y="0"/>
                </a:cxn>
                <a:cxn ang="0">
                  <a:pos x="203" y="2"/>
                </a:cxn>
                <a:cxn ang="0">
                  <a:pos x="193" y="5"/>
                </a:cxn>
                <a:cxn ang="0">
                  <a:pos x="176" y="13"/>
                </a:cxn>
                <a:cxn ang="0">
                  <a:pos x="161" y="22"/>
                </a:cxn>
                <a:cxn ang="0">
                  <a:pos x="145" y="34"/>
                </a:cxn>
                <a:cxn ang="0">
                  <a:pos x="116" y="59"/>
                </a:cxn>
                <a:cxn ang="0">
                  <a:pos x="87" y="81"/>
                </a:cxn>
                <a:cxn ang="0">
                  <a:pos x="87" y="81"/>
                </a:cxn>
                <a:cxn ang="0">
                  <a:pos x="56" y="106"/>
                </a:cxn>
                <a:cxn ang="0">
                  <a:pos x="40" y="119"/>
                </a:cxn>
                <a:cxn ang="0">
                  <a:pos x="26" y="133"/>
                </a:cxn>
                <a:cxn ang="0">
                  <a:pos x="26" y="133"/>
                </a:cxn>
                <a:cxn ang="0">
                  <a:pos x="12" y="146"/>
                </a:cxn>
                <a:cxn ang="0">
                  <a:pos x="5" y="154"/>
                </a:cxn>
                <a:cxn ang="0">
                  <a:pos x="0" y="163"/>
                </a:cxn>
                <a:cxn ang="0">
                  <a:pos x="0" y="163"/>
                </a:cxn>
                <a:cxn ang="0">
                  <a:pos x="0" y="166"/>
                </a:cxn>
                <a:cxn ang="0">
                  <a:pos x="1" y="169"/>
                </a:cxn>
                <a:cxn ang="0">
                  <a:pos x="1" y="169"/>
                </a:cxn>
                <a:cxn ang="0">
                  <a:pos x="2" y="170"/>
                </a:cxn>
                <a:cxn ang="0">
                  <a:pos x="2" y="170"/>
                </a:cxn>
                <a:cxn ang="0">
                  <a:pos x="5" y="171"/>
                </a:cxn>
                <a:cxn ang="0">
                  <a:pos x="6" y="171"/>
                </a:cxn>
                <a:cxn ang="0">
                  <a:pos x="10" y="169"/>
                </a:cxn>
                <a:cxn ang="0">
                  <a:pos x="12" y="167"/>
                </a:cxn>
                <a:cxn ang="0">
                  <a:pos x="13" y="166"/>
                </a:cxn>
                <a:cxn ang="0">
                  <a:pos x="12" y="163"/>
                </a:cxn>
                <a:cxn ang="0">
                  <a:pos x="10" y="162"/>
                </a:cxn>
                <a:cxn ang="0">
                  <a:pos x="10" y="162"/>
                </a:cxn>
                <a:cxn ang="0">
                  <a:pos x="102" y="85"/>
                </a:cxn>
                <a:cxn ang="0">
                  <a:pos x="102" y="85"/>
                </a:cxn>
                <a:cxn ang="0">
                  <a:pos x="127" y="64"/>
                </a:cxn>
                <a:cxn ang="0">
                  <a:pos x="154" y="42"/>
                </a:cxn>
                <a:cxn ang="0">
                  <a:pos x="169" y="31"/>
                </a:cxn>
                <a:cxn ang="0">
                  <a:pos x="183" y="22"/>
                </a:cxn>
                <a:cxn ang="0">
                  <a:pos x="197" y="16"/>
                </a:cxn>
                <a:cxn ang="0">
                  <a:pos x="213" y="12"/>
                </a:cxn>
                <a:cxn ang="0">
                  <a:pos x="213" y="12"/>
                </a:cxn>
                <a:cxn ang="0">
                  <a:pos x="216" y="10"/>
                </a:cxn>
                <a:cxn ang="0">
                  <a:pos x="217" y="9"/>
                </a:cxn>
                <a:cxn ang="0">
                  <a:pos x="218" y="6"/>
                </a:cxn>
                <a:cxn ang="0">
                  <a:pos x="217" y="5"/>
                </a:cxn>
                <a:cxn ang="0">
                  <a:pos x="216" y="1"/>
                </a:cxn>
                <a:cxn ang="0">
                  <a:pos x="213" y="0"/>
                </a:cxn>
                <a:cxn ang="0">
                  <a:pos x="210" y="0"/>
                </a:cxn>
                <a:cxn ang="0">
                  <a:pos x="210" y="0"/>
                </a:cxn>
              </a:cxnLst>
              <a:rect l="0" t="0" r="r" b="b"/>
              <a:pathLst>
                <a:path w="218" h="171">
                  <a:moveTo>
                    <a:pt x="210" y="0"/>
                  </a:moveTo>
                  <a:lnTo>
                    <a:pt x="210" y="0"/>
                  </a:lnTo>
                  <a:lnTo>
                    <a:pt x="203" y="2"/>
                  </a:lnTo>
                  <a:lnTo>
                    <a:pt x="193" y="5"/>
                  </a:lnTo>
                  <a:lnTo>
                    <a:pt x="176" y="13"/>
                  </a:lnTo>
                  <a:lnTo>
                    <a:pt x="161" y="22"/>
                  </a:lnTo>
                  <a:lnTo>
                    <a:pt x="145" y="34"/>
                  </a:lnTo>
                  <a:lnTo>
                    <a:pt x="116" y="59"/>
                  </a:lnTo>
                  <a:lnTo>
                    <a:pt x="87" y="81"/>
                  </a:lnTo>
                  <a:lnTo>
                    <a:pt x="87" y="81"/>
                  </a:lnTo>
                  <a:lnTo>
                    <a:pt x="56" y="106"/>
                  </a:lnTo>
                  <a:lnTo>
                    <a:pt x="40" y="119"/>
                  </a:lnTo>
                  <a:lnTo>
                    <a:pt x="26" y="133"/>
                  </a:lnTo>
                  <a:lnTo>
                    <a:pt x="26" y="133"/>
                  </a:lnTo>
                  <a:lnTo>
                    <a:pt x="12" y="146"/>
                  </a:lnTo>
                  <a:lnTo>
                    <a:pt x="5" y="154"/>
                  </a:lnTo>
                  <a:lnTo>
                    <a:pt x="0" y="163"/>
                  </a:lnTo>
                  <a:lnTo>
                    <a:pt x="0" y="163"/>
                  </a:lnTo>
                  <a:lnTo>
                    <a:pt x="0" y="166"/>
                  </a:lnTo>
                  <a:lnTo>
                    <a:pt x="1" y="169"/>
                  </a:lnTo>
                  <a:lnTo>
                    <a:pt x="1" y="169"/>
                  </a:lnTo>
                  <a:lnTo>
                    <a:pt x="2" y="170"/>
                  </a:lnTo>
                  <a:lnTo>
                    <a:pt x="2" y="170"/>
                  </a:lnTo>
                  <a:lnTo>
                    <a:pt x="5" y="171"/>
                  </a:lnTo>
                  <a:lnTo>
                    <a:pt x="6" y="171"/>
                  </a:lnTo>
                  <a:lnTo>
                    <a:pt x="10" y="169"/>
                  </a:lnTo>
                  <a:lnTo>
                    <a:pt x="12" y="167"/>
                  </a:lnTo>
                  <a:lnTo>
                    <a:pt x="13" y="166"/>
                  </a:lnTo>
                  <a:lnTo>
                    <a:pt x="12" y="163"/>
                  </a:lnTo>
                  <a:lnTo>
                    <a:pt x="10" y="162"/>
                  </a:lnTo>
                  <a:lnTo>
                    <a:pt x="10" y="162"/>
                  </a:lnTo>
                  <a:lnTo>
                    <a:pt x="102" y="85"/>
                  </a:lnTo>
                  <a:lnTo>
                    <a:pt x="102" y="85"/>
                  </a:lnTo>
                  <a:lnTo>
                    <a:pt x="127" y="64"/>
                  </a:lnTo>
                  <a:lnTo>
                    <a:pt x="154" y="42"/>
                  </a:lnTo>
                  <a:lnTo>
                    <a:pt x="169" y="31"/>
                  </a:lnTo>
                  <a:lnTo>
                    <a:pt x="183" y="22"/>
                  </a:lnTo>
                  <a:lnTo>
                    <a:pt x="197" y="16"/>
                  </a:lnTo>
                  <a:lnTo>
                    <a:pt x="213" y="12"/>
                  </a:lnTo>
                  <a:lnTo>
                    <a:pt x="213" y="12"/>
                  </a:lnTo>
                  <a:lnTo>
                    <a:pt x="216" y="10"/>
                  </a:lnTo>
                  <a:lnTo>
                    <a:pt x="217" y="9"/>
                  </a:lnTo>
                  <a:lnTo>
                    <a:pt x="218" y="6"/>
                  </a:lnTo>
                  <a:lnTo>
                    <a:pt x="217" y="5"/>
                  </a:lnTo>
                  <a:lnTo>
                    <a:pt x="216" y="1"/>
                  </a:lnTo>
                  <a:lnTo>
                    <a:pt x="213" y="0"/>
                  </a:lnTo>
                  <a:lnTo>
                    <a:pt x="210" y="0"/>
                  </a:lnTo>
                  <a:lnTo>
                    <a:pt x="210" y="0"/>
                  </a:lnTo>
                  <a:close/>
                </a:path>
              </a:pathLst>
            </a:custGeom>
            <a:solidFill>
              <a:schemeClr val="bg1"/>
            </a:solidFill>
            <a:ln w="9525">
              <a:noFill/>
              <a:round/>
            </a:ln>
          </p:spPr>
          <p:txBody>
            <a:bodyPr vert="horz" wrap="square" lIns="79689" tIns="39844" rIns="79689" bIns="39844" numCol="1" anchor="t" anchorCtr="0" compatLnSpc="1"/>
            <a:lstStyle/>
            <a:p>
              <a:endParaRPr lang="zh-CN" altLang="en-US" sz="1570">
                <a:solidFill>
                  <a:schemeClr val="bg1"/>
                </a:solidFill>
                <a:cs typeface="+mn-ea"/>
                <a:sym typeface="+mn-lt"/>
              </a:endParaRPr>
            </a:p>
          </p:txBody>
        </p:sp>
        <p:sp>
          <p:nvSpPr>
            <p:cNvPr id="75" name="Freeform 392"/>
            <p:cNvSpPr/>
            <p:nvPr/>
          </p:nvSpPr>
          <p:spPr bwMode="auto">
            <a:xfrm>
              <a:off x="5395914" y="1125538"/>
              <a:ext cx="141288" cy="26988"/>
            </a:xfrm>
            <a:custGeom>
              <a:avLst/>
              <a:gdLst/>
              <a:ahLst/>
              <a:cxnLst>
                <a:cxn ang="0">
                  <a:pos x="348" y="0"/>
                </a:cxn>
                <a:cxn ang="0">
                  <a:pos x="348" y="0"/>
                </a:cxn>
                <a:cxn ang="0">
                  <a:pos x="326" y="2"/>
                </a:cxn>
                <a:cxn ang="0">
                  <a:pos x="305" y="5"/>
                </a:cxn>
                <a:cxn ang="0">
                  <a:pos x="263" y="14"/>
                </a:cxn>
                <a:cxn ang="0">
                  <a:pos x="221" y="23"/>
                </a:cxn>
                <a:cxn ang="0">
                  <a:pos x="199" y="27"/>
                </a:cxn>
                <a:cxn ang="0">
                  <a:pos x="178" y="30"/>
                </a:cxn>
                <a:cxn ang="0">
                  <a:pos x="178" y="30"/>
                </a:cxn>
                <a:cxn ang="0">
                  <a:pos x="156" y="32"/>
                </a:cxn>
                <a:cxn ang="0">
                  <a:pos x="135" y="36"/>
                </a:cxn>
                <a:cxn ang="0">
                  <a:pos x="92" y="45"/>
                </a:cxn>
                <a:cxn ang="0">
                  <a:pos x="49" y="53"/>
                </a:cxn>
                <a:cxn ang="0">
                  <a:pos x="28" y="56"/>
                </a:cxn>
                <a:cxn ang="0">
                  <a:pos x="5" y="57"/>
                </a:cxn>
                <a:cxn ang="0">
                  <a:pos x="5" y="57"/>
                </a:cxn>
                <a:cxn ang="0">
                  <a:pos x="3" y="57"/>
                </a:cxn>
                <a:cxn ang="0">
                  <a:pos x="2" y="58"/>
                </a:cxn>
                <a:cxn ang="0">
                  <a:pos x="0" y="62"/>
                </a:cxn>
                <a:cxn ang="0">
                  <a:pos x="2" y="66"/>
                </a:cxn>
                <a:cxn ang="0">
                  <a:pos x="3" y="68"/>
                </a:cxn>
                <a:cxn ang="0">
                  <a:pos x="5" y="69"/>
                </a:cxn>
                <a:cxn ang="0">
                  <a:pos x="16" y="69"/>
                </a:cxn>
                <a:cxn ang="0">
                  <a:pos x="16" y="69"/>
                </a:cxn>
                <a:cxn ang="0">
                  <a:pos x="20" y="68"/>
                </a:cxn>
                <a:cxn ang="0">
                  <a:pos x="20" y="68"/>
                </a:cxn>
                <a:cxn ang="0">
                  <a:pos x="38" y="66"/>
                </a:cxn>
                <a:cxn ang="0">
                  <a:pos x="58" y="64"/>
                </a:cxn>
                <a:cxn ang="0">
                  <a:pos x="94" y="57"/>
                </a:cxn>
                <a:cxn ang="0">
                  <a:pos x="132" y="49"/>
                </a:cxn>
                <a:cxn ang="0">
                  <a:pos x="170" y="41"/>
                </a:cxn>
                <a:cxn ang="0">
                  <a:pos x="170" y="41"/>
                </a:cxn>
                <a:cxn ang="0">
                  <a:pos x="215" y="34"/>
                </a:cxn>
                <a:cxn ang="0">
                  <a:pos x="259" y="24"/>
                </a:cxn>
                <a:cxn ang="0">
                  <a:pos x="304" y="17"/>
                </a:cxn>
                <a:cxn ang="0">
                  <a:pos x="326" y="14"/>
                </a:cxn>
                <a:cxn ang="0">
                  <a:pos x="348" y="11"/>
                </a:cxn>
                <a:cxn ang="0">
                  <a:pos x="348" y="11"/>
                </a:cxn>
                <a:cxn ang="0">
                  <a:pos x="350" y="10"/>
                </a:cxn>
                <a:cxn ang="0">
                  <a:pos x="352" y="9"/>
                </a:cxn>
                <a:cxn ang="0">
                  <a:pos x="353" y="5"/>
                </a:cxn>
                <a:cxn ang="0">
                  <a:pos x="353" y="3"/>
                </a:cxn>
                <a:cxn ang="0">
                  <a:pos x="352" y="1"/>
                </a:cxn>
                <a:cxn ang="0">
                  <a:pos x="350" y="0"/>
                </a:cxn>
                <a:cxn ang="0">
                  <a:pos x="348" y="0"/>
                </a:cxn>
                <a:cxn ang="0">
                  <a:pos x="348" y="0"/>
                </a:cxn>
              </a:cxnLst>
              <a:rect l="0" t="0" r="r" b="b"/>
              <a:pathLst>
                <a:path w="353" h="69">
                  <a:moveTo>
                    <a:pt x="348" y="0"/>
                  </a:moveTo>
                  <a:lnTo>
                    <a:pt x="348" y="0"/>
                  </a:lnTo>
                  <a:lnTo>
                    <a:pt x="326" y="2"/>
                  </a:lnTo>
                  <a:lnTo>
                    <a:pt x="305" y="5"/>
                  </a:lnTo>
                  <a:lnTo>
                    <a:pt x="263" y="14"/>
                  </a:lnTo>
                  <a:lnTo>
                    <a:pt x="221" y="23"/>
                  </a:lnTo>
                  <a:lnTo>
                    <a:pt x="199" y="27"/>
                  </a:lnTo>
                  <a:lnTo>
                    <a:pt x="178" y="30"/>
                  </a:lnTo>
                  <a:lnTo>
                    <a:pt x="178" y="30"/>
                  </a:lnTo>
                  <a:lnTo>
                    <a:pt x="156" y="32"/>
                  </a:lnTo>
                  <a:lnTo>
                    <a:pt x="135" y="36"/>
                  </a:lnTo>
                  <a:lnTo>
                    <a:pt x="92" y="45"/>
                  </a:lnTo>
                  <a:lnTo>
                    <a:pt x="49" y="53"/>
                  </a:lnTo>
                  <a:lnTo>
                    <a:pt x="28" y="56"/>
                  </a:lnTo>
                  <a:lnTo>
                    <a:pt x="5" y="57"/>
                  </a:lnTo>
                  <a:lnTo>
                    <a:pt x="5" y="57"/>
                  </a:lnTo>
                  <a:lnTo>
                    <a:pt x="3" y="57"/>
                  </a:lnTo>
                  <a:lnTo>
                    <a:pt x="2" y="58"/>
                  </a:lnTo>
                  <a:lnTo>
                    <a:pt x="0" y="62"/>
                  </a:lnTo>
                  <a:lnTo>
                    <a:pt x="2" y="66"/>
                  </a:lnTo>
                  <a:lnTo>
                    <a:pt x="3" y="68"/>
                  </a:lnTo>
                  <a:lnTo>
                    <a:pt x="5" y="69"/>
                  </a:lnTo>
                  <a:lnTo>
                    <a:pt x="16" y="69"/>
                  </a:lnTo>
                  <a:lnTo>
                    <a:pt x="16" y="69"/>
                  </a:lnTo>
                  <a:lnTo>
                    <a:pt x="20" y="68"/>
                  </a:lnTo>
                  <a:lnTo>
                    <a:pt x="20" y="68"/>
                  </a:lnTo>
                  <a:lnTo>
                    <a:pt x="38" y="66"/>
                  </a:lnTo>
                  <a:lnTo>
                    <a:pt x="58" y="64"/>
                  </a:lnTo>
                  <a:lnTo>
                    <a:pt x="94" y="57"/>
                  </a:lnTo>
                  <a:lnTo>
                    <a:pt x="132" y="49"/>
                  </a:lnTo>
                  <a:lnTo>
                    <a:pt x="170" y="41"/>
                  </a:lnTo>
                  <a:lnTo>
                    <a:pt x="170" y="41"/>
                  </a:lnTo>
                  <a:lnTo>
                    <a:pt x="215" y="34"/>
                  </a:lnTo>
                  <a:lnTo>
                    <a:pt x="259" y="24"/>
                  </a:lnTo>
                  <a:lnTo>
                    <a:pt x="304" y="17"/>
                  </a:lnTo>
                  <a:lnTo>
                    <a:pt x="326" y="14"/>
                  </a:lnTo>
                  <a:lnTo>
                    <a:pt x="348" y="11"/>
                  </a:lnTo>
                  <a:lnTo>
                    <a:pt x="348" y="11"/>
                  </a:lnTo>
                  <a:lnTo>
                    <a:pt x="350" y="10"/>
                  </a:lnTo>
                  <a:lnTo>
                    <a:pt x="352" y="9"/>
                  </a:lnTo>
                  <a:lnTo>
                    <a:pt x="353" y="5"/>
                  </a:lnTo>
                  <a:lnTo>
                    <a:pt x="353" y="3"/>
                  </a:lnTo>
                  <a:lnTo>
                    <a:pt x="352" y="1"/>
                  </a:lnTo>
                  <a:lnTo>
                    <a:pt x="350" y="0"/>
                  </a:lnTo>
                  <a:lnTo>
                    <a:pt x="348" y="0"/>
                  </a:lnTo>
                  <a:lnTo>
                    <a:pt x="348" y="0"/>
                  </a:lnTo>
                  <a:close/>
                </a:path>
              </a:pathLst>
            </a:custGeom>
            <a:solidFill>
              <a:schemeClr val="bg1"/>
            </a:solidFill>
            <a:ln w="9525">
              <a:noFill/>
              <a:round/>
            </a:ln>
          </p:spPr>
          <p:txBody>
            <a:bodyPr vert="horz" wrap="square" lIns="79689" tIns="39844" rIns="79689" bIns="39844" numCol="1" anchor="t" anchorCtr="0" compatLnSpc="1"/>
            <a:lstStyle/>
            <a:p>
              <a:endParaRPr lang="zh-CN" altLang="en-US" sz="1570">
                <a:solidFill>
                  <a:schemeClr val="bg1"/>
                </a:solidFill>
                <a:cs typeface="+mn-ea"/>
                <a:sym typeface="+mn-lt"/>
              </a:endParaRPr>
            </a:p>
          </p:txBody>
        </p:sp>
        <p:sp>
          <p:nvSpPr>
            <p:cNvPr id="76" name="Freeform 393"/>
            <p:cNvSpPr/>
            <p:nvPr/>
          </p:nvSpPr>
          <p:spPr bwMode="auto">
            <a:xfrm>
              <a:off x="5421314" y="1193801"/>
              <a:ext cx="92075" cy="20638"/>
            </a:xfrm>
            <a:custGeom>
              <a:avLst/>
              <a:gdLst/>
              <a:ahLst/>
              <a:cxnLst>
                <a:cxn ang="0">
                  <a:pos x="225" y="1"/>
                </a:cxn>
                <a:cxn ang="0">
                  <a:pos x="225" y="1"/>
                </a:cxn>
                <a:cxn ang="0">
                  <a:pos x="217" y="4"/>
                </a:cxn>
                <a:cxn ang="0">
                  <a:pos x="209" y="5"/>
                </a:cxn>
                <a:cxn ang="0">
                  <a:pos x="194" y="5"/>
                </a:cxn>
                <a:cxn ang="0">
                  <a:pos x="194" y="5"/>
                </a:cxn>
                <a:cxn ang="0">
                  <a:pos x="179" y="6"/>
                </a:cxn>
                <a:cxn ang="0">
                  <a:pos x="166" y="10"/>
                </a:cxn>
                <a:cxn ang="0">
                  <a:pos x="139" y="17"/>
                </a:cxn>
                <a:cxn ang="0">
                  <a:pos x="139" y="17"/>
                </a:cxn>
                <a:cxn ang="0">
                  <a:pos x="72" y="31"/>
                </a:cxn>
                <a:cxn ang="0">
                  <a:pos x="38" y="36"/>
                </a:cxn>
                <a:cxn ang="0">
                  <a:pos x="22" y="39"/>
                </a:cxn>
                <a:cxn ang="0">
                  <a:pos x="5" y="40"/>
                </a:cxn>
                <a:cxn ang="0">
                  <a:pos x="5" y="40"/>
                </a:cxn>
                <a:cxn ang="0">
                  <a:pos x="3" y="40"/>
                </a:cxn>
                <a:cxn ang="0">
                  <a:pos x="1" y="42"/>
                </a:cxn>
                <a:cxn ang="0">
                  <a:pos x="0" y="46"/>
                </a:cxn>
                <a:cxn ang="0">
                  <a:pos x="1" y="50"/>
                </a:cxn>
                <a:cxn ang="0">
                  <a:pos x="3" y="51"/>
                </a:cxn>
                <a:cxn ang="0">
                  <a:pos x="5" y="51"/>
                </a:cxn>
                <a:cxn ang="0">
                  <a:pos x="5" y="51"/>
                </a:cxn>
                <a:cxn ang="0">
                  <a:pos x="21" y="51"/>
                </a:cxn>
                <a:cxn ang="0">
                  <a:pos x="37" y="48"/>
                </a:cxn>
                <a:cxn ang="0">
                  <a:pos x="68" y="43"/>
                </a:cxn>
                <a:cxn ang="0">
                  <a:pos x="131" y="30"/>
                </a:cxn>
                <a:cxn ang="0">
                  <a:pos x="131" y="30"/>
                </a:cxn>
                <a:cxn ang="0">
                  <a:pos x="166" y="22"/>
                </a:cxn>
                <a:cxn ang="0">
                  <a:pos x="184" y="18"/>
                </a:cxn>
                <a:cxn ang="0">
                  <a:pos x="201" y="17"/>
                </a:cxn>
                <a:cxn ang="0">
                  <a:pos x="201" y="17"/>
                </a:cxn>
                <a:cxn ang="0">
                  <a:pos x="217" y="16"/>
                </a:cxn>
                <a:cxn ang="0">
                  <a:pos x="224" y="14"/>
                </a:cxn>
                <a:cxn ang="0">
                  <a:pos x="230" y="10"/>
                </a:cxn>
                <a:cxn ang="0">
                  <a:pos x="230" y="10"/>
                </a:cxn>
                <a:cxn ang="0">
                  <a:pos x="233" y="9"/>
                </a:cxn>
                <a:cxn ang="0">
                  <a:pos x="233" y="6"/>
                </a:cxn>
                <a:cxn ang="0">
                  <a:pos x="233" y="2"/>
                </a:cxn>
                <a:cxn ang="0">
                  <a:pos x="229" y="0"/>
                </a:cxn>
                <a:cxn ang="0">
                  <a:pos x="228" y="0"/>
                </a:cxn>
                <a:cxn ang="0">
                  <a:pos x="225" y="1"/>
                </a:cxn>
                <a:cxn ang="0">
                  <a:pos x="225" y="1"/>
                </a:cxn>
              </a:cxnLst>
              <a:rect l="0" t="0" r="r" b="b"/>
              <a:pathLst>
                <a:path w="233" h="51">
                  <a:moveTo>
                    <a:pt x="225" y="1"/>
                  </a:moveTo>
                  <a:lnTo>
                    <a:pt x="225" y="1"/>
                  </a:lnTo>
                  <a:lnTo>
                    <a:pt x="217" y="4"/>
                  </a:lnTo>
                  <a:lnTo>
                    <a:pt x="209" y="5"/>
                  </a:lnTo>
                  <a:lnTo>
                    <a:pt x="194" y="5"/>
                  </a:lnTo>
                  <a:lnTo>
                    <a:pt x="194" y="5"/>
                  </a:lnTo>
                  <a:lnTo>
                    <a:pt x="179" y="6"/>
                  </a:lnTo>
                  <a:lnTo>
                    <a:pt x="166" y="10"/>
                  </a:lnTo>
                  <a:lnTo>
                    <a:pt x="139" y="17"/>
                  </a:lnTo>
                  <a:lnTo>
                    <a:pt x="139" y="17"/>
                  </a:lnTo>
                  <a:lnTo>
                    <a:pt x="72" y="31"/>
                  </a:lnTo>
                  <a:lnTo>
                    <a:pt x="38" y="36"/>
                  </a:lnTo>
                  <a:lnTo>
                    <a:pt x="22" y="39"/>
                  </a:lnTo>
                  <a:lnTo>
                    <a:pt x="5" y="40"/>
                  </a:lnTo>
                  <a:lnTo>
                    <a:pt x="5" y="40"/>
                  </a:lnTo>
                  <a:lnTo>
                    <a:pt x="3" y="40"/>
                  </a:lnTo>
                  <a:lnTo>
                    <a:pt x="1" y="42"/>
                  </a:lnTo>
                  <a:lnTo>
                    <a:pt x="0" y="46"/>
                  </a:lnTo>
                  <a:lnTo>
                    <a:pt x="1" y="50"/>
                  </a:lnTo>
                  <a:lnTo>
                    <a:pt x="3" y="51"/>
                  </a:lnTo>
                  <a:lnTo>
                    <a:pt x="5" y="51"/>
                  </a:lnTo>
                  <a:lnTo>
                    <a:pt x="5" y="51"/>
                  </a:lnTo>
                  <a:lnTo>
                    <a:pt x="21" y="51"/>
                  </a:lnTo>
                  <a:lnTo>
                    <a:pt x="37" y="48"/>
                  </a:lnTo>
                  <a:lnTo>
                    <a:pt x="68" y="43"/>
                  </a:lnTo>
                  <a:lnTo>
                    <a:pt x="131" y="30"/>
                  </a:lnTo>
                  <a:lnTo>
                    <a:pt x="131" y="30"/>
                  </a:lnTo>
                  <a:lnTo>
                    <a:pt x="166" y="22"/>
                  </a:lnTo>
                  <a:lnTo>
                    <a:pt x="184" y="18"/>
                  </a:lnTo>
                  <a:lnTo>
                    <a:pt x="201" y="17"/>
                  </a:lnTo>
                  <a:lnTo>
                    <a:pt x="201" y="17"/>
                  </a:lnTo>
                  <a:lnTo>
                    <a:pt x="217" y="16"/>
                  </a:lnTo>
                  <a:lnTo>
                    <a:pt x="224" y="14"/>
                  </a:lnTo>
                  <a:lnTo>
                    <a:pt x="230" y="10"/>
                  </a:lnTo>
                  <a:lnTo>
                    <a:pt x="230" y="10"/>
                  </a:lnTo>
                  <a:lnTo>
                    <a:pt x="233" y="9"/>
                  </a:lnTo>
                  <a:lnTo>
                    <a:pt x="233" y="6"/>
                  </a:lnTo>
                  <a:lnTo>
                    <a:pt x="233" y="2"/>
                  </a:lnTo>
                  <a:lnTo>
                    <a:pt x="229" y="0"/>
                  </a:lnTo>
                  <a:lnTo>
                    <a:pt x="228" y="0"/>
                  </a:lnTo>
                  <a:lnTo>
                    <a:pt x="225" y="1"/>
                  </a:lnTo>
                  <a:lnTo>
                    <a:pt x="225" y="1"/>
                  </a:lnTo>
                  <a:close/>
                </a:path>
              </a:pathLst>
            </a:custGeom>
            <a:solidFill>
              <a:schemeClr val="bg1"/>
            </a:solidFill>
            <a:ln w="9525">
              <a:noFill/>
              <a:round/>
            </a:ln>
          </p:spPr>
          <p:txBody>
            <a:bodyPr vert="horz" wrap="square" lIns="79689" tIns="39844" rIns="79689" bIns="39844" numCol="1" anchor="t" anchorCtr="0" compatLnSpc="1"/>
            <a:lstStyle/>
            <a:p>
              <a:endParaRPr lang="zh-CN" altLang="en-US" sz="1570">
                <a:solidFill>
                  <a:schemeClr val="bg1"/>
                </a:solidFill>
                <a:cs typeface="+mn-ea"/>
                <a:sym typeface="+mn-lt"/>
              </a:endParaRPr>
            </a:p>
          </p:txBody>
        </p:sp>
        <p:sp>
          <p:nvSpPr>
            <p:cNvPr id="77" name="Freeform 394"/>
            <p:cNvSpPr/>
            <p:nvPr/>
          </p:nvSpPr>
          <p:spPr bwMode="auto">
            <a:xfrm>
              <a:off x="5537201" y="1117601"/>
              <a:ext cx="44450" cy="11113"/>
            </a:xfrm>
            <a:custGeom>
              <a:avLst/>
              <a:gdLst/>
              <a:ahLst/>
              <a:cxnLst>
                <a:cxn ang="0">
                  <a:pos x="108" y="0"/>
                </a:cxn>
                <a:cxn ang="0">
                  <a:pos x="108" y="0"/>
                </a:cxn>
                <a:cxn ang="0">
                  <a:pos x="57" y="11"/>
                </a:cxn>
                <a:cxn ang="0">
                  <a:pos x="32" y="15"/>
                </a:cxn>
                <a:cxn ang="0">
                  <a:pos x="6" y="17"/>
                </a:cxn>
                <a:cxn ang="0">
                  <a:pos x="6" y="17"/>
                </a:cxn>
                <a:cxn ang="0">
                  <a:pos x="4" y="17"/>
                </a:cxn>
                <a:cxn ang="0">
                  <a:pos x="2" y="19"/>
                </a:cxn>
                <a:cxn ang="0">
                  <a:pos x="0" y="23"/>
                </a:cxn>
                <a:cxn ang="0">
                  <a:pos x="2" y="26"/>
                </a:cxn>
                <a:cxn ang="0">
                  <a:pos x="4" y="28"/>
                </a:cxn>
                <a:cxn ang="0">
                  <a:pos x="6" y="29"/>
                </a:cxn>
                <a:cxn ang="0">
                  <a:pos x="6" y="29"/>
                </a:cxn>
                <a:cxn ang="0">
                  <a:pos x="20" y="28"/>
                </a:cxn>
                <a:cxn ang="0">
                  <a:pos x="33" y="26"/>
                </a:cxn>
                <a:cxn ang="0">
                  <a:pos x="58" y="21"/>
                </a:cxn>
                <a:cxn ang="0">
                  <a:pos x="110" y="11"/>
                </a:cxn>
                <a:cxn ang="0">
                  <a:pos x="110" y="11"/>
                </a:cxn>
                <a:cxn ang="0">
                  <a:pos x="113" y="11"/>
                </a:cxn>
                <a:cxn ang="0">
                  <a:pos x="114" y="8"/>
                </a:cxn>
                <a:cxn ang="0">
                  <a:pos x="114" y="7"/>
                </a:cxn>
                <a:cxn ang="0">
                  <a:pos x="114" y="4"/>
                </a:cxn>
                <a:cxn ang="0">
                  <a:pos x="112" y="2"/>
                </a:cxn>
                <a:cxn ang="0">
                  <a:pos x="110" y="0"/>
                </a:cxn>
                <a:cxn ang="0">
                  <a:pos x="108" y="0"/>
                </a:cxn>
                <a:cxn ang="0">
                  <a:pos x="108" y="0"/>
                </a:cxn>
              </a:cxnLst>
              <a:rect l="0" t="0" r="r" b="b"/>
              <a:pathLst>
                <a:path w="114" h="29">
                  <a:moveTo>
                    <a:pt x="108" y="0"/>
                  </a:moveTo>
                  <a:lnTo>
                    <a:pt x="108" y="0"/>
                  </a:lnTo>
                  <a:lnTo>
                    <a:pt x="57" y="11"/>
                  </a:lnTo>
                  <a:lnTo>
                    <a:pt x="32" y="15"/>
                  </a:lnTo>
                  <a:lnTo>
                    <a:pt x="6" y="17"/>
                  </a:lnTo>
                  <a:lnTo>
                    <a:pt x="6" y="17"/>
                  </a:lnTo>
                  <a:lnTo>
                    <a:pt x="4" y="17"/>
                  </a:lnTo>
                  <a:lnTo>
                    <a:pt x="2" y="19"/>
                  </a:lnTo>
                  <a:lnTo>
                    <a:pt x="0" y="23"/>
                  </a:lnTo>
                  <a:lnTo>
                    <a:pt x="2" y="26"/>
                  </a:lnTo>
                  <a:lnTo>
                    <a:pt x="4" y="28"/>
                  </a:lnTo>
                  <a:lnTo>
                    <a:pt x="6" y="29"/>
                  </a:lnTo>
                  <a:lnTo>
                    <a:pt x="6" y="29"/>
                  </a:lnTo>
                  <a:lnTo>
                    <a:pt x="20" y="28"/>
                  </a:lnTo>
                  <a:lnTo>
                    <a:pt x="33" y="26"/>
                  </a:lnTo>
                  <a:lnTo>
                    <a:pt x="58" y="21"/>
                  </a:lnTo>
                  <a:lnTo>
                    <a:pt x="110" y="11"/>
                  </a:lnTo>
                  <a:lnTo>
                    <a:pt x="110" y="11"/>
                  </a:lnTo>
                  <a:lnTo>
                    <a:pt x="113" y="11"/>
                  </a:lnTo>
                  <a:lnTo>
                    <a:pt x="114" y="8"/>
                  </a:lnTo>
                  <a:lnTo>
                    <a:pt x="114" y="7"/>
                  </a:lnTo>
                  <a:lnTo>
                    <a:pt x="114" y="4"/>
                  </a:lnTo>
                  <a:lnTo>
                    <a:pt x="112" y="2"/>
                  </a:lnTo>
                  <a:lnTo>
                    <a:pt x="110" y="0"/>
                  </a:lnTo>
                  <a:lnTo>
                    <a:pt x="108" y="0"/>
                  </a:lnTo>
                  <a:lnTo>
                    <a:pt x="108" y="0"/>
                  </a:lnTo>
                  <a:close/>
                </a:path>
              </a:pathLst>
            </a:custGeom>
            <a:solidFill>
              <a:schemeClr val="bg1"/>
            </a:solidFill>
            <a:ln w="9525">
              <a:noFill/>
              <a:round/>
            </a:ln>
          </p:spPr>
          <p:txBody>
            <a:bodyPr vert="horz" wrap="square" lIns="79689" tIns="39844" rIns="79689" bIns="39844" numCol="1" anchor="t" anchorCtr="0" compatLnSpc="1"/>
            <a:lstStyle/>
            <a:p>
              <a:endParaRPr lang="zh-CN" altLang="en-US" sz="1570">
                <a:solidFill>
                  <a:schemeClr val="bg1"/>
                </a:solidFill>
                <a:cs typeface="+mn-ea"/>
                <a:sym typeface="+mn-lt"/>
              </a:endParaRPr>
            </a:p>
          </p:txBody>
        </p:sp>
        <p:sp>
          <p:nvSpPr>
            <p:cNvPr id="78" name="Freeform 395"/>
            <p:cNvSpPr/>
            <p:nvPr/>
          </p:nvSpPr>
          <p:spPr bwMode="auto">
            <a:xfrm>
              <a:off x="5481639" y="1184276"/>
              <a:ext cx="198438" cy="82550"/>
            </a:xfrm>
            <a:custGeom>
              <a:avLst/>
              <a:gdLst/>
              <a:ahLst/>
              <a:cxnLst>
                <a:cxn ang="0">
                  <a:pos x="492" y="0"/>
                </a:cxn>
                <a:cxn ang="0">
                  <a:pos x="492" y="0"/>
                </a:cxn>
                <a:cxn ang="0">
                  <a:pos x="478" y="1"/>
                </a:cxn>
                <a:cxn ang="0">
                  <a:pos x="463" y="5"/>
                </a:cxn>
                <a:cxn ang="0">
                  <a:pos x="449" y="10"/>
                </a:cxn>
                <a:cxn ang="0">
                  <a:pos x="434" y="15"/>
                </a:cxn>
                <a:cxn ang="0">
                  <a:pos x="407" y="28"/>
                </a:cxn>
                <a:cxn ang="0">
                  <a:pos x="381" y="40"/>
                </a:cxn>
                <a:cxn ang="0">
                  <a:pos x="381" y="40"/>
                </a:cxn>
                <a:cxn ang="0">
                  <a:pos x="314" y="66"/>
                </a:cxn>
                <a:cxn ang="0">
                  <a:pos x="247" y="91"/>
                </a:cxn>
                <a:cxn ang="0">
                  <a:pos x="247" y="91"/>
                </a:cxn>
                <a:cxn ang="0">
                  <a:pos x="188" y="113"/>
                </a:cxn>
                <a:cxn ang="0">
                  <a:pos x="158" y="125"/>
                </a:cxn>
                <a:cxn ang="0">
                  <a:pos x="128" y="137"/>
                </a:cxn>
                <a:cxn ang="0">
                  <a:pos x="128" y="137"/>
                </a:cxn>
                <a:cxn ang="0">
                  <a:pos x="114" y="145"/>
                </a:cxn>
                <a:cxn ang="0">
                  <a:pos x="98" y="153"/>
                </a:cxn>
                <a:cxn ang="0">
                  <a:pos x="68" y="170"/>
                </a:cxn>
                <a:cxn ang="0">
                  <a:pos x="54" y="177"/>
                </a:cxn>
                <a:cxn ang="0">
                  <a:pos x="38" y="184"/>
                </a:cxn>
                <a:cxn ang="0">
                  <a:pos x="21" y="189"/>
                </a:cxn>
                <a:cxn ang="0">
                  <a:pos x="4" y="193"/>
                </a:cxn>
                <a:cxn ang="0">
                  <a:pos x="4" y="193"/>
                </a:cxn>
                <a:cxn ang="0">
                  <a:pos x="3" y="194"/>
                </a:cxn>
                <a:cxn ang="0">
                  <a:pos x="1" y="196"/>
                </a:cxn>
                <a:cxn ang="0">
                  <a:pos x="0" y="197"/>
                </a:cxn>
                <a:cxn ang="0">
                  <a:pos x="0" y="200"/>
                </a:cxn>
                <a:cxn ang="0">
                  <a:pos x="3" y="204"/>
                </a:cxn>
                <a:cxn ang="0">
                  <a:pos x="5" y="205"/>
                </a:cxn>
                <a:cxn ang="0">
                  <a:pos x="8" y="205"/>
                </a:cxn>
                <a:cxn ang="0">
                  <a:pos x="8" y="205"/>
                </a:cxn>
                <a:cxn ang="0">
                  <a:pos x="21" y="201"/>
                </a:cxn>
                <a:cxn ang="0">
                  <a:pos x="35" y="197"/>
                </a:cxn>
                <a:cxn ang="0">
                  <a:pos x="48" y="192"/>
                </a:cxn>
                <a:cxn ang="0">
                  <a:pos x="62" y="187"/>
                </a:cxn>
                <a:cxn ang="0">
                  <a:pos x="86" y="172"/>
                </a:cxn>
                <a:cxn ang="0">
                  <a:pos x="110" y="159"/>
                </a:cxn>
                <a:cxn ang="0">
                  <a:pos x="110" y="159"/>
                </a:cxn>
                <a:cxn ang="0">
                  <a:pos x="126" y="151"/>
                </a:cxn>
                <a:cxn ang="0">
                  <a:pos x="140" y="145"/>
                </a:cxn>
                <a:cxn ang="0">
                  <a:pos x="171" y="132"/>
                </a:cxn>
                <a:cxn ang="0">
                  <a:pos x="203" y="121"/>
                </a:cxn>
                <a:cxn ang="0">
                  <a:pos x="233" y="109"/>
                </a:cxn>
                <a:cxn ang="0">
                  <a:pos x="233" y="109"/>
                </a:cxn>
                <a:cxn ang="0">
                  <a:pos x="293" y="86"/>
                </a:cxn>
                <a:cxn ang="0">
                  <a:pos x="355" y="62"/>
                </a:cxn>
                <a:cxn ang="0">
                  <a:pos x="355" y="62"/>
                </a:cxn>
                <a:cxn ang="0">
                  <a:pos x="423" y="35"/>
                </a:cxn>
                <a:cxn ang="0">
                  <a:pos x="423" y="35"/>
                </a:cxn>
                <a:cxn ang="0">
                  <a:pos x="457" y="21"/>
                </a:cxn>
                <a:cxn ang="0">
                  <a:pos x="474" y="14"/>
                </a:cxn>
                <a:cxn ang="0">
                  <a:pos x="483" y="11"/>
                </a:cxn>
                <a:cxn ang="0">
                  <a:pos x="492" y="10"/>
                </a:cxn>
                <a:cxn ang="0">
                  <a:pos x="492" y="10"/>
                </a:cxn>
                <a:cxn ang="0">
                  <a:pos x="493" y="10"/>
                </a:cxn>
                <a:cxn ang="0">
                  <a:pos x="496" y="9"/>
                </a:cxn>
                <a:cxn ang="0">
                  <a:pos x="497" y="5"/>
                </a:cxn>
                <a:cxn ang="0">
                  <a:pos x="497" y="2"/>
                </a:cxn>
                <a:cxn ang="0">
                  <a:pos x="496" y="1"/>
                </a:cxn>
                <a:cxn ang="0">
                  <a:pos x="493" y="0"/>
                </a:cxn>
                <a:cxn ang="0">
                  <a:pos x="492" y="0"/>
                </a:cxn>
                <a:cxn ang="0">
                  <a:pos x="492" y="0"/>
                </a:cxn>
              </a:cxnLst>
              <a:rect l="0" t="0" r="r" b="b"/>
              <a:pathLst>
                <a:path w="497" h="205">
                  <a:moveTo>
                    <a:pt x="492" y="0"/>
                  </a:moveTo>
                  <a:lnTo>
                    <a:pt x="492" y="0"/>
                  </a:lnTo>
                  <a:lnTo>
                    <a:pt x="478" y="1"/>
                  </a:lnTo>
                  <a:lnTo>
                    <a:pt x="463" y="5"/>
                  </a:lnTo>
                  <a:lnTo>
                    <a:pt x="449" y="10"/>
                  </a:lnTo>
                  <a:lnTo>
                    <a:pt x="434" y="15"/>
                  </a:lnTo>
                  <a:lnTo>
                    <a:pt x="407" y="28"/>
                  </a:lnTo>
                  <a:lnTo>
                    <a:pt x="381" y="40"/>
                  </a:lnTo>
                  <a:lnTo>
                    <a:pt x="381" y="40"/>
                  </a:lnTo>
                  <a:lnTo>
                    <a:pt x="314" y="66"/>
                  </a:lnTo>
                  <a:lnTo>
                    <a:pt x="247" y="91"/>
                  </a:lnTo>
                  <a:lnTo>
                    <a:pt x="247" y="91"/>
                  </a:lnTo>
                  <a:lnTo>
                    <a:pt x="188" y="113"/>
                  </a:lnTo>
                  <a:lnTo>
                    <a:pt x="158" y="125"/>
                  </a:lnTo>
                  <a:lnTo>
                    <a:pt x="128" y="137"/>
                  </a:lnTo>
                  <a:lnTo>
                    <a:pt x="128" y="137"/>
                  </a:lnTo>
                  <a:lnTo>
                    <a:pt x="114" y="145"/>
                  </a:lnTo>
                  <a:lnTo>
                    <a:pt x="98" y="153"/>
                  </a:lnTo>
                  <a:lnTo>
                    <a:pt x="68" y="170"/>
                  </a:lnTo>
                  <a:lnTo>
                    <a:pt x="54" y="177"/>
                  </a:lnTo>
                  <a:lnTo>
                    <a:pt x="38" y="184"/>
                  </a:lnTo>
                  <a:lnTo>
                    <a:pt x="21" y="189"/>
                  </a:lnTo>
                  <a:lnTo>
                    <a:pt x="4" y="193"/>
                  </a:lnTo>
                  <a:lnTo>
                    <a:pt x="4" y="193"/>
                  </a:lnTo>
                  <a:lnTo>
                    <a:pt x="3" y="194"/>
                  </a:lnTo>
                  <a:lnTo>
                    <a:pt x="1" y="196"/>
                  </a:lnTo>
                  <a:lnTo>
                    <a:pt x="0" y="197"/>
                  </a:lnTo>
                  <a:lnTo>
                    <a:pt x="0" y="200"/>
                  </a:lnTo>
                  <a:lnTo>
                    <a:pt x="3" y="204"/>
                  </a:lnTo>
                  <a:lnTo>
                    <a:pt x="5" y="205"/>
                  </a:lnTo>
                  <a:lnTo>
                    <a:pt x="8" y="205"/>
                  </a:lnTo>
                  <a:lnTo>
                    <a:pt x="8" y="205"/>
                  </a:lnTo>
                  <a:lnTo>
                    <a:pt x="21" y="201"/>
                  </a:lnTo>
                  <a:lnTo>
                    <a:pt x="35" y="197"/>
                  </a:lnTo>
                  <a:lnTo>
                    <a:pt x="48" y="192"/>
                  </a:lnTo>
                  <a:lnTo>
                    <a:pt x="62" y="187"/>
                  </a:lnTo>
                  <a:lnTo>
                    <a:pt x="86" y="172"/>
                  </a:lnTo>
                  <a:lnTo>
                    <a:pt x="110" y="159"/>
                  </a:lnTo>
                  <a:lnTo>
                    <a:pt x="110" y="159"/>
                  </a:lnTo>
                  <a:lnTo>
                    <a:pt x="126" y="151"/>
                  </a:lnTo>
                  <a:lnTo>
                    <a:pt x="140" y="145"/>
                  </a:lnTo>
                  <a:lnTo>
                    <a:pt x="171" y="132"/>
                  </a:lnTo>
                  <a:lnTo>
                    <a:pt x="203" y="121"/>
                  </a:lnTo>
                  <a:lnTo>
                    <a:pt x="233" y="109"/>
                  </a:lnTo>
                  <a:lnTo>
                    <a:pt x="233" y="109"/>
                  </a:lnTo>
                  <a:lnTo>
                    <a:pt x="293" y="86"/>
                  </a:lnTo>
                  <a:lnTo>
                    <a:pt x="355" y="62"/>
                  </a:lnTo>
                  <a:lnTo>
                    <a:pt x="355" y="62"/>
                  </a:lnTo>
                  <a:lnTo>
                    <a:pt x="423" y="35"/>
                  </a:lnTo>
                  <a:lnTo>
                    <a:pt x="423" y="35"/>
                  </a:lnTo>
                  <a:lnTo>
                    <a:pt x="457" y="21"/>
                  </a:lnTo>
                  <a:lnTo>
                    <a:pt x="474" y="14"/>
                  </a:lnTo>
                  <a:lnTo>
                    <a:pt x="483" y="11"/>
                  </a:lnTo>
                  <a:lnTo>
                    <a:pt x="492" y="10"/>
                  </a:lnTo>
                  <a:lnTo>
                    <a:pt x="492" y="10"/>
                  </a:lnTo>
                  <a:lnTo>
                    <a:pt x="493" y="10"/>
                  </a:lnTo>
                  <a:lnTo>
                    <a:pt x="496" y="9"/>
                  </a:lnTo>
                  <a:lnTo>
                    <a:pt x="497" y="5"/>
                  </a:lnTo>
                  <a:lnTo>
                    <a:pt x="497" y="2"/>
                  </a:lnTo>
                  <a:lnTo>
                    <a:pt x="496" y="1"/>
                  </a:lnTo>
                  <a:lnTo>
                    <a:pt x="493" y="0"/>
                  </a:lnTo>
                  <a:lnTo>
                    <a:pt x="492" y="0"/>
                  </a:lnTo>
                  <a:lnTo>
                    <a:pt x="492" y="0"/>
                  </a:lnTo>
                  <a:close/>
                </a:path>
              </a:pathLst>
            </a:custGeom>
            <a:solidFill>
              <a:schemeClr val="bg1"/>
            </a:solidFill>
            <a:ln w="9525">
              <a:noFill/>
              <a:round/>
            </a:ln>
          </p:spPr>
          <p:txBody>
            <a:bodyPr vert="horz" wrap="square" lIns="79689" tIns="39844" rIns="79689" bIns="39844" numCol="1" anchor="t" anchorCtr="0" compatLnSpc="1"/>
            <a:lstStyle/>
            <a:p>
              <a:endParaRPr lang="zh-CN" altLang="en-US" sz="1570">
                <a:solidFill>
                  <a:schemeClr val="bg1"/>
                </a:solidFill>
                <a:cs typeface="+mn-ea"/>
                <a:sym typeface="+mn-lt"/>
              </a:endParaRPr>
            </a:p>
          </p:txBody>
        </p:sp>
        <p:sp>
          <p:nvSpPr>
            <p:cNvPr id="79" name="Freeform 396"/>
            <p:cNvSpPr/>
            <p:nvPr/>
          </p:nvSpPr>
          <p:spPr bwMode="auto">
            <a:xfrm>
              <a:off x="5664201" y="1103313"/>
              <a:ext cx="76200" cy="76200"/>
            </a:xfrm>
            <a:custGeom>
              <a:avLst/>
              <a:gdLst/>
              <a:ahLst/>
              <a:cxnLst>
                <a:cxn ang="0">
                  <a:pos x="186" y="0"/>
                </a:cxn>
                <a:cxn ang="0">
                  <a:pos x="186" y="0"/>
                </a:cxn>
                <a:cxn ang="0">
                  <a:pos x="178" y="3"/>
                </a:cxn>
                <a:cxn ang="0">
                  <a:pos x="171" y="7"/>
                </a:cxn>
                <a:cxn ang="0">
                  <a:pos x="166" y="12"/>
                </a:cxn>
                <a:cxn ang="0">
                  <a:pos x="161" y="19"/>
                </a:cxn>
                <a:cxn ang="0">
                  <a:pos x="161" y="19"/>
                </a:cxn>
                <a:cxn ang="0">
                  <a:pos x="135" y="49"/>
                </a:cxn>
                <a:cxn ang="0">
                  <a:pos x="107" y="77"/>
                </a:cxn>
                <a:cxn ang="0">
                  <a:pos x="107" y="77"/>
                </a:cxn>
                <a:cxn ang="0">
                  <a:pos x="82" y="105"/>
                </a:cxn>
                <a:cxn ang="0">
                  <a:pos x="57" y="134"/>
                </a:cxn>
                <a:cxn ang="0">
                  <a:pos x="44" y="147"/>
                </a:cxn>
                <a:cxn ang="0">
                  <a:pos x="31" y="160"/>
                </a:cxn>
                <a:cxn ang="0">
                  <a:pos x="17" y="173"/>
                </a:cxn>
                <a:cxn ang="0">
                  <a:pos x="3" y="183"/>
                </a:cxn>
                <a:cxn ang="0">
                  <a:pos x="3" y="183"/>
                </a:cxn>
                <a:cxn ang="0">
                  <a:pos x="0" y="185"/>
                </a:cxn>
                <a:cxn ang="0">
                  <a:pos x="0" y="187"/>
                </a:cxn>
                <a:cxn ang="0">
                  <a:pos x="0" y="191"/>
                </a:cxn>
                <a:cxn ang="0">
                  <a:pos x="4" y="194"/>
                </a:cxn>
                <a:cxn ang="0">
                  <a:pos x="5" y="194"/>
                </a:cxn>
                <a:cxn ang="0">
                  <a:pos x="8" y="193"/>
                </a:cxn>
                <a:cxn ang="0">
                  <a:pos x="8" y="193"/>
                </a:cxn>
                <a:cxn ang="0">
                  <a:pos x="20" y="185"/>
                </a:cxn>
                <a:cxn ang="0">
                  <a:pos x="31" y="174"/>
                </a:cxn>
                <a:cxn ang="0">
                  <a:pos x="54" y="153"/>
                </a:cxn>
                <a:cxn ang="0">
                  <a:pos x="74" y="131"/>
                </a:cxn>
                <a:cxn ang="0">
                  <a:pos x="94" y="109"/>
                </a:cxn>
                <a:cxn ang="0">
                  <a:pos x="94" y="109"/>
                </a:cxn>
                <a:cxn ang="0">
                  <a:pos x="140" y="55"/>
                </a:cxn>
                <a:cxn ang="0">
                  <a:pos x="140" y="55"/>
                </a:cxn>
                <a:cxn ang="0">
                  <a:pos x="150" y="43"/>
                </a:cxn>
                <a:cxn ang="0">
                  <a:pos x="162" y="30"/>
                </a:cxn>
                <a:cxn ang="0">
                  <a:pos x="169" y="24"/>
                </a:cxn>
                <a:cxn ang="0">
                  <a:pos x="175" y="17"/>
                </a:cxn>
                <a:cxn ang="0">
                  <a:pos x="183" y="13"/>
                </a:cxn>
                <a:cxn ang="0">
                  <a:pos x="190" y="11"/>
                </a:cxn>
                <a:cxn ang="0">
                  <a:pos x="190" y="11"/>
                </a:cxn>
                <a:cxn ang="0">
                  <a:pos x="191" y="9"/>
                </a:cxn>
                <a:cxn ang="0">
                  <a:pos x="192" y="8"/>
                </a:cxn>
                <a:cxn ang="0">
                  <a:pos x="194" y="7"/>
                </a:cxn>
                <a:cxn ang="0">
                  <a:pos x="194" y="4"/>
                </a:cxn>
                <a:cxn ang="0">
                  <a:pos x="191" y="0"/>
                </a:cxn>
                <a:cxn ang="0">
                  <a:pos x="188" y="0"/>
                </a:cxn>
                <a:cxn ang="0">
                  <a:pos x="186" y="0"/>
                </a:cxn>
                <a:cxn ang="0">
                  <a:pos x="186" y="0"/>
                </a:cxn>
              </a:cxnLst>
              <a:rect l="0" t="0" r="r" b="b"/>
              <a:pathLst>
                <a:path w="194" h="194">
                  <a:moveTo>
                    <a:pt x="186" y="0"/>
                  </a:moveTo>
                  <a:lnTo>
                    <a:pt x="186" y="0"/>
                  </a:lnTo>
                  <a:lnTo>
                    <a:pt x="178" y="3"/>
                  </a:lnTo>
                  <a:lnTo>
                    <a:pt x="171" y="7"/>
                  </a:lnTo>
                  <a:lnTo>
                    <a:pt x="166" y="12"/>
                  </a:lnTo>
                  <a:lnTo>
                    <a:pt x="161" y="19"/>
                  </a:lnTo>
                  <a:lnTo>
                    <a:pt x="161" y="19"/>
                  </a:lnTo>
                  <a:lnTo>
                    <a:pt x="135" y="49"/>
                  </a:lnTo>
                  <a:lnTo>
                    <a:pt x="107" y="77"/>
                  </a:lnTo>
                  <a:lnTo>
                    <a:pt x="107" y="77"/>
                  </a:lnTo>
                  <a:lnTo>
                    <a:pt x="82" y="105"/>
                  </a:lnTo>
                  <a:lnTo>
                    <a:pt x="57" y="134"/>
                  </a:lnTo>
                  <a:lnTo>
                    <a:pt x="44" y="147"/>
                  </a:lnTo>
                  <a:lnTo>
                    <a:pt x="31" y="160"/>
                  </a:lnTo>
                  <a:lnTo>
                    <a:pt x="17" y="173"/>
                  </a:lnTo>
                  <a:lnTo>
                    <a:pt x="3" y="183"/>
                  </a:lnTo>
                  <a:lnTo>
                    <a:pt x="3" y="183"/>
                  </a:lnTo>
                  <a:lnTo>
                    <a:pt x="0" y="185"/>
                  </a:lnTo>
                  <a:lnTo>
                    <a:pt x="0" y="187"/>
                  </a:lnTo>
                  <a:lnTo>
                    <a:pt x="0" y="191"/>
                  </a:lnTo>
                  <a:lnTo>
                    <a:pt x="4" y="194"/>
                  </a:lnTo>
                  <a:lnTo>
                    <a:pt x="5" y="194"/>
                  </a:lnTo>
                  <a:lnTo>
                    <a:pt x="8" y="193"/>
                  </a:lnTo>
                  <a:lnTo>
                    <a:pt x="8" y="193"/>
                  </a:lnTo>
                  <a:lnTo>
                    <a:pt x="20" y="185"/>
                  </a:lnTo>
                  <a:lnTo>
                    <a:pt x="31" y="174"/>
                  </a:lnTo>
                  <a:lnTo>
                    <a:pt x="54" y="153"/>
                  </a:lnTo>
                  <a:lnTo>
                    <a:pt x="74" y="131"/>
                  </a:lnTo>
                  <a:lnTo>
                    <a:pt x="94" y="109"/>
                  </a:lnTo>
                  <a:lnTo>
                    <a:pt x="94" y="109"/>
                  </a:lnTo>
                  <a:lnTo>
                    <a:pt x="140" y="55"/>
                  </a:lnTo>
                  <a:lnTo>
                    <a:pt x="140" y="55"/>
                  </a:lnTo>
                  <a:lnTo>
                    <a:pt x="150" y="43"/>
                  </a:lnTo>
                  <a:lnTo>
                    <a:pt x="162" y="30"/>
                  </a:lnTo>
                  <a:lnTo>
                    <a:pt x="169" y="24"/>
                  </a:lnTo>
                  <a:lnTo>
                    <a:pt x="175" y="17"/>
                  </a:lnTo>
                  <a:lnTo>
                    <a:pt x="183" y="13"/>
                  </a:lnTo>
                  <a:lnTo>
                    <a:pt x="190" y="11"/>
                  </a:lnTo>
                  <a:lnTo>
                    <a:pt x="190" y="11"/>
                  </a:lnTo>
                  <a:lnTo>
                    <a:pt x="191" y="9"/>
                  </a:lnTo>
                  <a:lnTo>
                    <a:pt x="192" y="8"/>
                  </a:lnTo>
                  <a:lnTo>
                    <a:pt x="194" y="7"/>
                  </a:lnTo>
                  <a:lnTo>
                    <a:pt x="194" y="4"/>
                  </a:lnTo>
                  <a:lnTo>
                    <a:pt x="191" y="0"/>
                  </a:lnTo>
                  <a:lnTo>
                    <a:pt x="188" y="0"/>
                  </a:lnTo>
                  <a:lnTo>
                    <a:pt x="186" y="0"/>
                  </a:lnTo>
                  <a:lnTo>
                    <a:pt x="186" y="0"/>
                  </a:lnTo>
                  <a:close/>
                </a:path>
              </a:pathLst>
            </a:custGeom>
            <a:solidFill>
              <a:schemeClr val="bg1"/>
            </a:solidFill>
            <a:ln w="9525">
              <a:noFill/>
              <a:round/>
            </a:ln>
          </p:spPr>
          <p:txBody>
            <a:bodyPr vert="horz" wrap="square" lIns="79689" tIns="39844" rIns="79689" bIns="39844" numCol="1" anchor="t" anchorCtr="0" compatLnSpc="1"/>
            <a:lstStyle/>
            <a:p>
              <a:endParaRPr lang="zh-CN" altLang="en-US" sz="1570">
                <a:solidFill>
                  <a:schemeClr val="bg1"/>
                </a:solidFill>
                <a:cs typeface="+mn-ea"/>
                <a:sym typeface="+mn-lt"/>
              </a:endParaRPr>
            </a:p>
          </p:txBody>
        </p:sp>
        <p:sp>
          <p:nvSpPr>
            <p:cNvPr id="80" name="Freeform 397"/>
            <p:cNvSpPr/>
            <p:nvPr/>
          </p:nvSpPr>
          <p:spPr bwMode="auto">
            <a:xfrm>
              <a:off x="5715001" y="1112838"/>
              <a:ext cx="82550" cy="103188"/>
            </a:xfrm>
            <a:custGeom>
              <a:avLst/>
              <a:gdLst/>
              <a:ahLst/>
              <a:cxnLst>
                <a:cxn ang="0">
                  <a:pos x="195" y="1"/>
                </a:cxn>
                <a:cxn ang="0">
                  <a:pos x="195" y="1"/>
                </a:cxn>
                <a:cxn ang="0">
                  <a:pos x="170" y="28"/>
                </a:cxn>
                <a:cxn ang="0">
                  <a:pos x="145" y="57"/>
                </a:cxn>
                <a:cxn ang="0">
                  <a:pos x="121" y="87"/>
                </a:cxn>
                <a:cxn ang="0">
                  <a:pos x="99" y="116"/>
                </a:cxn>
                <a:cxn ang="0">
                  <a:pos x="99" y="116"/>
                </a:cxn>
                <a:cxn ang="0">
                  <a:pos x="72" y="154"/>
                </a:cxn>
                <a:cxn ang="0">
                  <a:pos x="59" y="173"/>
                </a:cxn>
                <a:cxn ang="0">
                  <a:pos x="44" y="192"/>
                </a:cxn>
                <a:cxn ang="0">
                  <a:pos x="44" y="192"/>
                </a:cxn>
                <a:cxn ang="0">
                  <a:pos x="34" y="207"/>
                </a:cxn>
                <a:cxn ang="0">
                  <a:pos x="23" y="223"/>
                </a:cxn>
                <a:cxn ang="0">
                  <a:pos x="13" y="238"/>
                </a:cxn>
                <a:cxn ang="0">
                  <a:pos x="1" y="252"/>
                </a:cxn>
                <a:cxn ang="0">
                  <a:pos x="1" y="252"/>
                </a:cxn>
                <a:cxn ang="0">
                  <a:pos x="0" y="255"/>
                </a:cxn>
                <a:cxn ang="0">
                  <a:pos x="0" y="257"/>
                </a:cxn>
                <a:cxn ang="0">
                  <a:pos x="1" y="260"/>
                </a:cxn>
                <a:cxn ang="0">
                  <a:pos x="5" y="262"/>
                </a:cxn>
                <a:cxn ang="0">
                  <a:pos x="8" y="262"/>
                </a:cxn>
                <a:cxn ang="0">
                  <a:pos x="9" y="260"/>
                </a:cxn>
                <a:cxn ang="0">
                  <a:pos x="9" y="260"/>
                </a:cxn>
                <a:cxn ang="0">
                  <a:pos x="19" y="248"/>
                </a:cxn>
                <a:cxn ang="0">
                  <a:pos x="28" y="235"/>
                </a:cxn>
                <a:cxn ang="0">
                  <a:pos x="36" y="222"/>
                </a:cxn>
                <a:cxn ang="0">
                  <a:pos x="46" y="209"/>
                </a:cxn>
                <a:cxn ang="0">
                  <a:pos x="46" y="209"/>
                </a:cxn>
                <a:cxn ang="0">
                  <a:pos x="69" y="179"/>
                </a:cxn>
                <a:cxn ang="0">
                  <a:pos x="90" y="147"/>
                </a:cxn>
                <a:cxn ang="0">
                  <a:pos x="90" y="147"/>
                </a:cxn>
                <a:cxn ang="0">
                  <a:pos x="116" y="111"/>
                </a:cxn>
                <a:cxn ang="0">
                  <a:pos x="144" y="75"/>
                </a:cxn>
                <a:cxn ang="0">
                  <a:pos x="172" y="41"/>
                </a:cxn>
                <a:cxn ang="0">
                  <a:pos x="204" y="9"/>
                </a:cxn>
                <a:cxn ang="0">
                  <a:pos x="204" y="9"/>
                </a:cxn>
                <a:cxn ang="0">
                  <a:pos x="205" y="7"/>
                </a:cxn>
                <a:cxn ang="0">
                  <a:pos x="205" y="5"/>
                </a:cxn>
                <a:cxn ang="0">
                  <a:pos x="204" y="1"/>
                </a:cxn>
                <a:cxn ang="0">
                  <a:pos x="200" y="0"/>
                </a:cxn>
                <a:cxn ang="0">
                  <a:pos x="197" y="0"/>
                </a:cxn>
                <a:cxn ang="0">
                  <a:pos x="195" y="1"/>
                </a:cxn>
                <a:cxn ang="0">
                  <a:pos x="195" y="1"/>
                </a:cxn>
              </a:cxnLst>
              <a:rect l="0" t="0" r="r" b="b"/>
              <a:pathLst>
                <a:path w="205" h="262">
                  <a:moveTo>
                    <a:pt x="195" y="1"/>
                  </a:moveTo>
                  <a:lnTo>
                    <a:pt x="195" y="1"/>
                  </a:lnTo>
                  <a:lnTo>
                    <a:pt x="170" y="28"/>
                  </a:lnTo>
                  <a:lnTo>
                    <a:pt x="145" y="57"/>
                  </a:lnTo>
                  <a:lnTo>
                    <a:pt x="121" y="87"/>
                  </a:lnTo>
                  <a:lnTo>
                    <a:pt x="99" y="116"/>
                  </a:lnTo>
                  <a:lnTo>
                    <a:pt x="99" y="116"/>
                  </a:lnTo>
                  <a:lnTo>
                    <a:pt x="72" y="154"/>
                  </a:lnTo>
                  <a:lnTo>
                    <a:pt x="59" y="173"/>
                  </a:lnTo>
                  <a:lnTo>
                    <a:pt x="44" y="192"/>
                  </a:lnTo>
                  <a:lnTo>
                    <a:pt x="44" y="192"/>
                  </a:lnTo>
                  <a:lnTo>
                    <a:pt x="34" y="207"/>
                  </a:lnTo>
                  <a:lnTo>
                    <a:pt x="23" y="223"/>
                  </a:lnTo>
                  <a:lnTo>
                    <a:pt x="13" y="238"/>
                  </a:lnTo>
                  <a:lnTo>
                    <a:pt x="1" y="252"/>
                  </a:lnTo>
                  <a:lnTo>
                    <a:pt x="1" y="252"/>
                  </a:lnTo>
                  <a:lnTo>
                    <a:pt x="0" y="255"/>
                  </a:lnTo>
                  <a:lnTo>
                    <a:pt x="0" y="257"/>
                  </a:lnTo>
                  <a:lnTo>
                    <a:pt x="1" y="260"/>
                  </a:lnTo>
                  <a:lnTo>
                    <a:pt x="5" y="262"/>
                  </a:lnTo>
                  <a:lnTo>
                    <a:pt x="8" y="262"/>
                  </a:lnTo>
                  <a:lnTo>
                    <a:pt x="9" y="260"/>
                  </a:lnTo>
                  <a:lnTo>
                    <a:pt x="9" y="260"/>
                  </a:lnTo>
                  <a:lnTo>
                    <a:pt x="19" y="248"/>
                  </a:lnTo>
                  <a:lnTo>
                    <a:pt x="28" y="235"/>
                  </a:lnTo>
                  <a:lnTo>
                    <a:pt x="36" y="222"/>
                  </a:lnTo>
                  <a:lnTo>
                    <a:pt x="46" y="209"/>
                  </a:lnTo>
                  <a:lnTo>
                    <a:pt x="46" y="209"/>
                  </a:lnTo>
                  <a:lnTo>
                    <a:pt x="69" y="179"/>
                  </a:lnTo>
                  <a:lnTo>
                    <a:pt x="90" y="147"/>
                  </a:lnTo>
                  <a:lnTo>
                    <a:pt x="90" y="147"/>
                  </a:lnTo>
                  <a:lnTo>
                    <a:pt x="116" y="111"/>
                  </a:lnTo>
                  <a:lnTo>
                    <a:pt x="144" y="75"/>
                  </a:lnTo>
                  <a:lnTo>
                    <a:pt x="172" y="41"/>
                  </a:lnTo>
                  <a:lnTo>
                    <a:pt x="204" y="9"/>
                  </a:lnTo>
                  <a:lnTo>
                    <a:pt x="204" y="9"/>
                  </a:lnTo>
                  <a:lnTo>
                    <a:pt x="205" y="7"/>
                  </a:lnTo>
                  <a:lnTo>
                    <a:pt x="205" y="5"/>
                  </a:lnTo>
                  <a:lnTo>
                    <a:pt x="204" y="1"/>
                  </a:lnTo>
                  <a:lnTo>
                    <a:pt x="200" y="0"/>
                  </a:lnTo>
                  <a:lnTo>
                    <a:pt x="197" y="0"/>
                  </a:lnTo>
                  <a:lnTo>
                    <a:pt x="195" y="1"/>
                  </a:lnTo>
                  <a:lnTo>
                    <a:pt x="195" y="1"/>
                  </a:lnTo>
                  <a:close/>
                </a:path>
              </a:pathLst>
            </a:custGeom>
            <a:solidFill>
              <a:schemeClr val="bg1"/>
            </a:solidFill>
            <a:ln w="9525">
              <a:noFill/>
              <a:round/>
            </a:ln>
          </p:spPr>
          <p:txBody>
            <a:bodyPr vert="horz" wrap="square" lIns="79689" tIns="39844" rIns="79689" bIns="39844" numCol="1" anchor="t" anchorCtr="0" compatLnSpc="1"/>
            <a:lstStyle/>
            <a:p>
              <a:endParaRPr lang="zh-CN" altLang="en-US" sz="1570">
                <a:solidFill>
                  <a:schemeClr val="bg1"/>
                </a:solidFill>
                <a:cs typeface="+mn-ea"/>
                <a:sym typeface="+mn-lt"/>
              </a:endParaRPr>
            </a:p>
          </p:txBody>
        </p:sp>
        <p:sp>
          <p:nvSpPr>
            <p:cNvPr id="81" name="Freeform 398"/>
            <p:cNvSpPr/>
            <p:nvPr/>
          </p:nvSpPr>
          <p:spPr bwMode="auto">
            <a:xfrm>
              <a:off x="5797551" y="1162051"/>
              <a:ext cx="90488" cy="42863"/>
            </a:xfrm>
            <a:custGeom>
              <a:avLst/>
              <a:gdLst/>
              <a:ahLst/>
              <a:cxnLst>
                <a:cxn ang="0">
                  <a:pos x="221" y="0"/>
                </a:cxn>
                <a:cxn ang="0">
                  <a:pos x="221" y="0"/>
                </a:cxn>
                <a:cxn ang="0">
                  <a:pos x="170" y="20"/>
                </a:cxn>
                <a:cxn ang="0">
                  <a:pos x="145" y="30"/>
                </a:cxn>
                <a:cxn ang="0">
                  <a:pos x="122" y="42"/>
                </a:cxn>
                <a:cxn ang="0">
                  <a:pos x="122" y="42"/>
                </a:cxn>
                <a:cxn ang="0">
                  <a:pos x="107" y="47"/>
                </a:cxn>
                <a:cxn ang="0">
                  <a:pos x="94" y="52"/>
                </a:cxn>
                <a:cxn ang="0">
                  <a:pos x="81" y="58"/>
                </a:cxn>
                <a:cxn ang="0">
                  <a:pos x="68" y="64"/>
                </a:cxn>
                <a:cxn ang="0">
                  <a:pos x="68" y="64"/>
                </a:cxn>
                <a:cxn ang="0">
                  <a:pos x="54" y="73"/>
                </a:cxn>
                <a:cxn ang="0">
                  <a:pos x="38" y="84"/>
                </a:cxn>
                <a:cxn ang="0">
                  <a:pos x="31" y="88"/>
                </a:cxn>
                <a:cxn ang="0">
                  <a:pos x="22" y="93"/>
                </a:cxn>
                <a:cxn ang="0">
                  <a:pos x="14" y="96"/>
                </a:cxn>
                <a:cxn ang="0">
                  <a:pos x="5" y="97"/>
                </a:cxn>
                <a:cxn ang="0">
                  <a:pos x="5" y="97"/>
                </a:cxn>
                <a:cxn ang="0">
                  <a:pos x="3" y="98"/>
                </a:cxn>
                <a:cxn ang="0">
                  <a:pos x="1" y="99"/>
                </a:cxn>
                <a:cxn ang="0">
                  <a:pos x="0" y="103"/>
                </a:cxn>
                <a:cxn ang="0">
                  <a:pos x="0" y="106"/>
                </a:cxn>
                <a:cxn ang="0">
                  <a:pos x="1" y="107"/>
                </a:cxn>
                <a:cxn ang="0">
                  <a:pos x="3" y="109"/>
                </a:cxn>
                <a:cxn ang="0">
                  <a:pos x="5" y="109"/>
                </a:cxn>
                <a:cxn ang="0">
                  <a:pos x="5" y="109"/>
                </a:cxn>
                <a:cxn ang="0">
                  <a:pos x="18" y="106"/>
                </a:cxn>
                <a:cxn ang="0">
                  <a:pos x="30" y="102"/>
                </a:cxn>
                <a:cxn ang="0">
                  <a:pos x="42" y="96"/>
                </a:cxn>
                <a:cxn ang="0">
                  <a:pos x="54" y="89"/>
                </a:cxn>
                <a:cxn ang="0">
                  <a:pos x="76" y="75"/>
                </a:cxn>
                <a:cxn ang="0">
                  <a:pos x="86" y="68"/>
                </a:cxn>
                <a:cxn ang="0">
                  <a:pos x="98" y="63"/>
                </a:cxn>
                <a:cxn ang="0">
                  <a:pos x="98" y="63"/>
                </a:cxn>
                <a:cxn ang="0">
                  <a:pos x="161" y="37"/>
                </a:cxn>
                <a:cxn ang="0">
                  <a:pos x="192" y="24"/>
                </a:cxn>
                <a:cxn ang="0">
                  <a:pos x="224" y="12"/>
                </a:cxn>
                <a:cxn ang="0">
                  <a:pos x="224" y="12"/>
                </a:cxn>
                <a:cxn ang="0">
                  <a:pos x="226" y="11"/>
                </a:cxn>
                <a:cxn ang="0">
                  <a:pos x="228" y="8"/>
                </a:cxn>
                <a:cxn ang="0">
                  <a:pos x="228" y="4"/>
                </a:cxn>
                <a:cxn ang="0">
                  <a:pos x="226" y="1"/>
                </a:cxn>
                <a:cxn ang="0">
                  <a:pos x="225" y="0"/>
                </a:cxn>
                <a:cxn ang="0">
                  <a:pos x="224" y="0"/>
                </a:cxn>
                <a:cxn ang="0">
                  <a:pos x="221" y="0"/>
                </a:cxn>
                <a:cxn ang="0">
                  <a:pos x="221" y="0"/>
                </a:cxn>
              </a:cxnLst>
              <a:rect l="0" t="0" r="r" b="b"/>
              <a:pathLst>
                <a:path w="228" h="109">
                  <a:moveTo>
                    <a:pt x="221" y="0"/>
                  </a:moveTo>
                  <a:lnTo>
                    <a:pt x="221" y="0"/>
                  </a:lnTo>
                  <a:lnTo>
                    <a:pt x="170" y="20"/>
                  </a:lnTo>
                  <a:lnTo>
                    <a:pt x="145" y="30"/>
                  </a:lnTo>
                  <a:lnTo>
                    <a:pt x="122" y="42"/>
                  </a:lnTo>
                  <a:lnTo>
                    <a:pt x="122" y="42"/>
                  </a:lnTo>
                  <a:lnTo>
                    <a:pt x="107" y="47"/>
                  </a:lnTo>
                  <a:lnTo>
                    <a:pt x="94" y="52"/>
                  </a:lnTo>
                  <a:lnTo>
                    <a:pt x="81" y="58"/>
                  </a:lnTo>
                  <a:lnTo>
                    <a:pt x="68" y="64"/>
                  </a:lnTo>
                  <a:lnTo>
                    <a:pt x="68" y="64"/>
                  </a:lnTo>
                  <a:lnTo>
                    <a:pt x="54" y="73"/>
                  </a:lnTo>
                  <a:lnTo>
                    <a:pt x="38" y="84"/>
                  </a:lnTo>
                  <a:lnTo>
                    <a:pt x="31" y="88"/>
                  </a:lnTo>
                  <a:lnTo>
                    <a:pt x="22" y="93"/>
                  </a:lnTo>
                  <a:lnTo>
                    <a:pt x="14" y="96"/>
                  </a:lnTo>
                  <a:lnTo>
                    <a:pt x="5" y="97"/>
                  </a:lnTo>
                  <a:lnTo>
                    <a:pt x="5" y="97"/>
                  </a:lnTo>
                  <a:lnTo>
                    <a:pt x="3" y="98"/>
                  </a:lnTo>
                  <a:lnTo>
                    <a:pt x="1" y="99"/>
                  </a:lnTo>
                  <a:lnTo>
                    <a:pt x="0" y="103"/>
                  </a:lnTo>
                  <a:lnTo>
                    <a:pt x="0" y="106"/>
                  </a:lnTo>
                  <a:lnTo>
                    <a:pt x="1" y="107"/>
                  </a:lnTo>
                  <a:lnTo>
                    <a:pt x="3" y="109"/>
                  </a:lnTo>
                  <a:lnTo>
                    <a:pt x="5" y="109"/>
                  </a:lnTo>
                  <a:lnTo>
                    <a:pt x="5" y="109"/>
                  </a:lnTo>
                  <a:lnTo>
                    <a:pt x="18" y="106"/>
                  </a:lnTo>
                  <a:lnTo>
                    <a:pt x="30" y="102"/>
                  </a:lnTo>
                  <a:lnTo>
                    <a:pt x="42" y="96"/>
                  </a:lnTo>
                  <a:lnTo>
                    <a:pt x="54" y="89"/>
                  </a:lnTo>
                  <a:lnTo>
                    <a:pt x="76" y="75"/>
                  </a:lnTo>
                  <a:lnTo>
                    <a:pt x="86" y="68"/>
                  </a:lnTo>
                  <a:lnTo>
                    <a:pt x="98" y="63"/>
                  </a:lnTo>
                  <a:lnTo>
                    <a:pt x="98" y="63"/>
                  </a:lnTo>
                  <a:lnTo>
                    <a:pt x="161" y="37"/>
                  </a:lnTo>
                  <a:lnTo>
                    <a:pt x="192" y="24"/>
                  </a:lnTo>
                  <a:lnTo>
                    <a:pt x="224" y="12"/>
                  </a:lnTo>
                  <a:lnTo>
                    <a:pt x="224" y="12"/>
                  </a:lnTo>
                  <a:lnTo>
                    <a:pt x="226" y="11"/>
                  </a:lnTo>
                  <a:lnTo>
                    <a:pt x="228" y="8"/>
                  </a:lnTo>
                  <a:lnTo>
                    <a:pt x="228" y="4"/>
                  </a:lnTo>
                  <a:lnTo>
                    <a:pt x="226" y="1"/>
                  </a:lnTo>
                  <a:lnTo>
                    <a:pt x="225" y="0"/>
                  </a:lnTo>
                  <a:lnTo>
                    <a:pt x="224" y="0"/>
                  </a:lnTo>
                  <a:lnTo>
                    <a:pt x="221" y="0"/>
                  </a:lnTo>
                  <a:lnTo>
                    <a:pt x="221" y="0"/>
                  </a:lnTo>
                  <a:close/>
                </a:path>
              </a:pathLst>
            </a:custGeom>
            <a:solidFill>
              <a:schemeClr val="bg1"/>
            </a:solidFill>
            <a:ln w="9525">
              <a:noFill/>
              <a:round/>
            </a:ln>
          </p:spPr>
          <p:txBody>
            <a:bodyPr vert="horz" wrap="square" lIns="79689" tIns="39844" rIns="79689" bIns="39844" numCol="1" anchor="t" anchorCtr="0" compatLnSpc="1"/>
            <a:lstStyle/>
            <a:p>
              <a:endParaRPr lang="zh-CN" altLang="en-US" sz="1570">
                <a:solidFill>
                  <a:schemeClr val="bg1"/>
                </a:solidFill>
                <a:cs typeface="+mn-ea"/>
                <a:sym typeface="+mn-lt"/>
              </a:endParaRPr>
            </a:p>
          </p:txBody>
        </p:sp>
        <p:sp>
          <p:nvSpPr>
            <p:cNvPr id="82" name="Freeform 399"/>
            <p:cNvSpPr/>
            <p:nvPr/>
          </p:nvSpPr>
          <p:spPr bwMode="auto">
            <a:xfrm>
              <a:off x="5772151" y="1168401"/>
              <a:ext cx="136525" cy="65088"/>
            </a:xfrm>
            <a:custGeom>
              <a:avLst/>
              <a:gdLst/>
              <a:ahLst/>
              <a:cxnLst>
                <a:cxn ang="0">
                  <a:pos x="333" y="1"/>
                </a:cxn>
                <a:cxn ang="0">
                  <a:pos x="325" y="4"/>
                </a:cxn>
                <a:cxn ang="0">
                  <a:pos x="316" y="4"/>
                </a:cxn>
                <a:cxn ang="0">
                  <a:pos x="293" y="16"/>
                </a:cxn>
                <a:cxn ang="0">
                  <a:pos x="268" y="26"/>
                </a:cxn>
                <a:cxn ang="0">
                  <a:pos x="259" y="29"/>
                </a:cxn>
                <a:cxn ang="0">
                  <a:pos x="233" y="43"/>
                </a:cxn>
                <a:cxn ang="0">
                  <a:pos x="217" y="50"/>
                </a:cxn>
                <a:cxn ang="0">
                  <a:pos x="172" y="65"/>
                </a:cxn>
                <a:cxn ang="0">
                  <a:pos x="148" y="77"/>
                </a:cxn>
                <a:cxn ang="0">
                  <a:pos x="76" y="118"/>
                </a:cxn>
                <a:cxn ang="0">
                  <a:pos x="58" y="127"/>
                </a:cxn>
                <a:cxn ang="0">
                  <a:pos x="19" y="144"/>
                </a:cxn>
                <a:cxn ang="0">
                  <a:pos x="2" y="156"/>
                </a:cxn>
                <a:cxn ang="0">
                  <a:pos x="0" y="158"/>
                </a:cxn>
                <a:cxn ang="0">
                  <a:pos x="0" y="162"/>
                </a:cxn>
                <a:cxn ang="0">
                  <a:pos x="6" y="165"/>
                </a:cxn>
                <a:cxn ang="0">
                  <a:pos x="9" y="164"/>
                </a:cxn>
                <a:cxn ang="0">
                  <a:pos x="19" y="157"/>
                </a:cxn>
                <a:cxn ang="0">
                  <a:pos x="50" y="141"/>
                </a:cxn>
                <a:cxn ang="0">
                  <a:pos x="92" y="122"/>
                </a:cxn>
                <a:cxn ang="0">
                  <a:pos x="119" y="106"/>
                </a:cxn>
                <a:cxn ang="0">
                  <a:pos x="173" y="79"/>
                </a:cxn>
                <a:cxn ang="0">
                  <a:pos x="203" y="68"/>
                </a:cxn>
                <a:cxn ang="0">
                  <a:pos x="223" y="60"/>
                </a:cxn>
                <a:cxn ang="0">
                  <a:pos x="283" y="34"/>
                </a:cxn>
                <a:cxn ang="0">
                  <a:pos x="304" y="22"/>
                </a:cxn>
                <a:cxn ang="0">
                  <a:pos x="325" y="14"/>
                </a:cxn>
                <a:cxn ang="0">
                  <a:pos x="334" y="14"/>
                </a:cxn>
                <a:cxn ang="0">
                  <a:pos x="342" y="11"/>
                </a:cxn>
                <a:cxn ang="0">
                  <a:pos x="342" y="8"/>
                </a:cxn>
                <a:cxn ang="0">
                  <a:pos x="340" y="1"/>
                </a:cxn>
                <a:cxn ang="0">
                  <a:pos x="336" y="0"/>
                </a:cxn>
                <a:cxn ang="0">
                  <a:pos x="333" y="1"/>
                </a:cxn>
              </a:cxnLst>
              <a:rect l="0" t="0" r="r" b="b"/>
              <a:pathLst>
                <a:path w="343" h="165">
                  <a:moveTo>
                    <a:pt x="333" y="1"/>
                  </a:moveTo>
                  <a:lnTo>
                    <a:pt x="333" y="1"/>
                  </a:lnTo>
                  <a:lnTo>
                    <a:pt x="330" y="4"/>
                  </a:lnTo>
                  <a:lnTo>
                    <a:pt x="325" y="4"/>
                  </a:lnTo>
                  <a:lnTo>
                    <a:pt x="319" y="4"/>
                  </a:lnTo>
                  <a:lnTo>
                    <a:pt x="316" y="4"/>
                  </a:lnTo>
                  <a:lnTo>
                    <a:pt x="316" y="4"/>
                  </a:lnTo>
                  <a:lnTo>
                    <a:pt x="293" y="16"/>
                  </a:lnTo>
                  <a:lnTo>
                    <a:pt x="282" y="21"/>
                  </a:lnTo>
                  <a:lnTo>
                    <a:pt x="268" y="26"/>
                  </a:lnTo>
                  <a:lnTo>
                    <a:pt x="268" y="26"/>
                  </a:lnTo>
                  <a:lnTo>
                    <a:pt x="259" y="29"/>
                  </a:lnTo>
                  <a:lnTo>
                    <a:pt x="250" y="33"/>
                  </a:lnTo>
                  <a:lnTo>
                    <a:pt x="233" y="43"/>
                  </a:lnTo>
                  <a:lnTo>
                    <a:pt x="233" y="43"/>
                  </a:lnTo>
                  <a:lnTo>
                    <a:pt x="217" y="50"/>
                  </a:lnTo>
                  <a:lnTo>
                    <a:pt x="203" y="55"/>
                  </a:lnTo>
                  <a:lnTo>
                    <a:pt x="172" y="65"/>
                  </a:lnTo>
                  <a:lnTo>
                    <a:pt x="172" y="65"/>
                  </a:lnTo>
                  <a:lnTo>
                    <a:pt x="148" y="77"/>
                  </a:lnTo>
                  <a:lnTo>
                    <a:pt x="123" y="89"/>
                  </a:lnTo>
                  <a:lnTo>
                    <a:pt x="76" y="118"/>
                  </a:lnTo>
                  <a:lnTo>
                    <a:pt x="76" y="118"/>
                  </a:lnTo>
                  <a:lnTo>
                    <a:pt x="58" y="127"/>
                  </a:lnTo>
                  <a:lnTo>
                    <a:pt x="38" y="135"/>
                  </a:lnTo>
                  <a:lnTo>
                    <a:pt x="19" y="144"/>
                  </a:lnTo>
                  <a:lnTo>
                    <a:pt x="11" y="149"/>
                  </a:lnTo>
                  <a:lnTo>
                    <a:pt x="2" y="156"/>
                  </a:lnTo>
                  <a:lnTo>
                    <a:pt x="2" y="156"/>
                  </a:lnTo>
                  <a:lnTo>
                    <a:pt x="0" y="158"/>
                  </a:lnTo>
                  <a:lnTo>
                    <a:pt x="0" y="160"/>
                  </a:lnTo>
                  <a:lnTo>
                    <a:pt x="0" y="162"/>
                  </a:lnTo>
                  <a:lnTo>
                    <a:pt x="2" y="164"/>
                  </a:lnTo>
                  <a:lnTo>
                    <a:pt x="6" y="165"/>
                  </a:lnTo>
                  <a:lnTo>
                    <a:pt x="8" y="165"/>
                  </a:lnTo>
                  <a:lnTo>
                    <a:pt x="9" y="164"/>
                  </a:lnTo>
                  <a:lnTo>
                    <a:pt x="9" y="164"/>
                  </a:lnTo>
                  <a:lnTo>
                    <a:pt x="19" y="157"/>
                  </a:lnTo>
                  <a:lnTo>
                    <a:pt x="29" y="152"/>
                  </a:lnTo>
                  <a:lnTo>
                    <a:pt x="50" y="141"/>
                  </a:lnTo>
                  <a:lnTo>
                    <a:pt x="72" y="132"/>
                  </a:lnTo>
                  <a:lnTo>
                    <a:pt x="92" y="122"/>
                  </a:lnTo>
                  <a:lnTo>
                    <a:pt x="92" y="122"/>
                  </a:lnTo>
                  <a:lnTo>
                    <a:pt x="119" y="106"/>
                  </a:lnTo>
                  <a:lnTo>
                    <a:pt x="145" y="92"/>
                  </a:lnTo>
                  <a:lnTo>
                    <a:pt x="173" y="79"/>
                  </a:lnTo>
                  <a:lnTo>
                    <a:pt x="187" y="73"/>
                  </a:lnTo>
                  <a:lnTo>
                    <a:pt x="203" y="68"/>
                  </a:lnTo>
                  <a:lnTo>
                    <a:pt x="203" y="68"/>
                  </a:lnTo>
                  <a:lnTo>
                    <a:pt x="223" y="60"/>
                  </a:lnTo>
                  <a:lnTo>
                    <a:pt x="244" y="52"/>
                  </a:lnTo>
                  <a:lnTo>
                    <a:pt x="283" y="34"/>
                  </a:lnTo>
                  <a:lnTo>
                    <a:pt x="283" y="34"/>
                  </a:lnTo>
                  <a:lnTo>
                    <a:pt x="304" y="22"/>
                  </a:lnTo>
                  <a:lnTo>
                    <a:pt x="314" y="17"/>
                  </a:lnTo>
                  <a:lnTo>
                    <a:pt x="325" y="14"/>
                  </a:lnTo>
                  <a:lnTo>
                    <a:pt x="325" y="14"/>
                  </a:lnTo>
                  <a:lnTo>
                    <a:pt x="334" y="14"/>
                  </a:lnTo>
                  <a:lnTo>
                    <a:pt x="338" y="13"/>
                  </a:lnTo>
                  <a:lnTo>
                    <a:pt x="342" y="11"/>
                  </a:lnTo>
                  <a:lnTo>
                    <a:pt x="342" y="11"/>
                  </a:lnTo>
                  <a:lnTo>
                    <a:pt x="342" y="8"/>
                  </a:lnTo>
                  <a:lnTo>
                    <a:pt x="343" y="5"/>
                  </a:lnTo>
                  <a:lnTo>
                    <a:pt x="340" y="1"/>
                  </a:lnTo>
                  <a:lnTo>
                    <a:pt x="339" y="0"/>
                  </a:lnTo>
                  <a:lnTo>
                    <a:pt x="336" y="0"/>
                  </a:lnTo>
                  <a:lnTo>
                    <a:pt x="335" y="0"/>
                  </a:lnTo>
                  <a:lnTo>
                    <a:pt x="333" y="1"/>
                  </a:lnTo>
                  <a:lnTo>
                    <a:pt x="333" y="1"/>
                  </a:lnTo>
                  <a:close/>
                </a:path>
              </a:pathLst>
            </a:custGeom>
            <a:solidFill>
              <a:schemeClr val="bg1"/>
            </a:solidFill>
            <a:ln w="9525">
              <a:noFill/>
              <a:round/>
            </a:ln>
          </p:spPr>
          <p:txBody>
            <a:bodyPr vert="horz" wrap="square" lIns="79689" tIns="39844" rIns="79689" bIns="39844" numCol="1" anchor="t" anchorCtr="0" compatLnSpc="1"/>
            <a:lstStyle/>
            <a:p>
              <a:endParaRPr lang="zh-CN" altLang="en-US" sz="1570">
                <a:solidFill>
                  <a:schemeClr val="bg1"/>
                </a:solidFill>
                <a:cs typeface="+mn-ea"/>
                <a:sym typeface="+mn-lt"/>
              </a:endParaRPr>
            </a:p>
          </p:txBody>
        </p:sp>
        <p:sp>
          <p:nvSpPr>
            <p:cNvPr id="83" name="Freeform 400"/>
            <p:cNvSpPr/>
            <p:nvPr/>
          </p:nvSpPr>
          <p:spPr bwMode="auto">
            <a:xfrm>
              <a:off x="5813426" y="1204913"/>
              <a:ext cx="111125" cy="57150"/>
            </a:xfrm>
            <a:custGeom>
              <a:avLst/>
              <a:gdLst/>
              <a:ahLst/>
              <a:cxnLst>
                <a:cxn ang="0">
                  <a:pos x="270" y="0"/>
                </a:cxn>
                <a:cxn ang="0">
                  <a:pos x="270" y="0"/>
                </a:cxn>
                <a:cxn ang="0">
                  <a:pos x="238" y="18"/>
                </a:cxn>
                <a:cxn ang="0">
                  <a:pos x="204" y="35"/>
                </a:cxn>
                <a:cxn ang="0">
                  <a:pos x="137" y="68"/>
                </a:cxn>
                <a:cxn ang="0">
                  <a:pos x="69" y="99"/>
                </a:cxn>
                <a:cxn ang="0">
                  <a:pos x="2" y="132"/>
                </a:cxn>
                <a:cxn ang="0">
                  <a:pos x="2" y="132"/>
                </a:cxn>
                <a:cxn ang="0">
                  <a:pos x="0" y="133"/>
                </a:cxn>
                <a:cxn ang="0">
                  <a:pos x="0" y="134"/>
                </a:cxn>
                <a:cxn ang="0">
                  <a:pos x="0" y="137"/>
                </a:cxn>
                <a:cxn ang="0">
                  <a:pos x="0" y="140"/>
                </a:cxn>
                <a:cxn ang="0">
                  <a:pos x="4" y="142"/>
                </a:cxn>
                <a:cxn ang="0">
                  <a:pos x="5" y="142"/>
                </a:cxn>
                <a:cxn ang="0">
                  <a:pos x="7" y="141"/>
                </a:cxn>
                <a:cxn ang="0">
                  <a:pos x="7" y="141"/>
                </a:cxn>
                <a:cxn ang="0">
                  <a:pos x="76" y="109"/>
                </a:cxn>
                <a:cxn ang="0">
                  <a:pos x="142" y="77"/>
                </a:cxn>
                <a:cxn ang="0">
                  <a:pos x="210" y="45"/>
                </a:cxn>
                <a:cxn ang="0">
                  <a:pos x="243" y="28"/>
                </a:cxn>
                <a:cxn ang="0">
                  <a:pos x="276" y="10"/>
                </a:cxn>
                <a:cxn ang="0">
                  <a:pos x="276" y="10"/>
                </a:cxn>
                <a:cxn ang="0">
                  <a:pos x="278" y="9"/>
                </a:cxn>
                <a:cxn ang="0">
                  <a:pos x="278" y="6"/>
                </a:cxn>
                <a:cxn ang="0">
                  <a:pos x="278" y="2"/>
                </a:cxn>
                <a:cxn ang="0">
                  <a:pos x="274" y="0"/>
                </a:cxn>
                <a:cxn ang="0">
                  <a:pos x="273" y="0"/>
                </a:cxn>
                <a:cxn ang="0">
                  <a:pos x="270" y="0"/>
                </a:cxn>
                <a:cxn ang="0">
                  <a:pos x="270" y="0"/>
                </a:cxn>
              </a:cxnLst>
              <a:rect l="0" t="0" r="r" b="b"/>
              <a:pathLst>
                <a:path w="278" h="142">
                  <a:moveTo>
                    <a:pt x="270" y="0"/>
                  </a:moveTo>
                  <a:lnTo>
                    <a:pt x="270" y="0"/>
                  </a:lnTo>
                  <a:lnTo>
                    <a:pt x="238" y="18"/>
                  </a:lnTo>
                  <a:lnTo>
                    <a:pt x="204" y="35"/>
                  </a:lnTo>
                  <a:lnTo>
                    <a:pt x="137" y="68"/>
                  </a:lnTo>
                  <a:lnTo>
                    <a:pt x="69" y="99"/>
                  </a:lnTo>
                  <a:lnTo>
                    <a:pt x="2" y="132"/>
                  </a:lnTo>
                  <a:lnTo>
                    <a:pt x="2" y="132"/>
                  </a:lnTo>
                  <a:lnTo>
                    <a:pt x="0" y="133"/>
                  </a:lnTo>
                  <a:lnTo>
                    <a:pt x="0" y="134"/>
                  </a:lnTo>
                  <a:lnTo>
                    <a:pt x="0" y="137"/>
                  </a:lnTo>
                  <a:lnTo>
                    <a:pt x="0" y="140"/>
                  </a:lnTo>
                  <a:lnTo>
                    <a:pt x="4" y="142"/>
                  </a:lnTo>
                  <a:lnTo>
                    <a:pt x="5" y="142"/>
                  </a:lnTo>
                  <a:lnTo>
                    <a:pt x="7" y="141"/>
                  </a:lnTo>
                  <a:lnTo>
                    <a:pt x="7" y="141"/>
                  </a:lnTo>
                  <a:lnTo>
                    <a:pt x="76" y="109"/>
                  </a:lnTo>
                  <a:lnTo>
                    <a:pt x="142" y="77"/>
                  </a:lnTo>
                  <a:lnTo>
                    <a:pt x="210" y="45"/>
                  </a:lnTo>
                  <a:lnTo>
                    <a:pt x="243" y="28"/>
                  </a:lnTo>
                  <a:lnTo>
                    <a:pt x="276" y="10"/>
                  </a:lnTo>
                  <a:lnTo>
                    <a:pt x="276" y="10"/>
                  </a:lnTo>
                  <a:lnTo>
                    <a:pt x="278" y="9"/>
                  </a:lnTo>
                  <a:lnTo>
                    <a:pt x="278" y="6"/>
                  </a:lnTo>
                  <a:lnTo>
                    <a:pt x="278" y="2"/>
                  </a:lnTo>
                  <a:lnTo>
                    <a:pt x="274" y="0"/>
                  </a:lnTo>
                  <a:lnTo>
                    <a:pt x="273" y="0"/>
                  </a:lnTo>
                  <a:lnTo>
                    <a:pt x="270" y="0"/>
                  </a:lnTo>
                  <a:lnTo>
                    <a:pt x="270" y="0"/>
                  </a:lnTo>
                  <a:close/>
                </a:path>
              </a:pathLst>
            </a:custGeom>
            <a:solidFill>
              <a:schemeClr val="bg1"/>
            </a:solidFill>
            <a:ln w="9525">
              <a:noFill/>
              <a:round/>
            </a:ln>
          </p:spPr>
          <p:txBody>
            <a:bodyPr vert="horz" wrap="square" lIns="79689" tIns="39844" rIns="79689" bIns="39844" numCol="1" anchor="t" anchorCtr="0" compatLnSpc="1"/>
            <a:lstStyle/>
            <a:p>
              <a:endParaRPr lang="zh-CN" altLang="en-US" sz="1570">
                <a:solidFill>
                  <a:schemeClr val="bg1"/>
                </a:solidFill>
                <a:cs typeface="+mn-ea"/>
                <a:sym typeface="+mn-lt"/>
              </a:endParaRPr>
            </a:p>
          </p:txBody>
        </p:sp>
        <p:sp>
          <p:nvSpPr>
            <p:cNvPr id="84" name="Freeform 401"/>
            <p:cNvSpPr>
              <a:spLocks noEditPoints="1"/>
            </p:cNvSpPr>
            <p:nvPr/>
          </p:nvSpPr>
          <p:spPr bwMode="auto">
            <a:xfrm>
              <a:off x="5248276" y="1095376"/>
              <a:ext cx="727075" cy="561975"/>
            </a:xfrm>
            <a:custGeom>
              <a:avLst/>
              <a:gdLst/>
              <a:ahLst/>
              <a:cxnLst>
                <a:cxn ang="0">
                  <a:pos x="1801" y="361"/>
                </a:cxn>
                <a:cxn ang="0">
                  <a:pos x="1711" y="258"/>
                </a:cxn>
                <a:cxn ang="0">
                  <a:pos x="1610" y="119"/>
                </a:cxn>
                <a:cxn ang="0">
                  <a:pos x="1511" y="36"/>
                </a:cxn>
                <a:cxn ang="0">
                  <a:pos x="1477" y="7"/>
                </a:cxn>
                <a:cxn ang="0">
                  <a:pos x="1446" y="15"/>
                </a:cxn>
                <a:cxn ang="0">
                  <a:pos x="899" y="0"/>
                </a:cxn>
                <a:cxn ang="0">
                  <a:pos x="331" y="8"/>
                </a:cxn>
                <a:cxn ang="0">
                  <a:pos x="308" y="32"/>
                </a:cxn>
                <a:cxn ang="0">
                  <a:pos x="228" y="115"/>
                </a:cxn>
                <a:cxn ang="0">
                  <a:pos x="41" y="325"/>
                </a:cxn>
                <a:cxn ang="0">
                  <a:pos x="0" y="431"/>
                </a:cxn>
                <a:cxn ang="0">
                  <a:pos x="4" y="448"/>
                </a:cxn>
                <a:cxn ang="0">
                  <a:pos x="64" y="551"/>
                </a:cxn>
                <a:cxn ang="0">
                  <a:pos x="229" y="780"/>
                </a:cxn>
                <a:cxn ang="0">
                  <a:pos x="433" y="983"/>
                </a:cxn>
                <a:cxn ang="0">
                  <a:pos x="556" y="1103"/>
                </a:cxn>
                <a:cxn ang="0">
                  <a:pos x="729" y="1265"/>
                </a:cxn>
                <a:cxn ang="0">
                  <a:pos x="869" y="1377"/>
                </a:cxn>
                <a:cxn ang="0">
                  <a:pos x="914" y="1413"/>
                </a:cxn>
                <a:cxn ang="0">
                  <a:pos x="962" y="1400"/>
                </a:cxn>
                <a:cxn ang="0">
                  <a:pos x="1071" y="1317"/>
                </a:cxn>
                <a:cxn ang="0">
                  <a:pos x="1238" y="1188"/>
                </a:cxn>
                <a:cxn ang="0">
                  <a:pos x="1364" y="1054"/>
                </a:cxn>
                <a:cxn ang="0">
                  <a:pos x="1527" y="896"/>
                </a:cxn>
                <a:cxn ang="0">
                  <a:pos x="1677" y="741"/>
                </a:cxn>
                <a:cxn ang="0">
                  <a:pos x="1777" y="599"/>
                </a:cxn>
                <a:cxn ang="0">
                  <a:pos x="1825" y="518"/>
                </a:cxn>
                <a:cxn ang="0">
                  <a:pos x="1826" y="423"/>
                </a:cxn>
                <a:cxn ang="0">
                  <a:pos x="1756" y="547"/>
                </a:cxn>
                <a:cxn ang="0">
                  <a:pos x="1711" y="619"/>
                </a:cxn>
                <a:cxn ang="0">
                  <a:pos x="1541" y="819"/>
                </a:cxn>
                <a:cxn ang="0">
                  <a:pos x="1344" y="1009"/>
                </a:cxn>
                <a:cxn ang="0">
                  <a:pos x="1185" y="1173"/>
                </a:cxn>
                <a:cxn ang="0">
                  <a:pos x="980" y="1324"/>
                </a:cxn>
                <a:cxn ang="0">
                  <a:pos x="922" y="1355"/>
                </a:cxn>
                <a:cxn ang="0">
                  <a:pos x="911" y="1349"/>
                </a:cxn>
                <a:cxn ang="0">
                  <a:pos x="826" y="1286"/>
                </a:cxn>
                <a:cxn ang="0">
                  <a:pos x="699" y="1170"/>
                </a:cxn>
                <a:cxn ang="0">
                  <a:pos x="598" y="1075"/>
                </a:cxn>
                <a:cxn ang="0">
                  <a:pos x="530" y="1009"/>
                </a:cxn>
                <a:cxn ang="0">
                  <a:pos x="432" y="921"/>
                </a:cxn>
                <a:cxn ang="0">
                  <a:pos x="202" y="677"/>
                </a:cxn>
                <a:cxn ang="0">
                  <a:pos x="106" y="529"/>
                </a:cxn>
                <a:cxn ang="0">
                  <a:pos x="49" y="418"/>
                </a:cxn>
                <a:cxn ang="0">
                  <a:pos x="97" y="333"/>
                </a:cxn>
                <a:cxn ang="0">
                  <a:pos x="247" y="164"/>
                </a:cxn>
                <a:cxn ang="0">
                  <a:pos x="343" y="62"/>
                </a:cxn>
                <a:cxn ang="0">
                  <a:pos x="765" y="49"/>
                </a:cxn>
                <a:cxn ang="0">
                  <a:pos x="1316" y="58"/>
                </a:cxn>
                <a:cxn ang="0">
                  <a:pos x="1478" y="64"/>
                </a:cxn>
                <a:cxn ang="0">
                  <a:pos x="1586" y="163"/>
                </a:cxn>
                <a:cxn ang="0">
                  <a:pos x="1695" y="309"/>
                </a:cxn>
                <a:cxn ang="0">
                  <a:pos x="1765" y="389"/>
                </a:cxn>
                <a:cxn ang="0">
                  <a:pos x="1786" y="484"/>
                </a:cxn>
              </a:cxnLst>
              <a:rect l="0" t="0" r="r" b="b"/>
              <a:pathLst>
                <a:path w="1833" h="1415">
                  <a:moveTo>
                    <a:pt x="1812" y="374"/>
                  </a:moveTo>
                  <a:lnTo>
                    <a:pt x="1812" y="374"/>
                  </a:lnTo>
                  <a:lnTo>
                    <a:pt x="1808" y="367"/>
                  </a:lnTo>
                  <a:lnTo>
                    <a:pt x="1801" y="361"/>
                  </a:lnTo>
                  <a:lnTo>
                    <a:pt x="1801" y="361"/>
                  </a:lnTo>
                  <a:lnTo>
                    <a:pt x="1801" y="361"/>
                  </a:lnTo>
                  <a:lnTo>
                    <a:pt x="1801" y="361"/>
                  </a:lnTo>
                  <a:lnTo>
                    <a:pt x="1795" y="351"/>
                  </a:lnTo>
                  <a:lnTo>
                    <a:pt x="1788" y="342"/>
                  </a:lnTo>
                  <a:lnTo>
                    <a:pt x="1773" y="322"/>
                  </a:lnTo>
                  <a:lnTo>
                    <a:pt x="1737" y="288"/>
                  </a:lnTo>
                  <a:lnTo>
                    <a:pt x="1737" y="288"/>
                  </a:lnTo>
                  <a:lnTo>
                    <a:pt x="1724" y="274"/>
                  </a:lnTo>
                  <a:lnTo>
                    <a:pt x="1711" y="258"/>
                  </a:lnTo>
                  <a:lnTo>
                    <a:pt x="1689" y="227"/>
                  </a:lnTo>
                  <a:lnTo>
                    <a:pt x="1668" y="193"/>
                  </a:lnTo>
                  <a:lnTo>
                    <a:pt x="1657" y="177"/>
                  </a:lnTo>
                  <a:lnTo>
                    <a:pt x="1646" y="161"/>
                  </a:lnTo>
                  <a:lnTo>
                    <a:pt x="1646" y="161"/>
                  </a:lnTo>
                  <a:lnTo>
                    <a:pt x="1629" y="140"/>
                  </a:lnTo>
                  <a:lnTo>
                    <a:pt x="1610" y="119"/>
                  </a:lnTo>
                  <a:lnTo>
                    <a:pt x="1591" y="100"/>
                  </a:lnTo>
                  <a:lnTo>
                    <a:pt x="1570" y="83"/>
                  </a:lnTo>
                  <a:lnTo>
                    <a:pt x="1570" y="83"/>
                  </a:lnTo>
                  <a:lnTo>
                    <a:pt x="1552" y="70"/>
                  </a:lnTo>
                  <a:lnTo>
                    <a:pt x="1531" y="53"/>
                  </a:lnTo>
                  <a:lnTo>
                    <a:pt x="1520" y="45"/>
                  </a:lnTo>
                  <a:lnTo>
                    <a:pt x="1511" y="36"/>
                  </a:lnTo>
                  <a:lnTo>
                    <a:pt x="1503" y="27"/>
                  </a:lnTo>
                  <a:lnTo>
                    <a:pt x="1497" y="19"/>
                  </a:lnTo>
                  <a:lnTo>
                    <a:pt x="1497" y="19"/>
                  </a:lnTo>
                  <a:lnTo>
                    <a:pt x="1494" y="13"/>
                  </a:lnTo>
                  <a:lnTo>
                    <a:pt x="1489" y="11"/>
                  </a:lnTo>
                  <a:lnTo>
                    <a:pt x="1484" y="8"/>
                  </a:lnTo>
                  <a:lnTo>
                    <a:pt x="1477" y="7"/>
                  </a:lnTo>
                  <a:lnTo>
                    <a:pt x="1463" y="7"/>
                  </a:lnTo>
                  <a:lnTo>
                    <a:pt x="1463" y="7"/>
                  </a:lnTo>
                  <a:lnTo>
                    <a:pt x="1457" y="8"/>
                  </a:lnTo>
                  <a:lnTo>
                    <a:pt x="1452" y="10"/>
                  </a:lnTo>
                  <a:lnTo>
                    <a:pt x="1448" y="12"/>
                  </a:lnTo>
                  <a:lnTo>
                    <a:pt x="1446" y="15"/>
                  </a:lnTo>
                  <a:lnTo>
                    <a:pt x="1446" y="15"/>
                  </a:lnTo>
                  <a:lnTo>
                    <a:pt x="1376" y="13"/>
                  </a:lnTo>
                  <a:lnTo>
                    <a:pt x="1308" y="12"/>
                  </a:lnTo>
                  <a:lnTo>
                    <a:pt x="1172" y="7"/>
                  </a:lnTo>
                  <a:lnTo>
                    <a:pt x="1036" y="2"/>
                  </a:lnTo>
                  <a:lnTo>
                    <a:pt x="967" y="0"/>
                  </a:lnTo>
                  <a:lnTo>
                    <a:pt x="899" y="0"/>
                  </a:lnTo>
                  <a:lnTo>
                    <a:pt x="899" y="0"/>
                  </a:lnTo>
                  <a:lnTo>
                    <a:pt x="832" y="0"/>
                  </a:lnTo>
                  <a:lnTo>
                    <a:pt x="765" y="3"/>
                  </a:lnTo>
                  <a:lnTo>
                    <a:pt x="699" y="6"/>
                  </a:lnTo>
                  <a:lnTo>
                    <a:pt x="632" y="7"/>
                  </a:lnTo>
                  <a:lnTo>
                    <a:pt x="335" y="7"/>
                  </a:lnTo>
                  <a:lnTo>
                    <a:pt x="335" y="7"/>
                  </a:lnTo>
                  <a:lnTo>
                    <a:pt x="331" y="8"/>
                  </a:lnTo>
                  <a:lnTo>
                    <a:pt x="327" y="8"/>
                  </a:lnTo>
                  <a:lnTo>
                    <a:pt x="321" y="13"/>
                  </a:lnTo>
                  <a:lnTo>
                    <a:pt x="321" y="13"/>
                  </a:lnTo>
                  <a:lnTo>
                    <a:pt x="318" y="16"/>
                  </a:lnTo>
                  <a:lnTo>
                    <a:pt x="315" y="19"/>
                  </a:lnTo>
                  <a:lnTo>
                    <a:pt x="315" y="19"/>
                  </a:lnTo>
                  <a:lnTo>
                    <a:pt x="308" y="32"/>
                  </a:lnTo>
                  <a:lnTo>
                    <a:pt x="298" y="45"/>
                  </a:lnTo>
                  <a:lnTo>
                    <a:pt x="288" y="58"/>
                  </a:lnTo>
                  <a:lnTo>
                    <a:pt x="275" y="70"/>
                  </a:lnTo>
                  <a:lnTo>
                    <a:pt x="251" y="92"/>
                  </a:lnTo>
                  <a:lnTo>
                    <a:pt x="238" y="104"/>
                  </a:lnTo>
                  <a:lnTo>
                    <a:pt x="228" y="115"/>
                  </a:lnTo>
                  <a:lnTo>
                    <a:pt x="228" y="115"/>
                  </a:lnTo>
                  <a:lnTo>
                    <a:pt x="171" y="177"/>
                  </a:lnTo>
                  <a:lnTo>
                    <a:pt x="114" y="236"/>
                  </a:lnTo>
                  <a:lnTo>
                    <a:pt x="114" y="236"/>
                  </a:lnTo>
                  <a:lnTo>
                    <a:pt x="96" y="255"/>
                  </a:lnTo>
                  <a:lnTo>
                    <a:pt x="77" y="278"/>
                  </a:lnTo>
                  <a:lnTo>
                    <a:pt x="59" y="301"/>
                  </a:lnTo>
                  <a:lnTo>
                    <a:pt x="41" y="325"/>
                  </a:lnTo>
                  <a:lnTo>
                    <a:pt x="26" y="351"/>
                  </a:lnTo>
                  <a:lnTo>
                    <a:pt x="20" y="364"/>
                  </a:lnTo>
                  <a:lnTo>
                    <a:pt x="13" y="377"/>
                  </a:lnTo>
                  <a:lnTo>
                    <a:pt x="8" y="390"/>
                  </a:lnTo>
                  <a:lnTo>
                    <a:pt x="5" y="403"/>
                  </a:lnTo>
                  <a:lnTo>
                    <a:pt x="3" y="416"/>
                  </a:lnTo>
                  <a:lnTo>
                    <a:pt x="0" y="431"/>
                  </a:lnTo>
                  <a:lnTo>
                    <a:pt x="0" y="431"/>
                  </a:lnTo>
                  <a:lnTo>
                    <a:pt x="0" y="433"/>
                  </a:lnTo>
                  <a:lnTo>
                    <a:pt x="0" y="436"/>
                  </a:lnTo>
                  <a:lnTo>
                    <a:pt x="0" y="436"/>
                  </a:lnTo>
                  <a:lnTo>
                    <a:pt x="1" y="442"/>
                  </a:lnTo>
                  <a:lnTo>
                    <a:pt x="4" y="448"/>
                  </a:lnTo>
                  <a:lnTo>
                    <a:pt x="4" y="448"/>
                  </a:lnTo>
                  <a:lnTo>
                    <a:pt x="8" y="462"/>
                  </a:lnTo>
                  <a:lnTo>
                    <a:pt x="15" y="475"/>
                  </a:lnTo>
                  <a:lnTo>
                    <a:pt x="22" y="490"/>
                  </a:lnTo>
                  <a:lnTo>
                    <a:pt x="30" y="503"/>
                  </a:lnTo>
                  <a:lnTo>
                    <a:pt x="47" y="527"/>
                  </a:lnTo>
                  <a:lnTo>
                    <a:pt x="64" y="551"/>
                  </a:lnTo>
                  <a:lnTo>
                    <a:pt x="64" y="551"/>
                  </a:lnTo>
                  <a:lnTo>
                    <a:pt x="90" y="590"/>
                  </a:lnTo>
                  <a:lnTo>
                    <a:pt x="115" y="629"/>
                  </a:lnTo>
                  <a:lnTo>
                    <a:pt x="141" y="667"/>
                  </a:lnTo>
                  <a:lnTo>
                    <a:pt x="169" y="705"/>
                  </a:lnTo>
                  <a:lnTo>
                    <a:pt x="169" y="705"/>
                  </a:lnTo>
                  <a:lnTo>
                    <a:pt x="198" y="743"/>
                  </a:lnTo>
                  <a:lnTo>
                    <a:pt x="229" y="780"/>
                  </a:lnTo>
                  <a:lnTo>
                    <a:pt x="260" y="816"/>
                  </a:lnTo>
                  <a:lnTo>
                    <a:pt x="293" y="850"/>
                  </a:lnTo>
                  <a:lnTo>
                    <a:pt x="327" y="886"/>
                  </a:lnTo>
                  <a:lnTo>
                    <a:pt x="362" y="918"/>
                  </a:lnTo>
                  <a:lnTo>
                    <a:pt x="398" y="951"/>
                  </a:lnTo>
                  <a:lnTo>
                    <a:pt x="433" y="983"/>
                  </a:lnTo>
                  <a:lnTo>
                    <a:pt x="433" y="983"/>
                  </a:lnTo>
                  <a:lnTo>
                    <a:pt x="449" y="998"/>
                  </a:lnTo>
                  <a:lnTo>
                    <a:pt x="465" y="1013"/>
                  </a:lnTo>
                  <a:lnTo>
                    <a:pt x="495" y="1044"/>
                  </a:lnTo>
                  <a:lnTo>
                    <a:pt x="525" y="1074"/>
                  </a:lnTo>
                  <a:lnTo>
                    <a:pt x="539" y="1090"/>
                  </a:lnTo>
                  <a:lnTo>
                    <a:pt x="556" y="1103"/>
                  </a:lnTo>
                  <a:lnTo>
                    <a:pt x="556" y="1103"/>
                  </a:lnTo>
                  <a:lnTo>
                    <a:pt x="593" y="1133"/>
                  </a:lnTo>
                  <a:lnTo>
                    <a:pt x="627" y="1164"/>
                  </a:lnTo>
                  <a:lnTo>
                    <a:pt x="661" y="1197"/>
                  </a:lnTo>
                  <a:lnTo>
                    <a:pt x="693" y="1231"/>
                  </a:lnTo>
                  <a:lnTo>
                    <a:pt x="693" y="1231"/>
                  </a:lnTo>
                  <a:lnTo>
                    <a:pt x="710" y="1248"/>
                  </a:lnTo>
                  <a:lnTo>
                    <a:pt x="729" y="1265"/>
                  </a:lnTo>
                  <a:lnTo>
                    <a:pt x="747" y="1281"/>
                  </a:lnTo>
                  <a:lnTo>
                    <a:pt x="765" y="1295"/>
                  </a:lnTo>
                  <a:lnTo>
                    <a:pt x="803" y="1324"/>
                  </a:lnTo>
                  <a:lnTo>
                    <a:pt x="841" y="1354"/>
                  </a:lnTo>
                  <a:lnTo>
                    <a:pt x="841" y="1354"/>
                  </a:lnTo>
                  <a:lnTo>
                    <a:pt x="853" y="1364"/>
                  </a:lnTo>
                  <a:lnTo>
                    <a:pt x="869" y="1377"/>
                  </a:lnTo>
                  <a:lnTo>
                    <a:pt x="884" y="1391"/>
                  </a:lnTo>
                  <a:lnTo>
                    <a:pt x="892" y="1396"/>
                  </a:lnTo>
                  <a:lnTo>
                    <a:pt x="900" y="1398"/>
                  </a:lnTo>
                  <a:lnTo>
                    <a:pt x="900" y="1398"/>
                  </a:lnTo>
                  <a:lnTo>
                    <a:pt x="904" y="1406"/>
                  </a:lnTo>
                  <a:lnTo>
                    <a:pt x="911" y="1411"/>
                  </a:lnTo>
                  <a:lnTo>
                    <a:pt x="914" y="1413"/>
                  </a:lnTo>
                  <a:lnTo>
                    <a:pt x="918" y="1414"/>
                  </a:lnTo>
                  <a:lnTo>
                    <a:pt x="922" y="1415"/>
                  </a:lnTo>
                  <a:lnTo>
                    <a:pt x="928" y="1414"/>
                  </a:lnTo>
                  <a:lnTo>
                    <a:pt x="928" y="1414"/>
                  </a:lnTo>
                  <a:lnTo>
                    <a:pt x="941" y="1411"/>
                  </a:lnTo>
                  <a:lnTo>
                    <a:pt x="951" y="1406"/>
                  </a:lnTo>
                  <a:lnTo>
                    <a:pt x="962" y="1400"/>
                  </a:lnTo>
                  <a:lnTo>
                    <a:pt x="972" y="1391"/>
                  </a:lnTo>
                  <a:lnTo>
                    <a:pt x="972" y="1391"/>
                  </a:lnTo>
                  <a:lnTo>
                    <a:pt x="996" y="1371"/>
                  </a:lnTo>
                  <a:lnTo>
                    <a:pt x="1020" y="1353"/>
                  </a:lnTo>
                  <a:lnTo>
                    <a:pt x="1045" y="1334"/>
                  </a:lnTo>
                  <a:lnTo>
                    <a:pt x="1071" y="1317"/>
                  </a:lnTo>
                  <a:lnTo>
                    <a:pt x="1071" y="1317"/>
                  </a:lnTo>
                  <a:lnTo>
                    <a:pt x="1092" y="1303"/>
                  </a:lnTo>
                  <a:lnTo>
                    <a:pt x="1115" y="1287"/>
                  </a:lnTo>
                  <a:lnTo>
                    <a:pt x="1155" y="1255"/>
                  </a:lnTo>
                  <a:lnTo>
                    <a:pt x="1196" y="1221"/>
                  </a:lnTo>
                  <a:lnTo>
                    <a:pt x="1217" y="1204"/>
                  </a:lnTo>
                  <a:lnTo>
                    <a:pt x="1238" y="1188"/>
                  </a:lnTo>
                  <a:lnTo>
                    <a:pt x="1238" y="1188"/>
                  </a:lnTo>
                  <a:lnTo>
                    <a:pt x="1256" y="1175"/>
                  </a:lnTo>
                  <a:lnTo>
                    <a:pt x="1273" y="1159"/>
                  </a:lnTo>
                  <a:lnTo>
                    <a:pt x="1289" y="1143"/>
                  </a:lnTo>
                  <a:lnTo>
                    <a:pt x="1304" y="1126"/>
                  </a:lnTo>
                  <a:lnTo>
                    <a:pt x="1336" y="1091"/>
                  </a:lnTo>
                  <a:lnTo>
                    <a:pt x="1364" y="1054"/>
                  </a:lnTo>
                  <a:lnTo>
                    <a:pt x="1364" y="1054"/>
                  </a:lnTo>
                  <a:lnTo>
                    <a:pt x="1379" y="1037"/>
                  </a:lnTo>
                  <a:lnTo>
                    <a:pt x="1395" y="1020"/>
                  </a:lnTo>
                  <a:lnTo>
                    <a:pt x="1426" y="990"/>
                  </a:lnTo>
                  <a:lnTo>
                    <a:pt x="1460" y="960"/>
                  </a:lnTo>
                  <a:lnTo>
                    <a:pt x="1494" y="929"/>
                  </a:lnTo>
                  <a:lnTo>
                    <a:pt x="1494" y="929"/>
                  </a:lnTo>
                  <a:lnTo>
                    <a:pt x="1527" y="896"/>
                  </a:lnTo>
                  <a:lnTo>
                    <a:pt x="1559" y="862"/>
                  </a:lnTo>
                  <a:lnTo>
                    <a:pt x="1592" y="830"/>
                  </a:lnTo>
                  <a:lnTo>
                    <a:pt x="1626" y="796"/>
                  </a:lnTo>
                  <a:lnTo>
                    <a:pt x="1626" y="796"/>
                  </a:lnTo>
                  <a:lnTo>
                    <a:pt x="1644" y="779"/>
                  </a:lnTo>
                  <a:lnTo>
                    <a:pt x="1661" y="759"/>
                  </a:lnTo>
                  <a:lnTo>
                    <a:pt x="1677" y="741"/>
                  </a:lnTo>
                  <a:lnTo>
                    <a:pt x="1691" y="720"/>
                  </a:lnTo>
                  <a:lnTo>
                    <a:pt x="1722" y="680"/>
                  </a:lnTo>
                  <a:lnTo>
                    <a:pt x="1752" y="640"/>
                  </a:lnTo>
                  <a:lnTo>
                    <a:pt x="1752" y="640"/>
                  </a:lnTo>
                  <a:lnTo>
                    <a:pt x="1761" y="627"/>
                  </a:lnTo>
                  <a:lnTo>
                    <a:pt x="1770" y="614"/>
                  </a:lnTo>
                  <a:lnTo>
                    <a:pt x="1777" y="599"/>
                  </a:lnTo>
                  <a:lnTo>
                    <a:pt x="1783" y="585"/>
                  </a:lnTo>
                  <a:lnTo>
                    <a:pt x="1783" y="585"/>
                  </a:lnTo>
                  <a:lnTo>
                    <a:pt x="1787" y="575"/>
                  </a:lnTo>
                  <a:lnTo>
                    <a:pt x="1794" y="565"/>
                  </a:lnTo>
                  <a:lnTo>
                    <a:pt x="1807" y="547"/>
                  </a:lnTo>
                  <a:lnTo>
                    <a:pt x="1818" y="527"/>
                  </a:lnTo>
                  <a:lnTo>
                    <a:pt x="1825" y="518"/>
                  </a:lnTo>
                  <a:lnTo>
                    <a:pt x="1829" y="507"/>
                  </a:lnTo>
                  <a:lnTo>
                    <a:pt x="1829" y="507"/>
                  </a:lnTo>
                  <a:lnTo>
                    <a:pt x="1831" y="491"/>
                  </a:lnTo>
                  <a:lnTo>
                    <a:pt x="1833" y="474"/>
                  </a:lnTo>
                  <a:lnTo>
                    <a:pt x="1833" y="457"/>
                  </a:lnTo>
                  <a:lnTo>
                    <a:pt x="1830" y="440"/>
                  </a:lnTo>
                  <a:lnTo>
                    <a:pt x="1826" y="423"/>
                  </a:lnTo>
                  <a:lnTo>
                    <a:pt x="1821" y="406"/>
                  </a:lnTo>
                  <a:lnTo>
                    <a:pt x="1812" y="374"/>
                  </a:lnTo>
                  <a:lnTo>
                    <a:pt x="1812" y="374"/>
                  </a:lnTo>
                  <a:close/>
                  <a:moveTo>
                    <a:pt x="1778" y="513"/>
                  </a:moveTo>
                  <a:lnTo>
                    <a:pt x="1778" y="513"/>
                  </a:lnTo>
                  <a:lnTo>
                    <a:pt x="1767" y="531"/>
                  </a:lnTo>
                  <a:lnTo>
                    <a:pt x="1756" y="547"/>
                  </a:lnTo>
                  <a:lnTo>
                    <a:pt x="1744" y="564"/>
                  </a:lnTo>
                  <a:lnTo>
                    <a:pt x="1739" y="572"/>
                  </a:lnTo>
                  <a:lnTo>
                    <a:pt x="1735" y="582"/>
                  </a:lnTo>
                  <a:lnTo>
                    <a:pt x="1735" y="582"/>
                  </a:lnTo>
                  <a:lnTo>
                    <a:pt x="1729" y="592"/>
                  </a:lnTo>
                  <a:lnTo>
                    <a:pt x="1724" y="601"/>
                  </a:lnTo>
                  <a:lnTo>
                    <a:pt x="1711" y="619"/>
                  </a:lnTo>
                  <a:lnTo>
                    <a:pt x="1684" y="656"/>
                  </a:lnTo>
                  <a:lnTo>
                    <a:pt x="1684" y="656"/>
                  </a:lnTo>
                  <a:lnTo>
                    <a:pt x="1657" y="690"/>
                  </a:lnTo>
                  <a:lnTo>
                    <a:pt x="1630" y="722"/>
                  </a:lnTo>
                  <a:lnTo>
                    <a:pt x="1601" y="755"/>
                  </a:lnTo>
                  <a:lnTo>
                    <a:pt x="1571" y="788"/>
                  </a:lnTo>
                  <a:lnTo>
                    <a:pt x="1541" y="819"/>
                  </a:lnTo>
                  <a:lnTo>
                    <a:pt x="1511" y="849"/>
                  </a:lnTo>
                  <a:lnTo>
                    <a:pt x="1448" y="909"/>
                  </a:lnTo>
                  <a:lnTo>
                    <a:pt x="1448" y="909"/>
                  </a:lnTo>
                  <a:lnTo>
                    <a:pt x="1395" y="958"/>
                  </a:lnTo>
                  <a:lnTo>
                    <a:pt x="1368" y="983"/>
                  </a:lnTo>
                  <a:lnTo>
                    <a:pt x="1344" y="1009"/>
                  </a:lnTo>
                  <a:lnTo>
                    <a:pt x="1344" y="1009"/>
                  </a:lnTo>
                  <a:lnTo>
                    <a:pt x="1313" y="1043"/>
                  </a:lnTo>
                  <a:lnTo>
                    <a:pt x="1285" y="1077"/>
                  </a:lnTo>
                  <a:lnTo>
                    <a:pt x="1256" y="1109"/>
                  </a:lnTo>
                  <a:lnTo>
                    <a:pt x="1240" y="1125"/>
                  </a:lnTo>
                  <a:lnTo>
                    <a:pt x="1225" y="1141"/>
                  </a:lnTo>
                  <a:lnTo>
                    <a:pt x="1225" y="1141"/>
                  </a:lnTo>
                  <a:lnTo>
                    <a:pt x="1185" y="1173"/>
                  </a:lnTo>
                  <a:lnTo>
                    <a:pt x="1146" y="1206"/>
                  </a:lnTo>
                  <a:lnTo>
                    <a:pt x="1065" y="1266"/>
                  </a:lnTo>
                  <a:lnTo>
                    <a:pt x="1065" y="1266"/>
                  </a:lnTo>
                  <a:lnTo>
                    <a:pt x="1044" y="1282"/>
                  </a:lnTo>
                  <a:lnTo>
                    <a:pt x="1023" y="1295"/>
                  </a:lnTo>
                  <a:lnTo>
                    <a:pt x="980" y="1324"/>
                  </a:lnTo>
                  <a:lnTo>
                    <a:pt x="980" y="1324"/>
                  </a:lnTo>
                  <a:lnTo>
                    <a:pt x="968" y="1333"/>
                  </a:lnTo>
                  <a:lnTo>
                    <a:pt x="956" y="1343"/>
                  </a:lnTo>
                  <a:lnTo>
                    <a:pt x="945" y="1354"/>
                  </a:lnTo>
                  <a:lnTo>
                    <a:pt x="931" y="1363"/>
                  </a:lnTo>
                  <a:lnTo>
                    <a:pt x="931" y="1363"/>
                  </a:lnTo>
                  <a:lnTo>
                    <a:pt x="928" y="1358"/>
                  </a:lnTo>
                  <a:lnTo>
                    <a:pt x="922" y="1355"/>
                  </a:lnTo>
                  <a:lnTo>
                    <a:pt x="916" y="1354"/>
                  </a:lnTo>
                  <a:lnTo>
                    <a:pt x="908" y="1355"/>
                  </a:lnTo>
                  <a:lnTo>
                    <a:pt x="908" y="1355"/>
                  </a:lnTo>
                  <a:lnTo>
                    <a:pt x="911" y="1354"/>
                  </a:lnTo>
                  <a:lnTo>
                    <a:pt x="912" y="1353"/>
                  </a:lnTo>
                  <a:lnTo>
                    <a:pt x="912" y="1350"/>
                  </a:lnTo>
                  <a:lnTo>
                    <a:pt x="911" y="1349"/>
                  </a:lnTo>
                  <a:lnTo>
                    <a:pt x="907" y="1343"/>
                  </a:lnTo>
                  <a:lnTo>
                    <a:pt x="901" y="1340"/>
                  </a:lnTo>
                  <a:lnTo>
                    <a:pt x="886" y="1329"/>
                  </a:lnTo>
                  <a:lnTo>
                    <a:pt x="874" y="1321"/>
                  </a:lnTo>
                  <a:lnTo>
                    <a:pt x="874" y="1321"/>
                  </a:lnTo>
                  <a:lnTo>
                    <a:pt x="850" y="1303"/>
                  </a:lnTo>
                  <a:lnTo>
                    <a:pt x="826" y="1286"/>
                  </a:lnTo>
                  <a:lnTo>
                    <a:pt x="826" y="1286"/>
                  </a:lnTo>
                  <a:lnTo>
                    <a:pt x="807" y="1274"/>
                  </a:lnTo>
                  <a:lnTo>
                    <a:pt x="790" y="1261"/>
                  </a:lnTo>
                  <a:lnTo>
                    <a:pt x="775" y="1247"/>
                  </a:lnTo>
                  <a:lnTo>
                    <a:pt x="759" y="1232"/>
                  </a:lnTo>
                  <a:lnTo>
                    <a:pt x="729" y="1202"/>
                  </a:lnTo>
                  <a:lnTo>
                    <a:pt x="699" y="1170"/>
                  </a:lnTo>
                  <a:lnTo>
                    <a:pt x="699" y="1170"/>
                  </a:lnTo>
                  <a:lnTo>
                    <a:pt x="676" y="1146"/>
                  </a:lnTo>
                  <a:lnTo>
                    <a:pt x="652" y="1120"/>
                  </a:lnTo>
                  <a:lnTo>
                    <a:pt x="638" y="1107"/>
                  </a:lnTo>
                  <a:lnTo>
                    <a:pt x="625" y="1095"/>
                  </a:lnTo>
                  <a:lnTo>
                    <a:pt x="612" y="1085"/>
                  </a:lnTo>
                  <a:lnTo>
                    <a:pt x="598" y="1075"/>
                  </a:lnTo>
                  <a:lnTo>
                    <a:pt x="598" y="1075"/>
                  </a:lnTo>
                  <a:lnTo>
                    <a:pt x="587" y="1069"/>
                  </a:lnTo>
                  <a:lnTo>
                    <a:pt x="578" y="1062"/>
                  </a:lnTo>
                  <a:lnTo>
                    <a:pt x="561" y="1045"/>
                  </a:lnTo>
                  <a:lnTo>
                    <a:pt x="546" y="1027"/>
                  </a:lnTo>
                  <a:lnTo>
                    <a:pt x="530" y="1009"/>
                  </a:lnTo>
                  <a:lnTo>
                    <a:pt x="530" y="1009"/>
                  </a:lnTo>
                  <a:lnTo>
                    <a:pt x="523" y="1000"/>
                  </a:lnTo>
                  <a:lnTo>
                    <a:pt x="516" y="993"/>
                  </a:lnTo>
                  <a:lnTo>
                    <a:pt x="500" y="979"/>
                  </a:lnTo>
                  <a:lnTo>
                    <a:pt x="482" y="964"/>
                  </a:lnTo>
                  <a:lnTo>
                    <a:pt x="466" y="951"/>
                  </a:lnTo>
                  <a:lnTo>
                    <a:pt x="466" y="951"/>
                  </a:lnTo>
                  <a:lnTo>
                    <a:pt x="432" y="921"/>
                  </a:lnTo>
                  <a:lnTo>
                    <a:pt x="399" y="890"/>
                  </a:lnTo>
                  <a:lnTo>
                    <a:pt x="366" y="858"/>
                  </a:lnTo>
                  <a:lnTo>
                    <a:pt x="335" y="826"/>
                  </a:lnTo>
                  <a:lnTo>
                    <a:pt x="275" y="759"/>
                  </a:lnTo>
                  <a:lnTo>
                    <a:pt x="215" y="691"/>
                  </a:lnTo>
                  <a:lnTo>
                    <a:pt x="215" y="691"/>
                  </a:lnTo>
                  <a:lnTo>
                    <a:pt x="202" y="677"/>
                  </a:lnTo>
                  <a:lnTo>
                    <a:pt x="190" y="661"/>
                  </a:lnTo>
                  <a:lnTo>
                    <a:pt x="166" y="628"/>
                  </a:lnTo>
                  <a:lnTo>
                    <a:pt x="145" y="594"/>
                  </a:lnTo>
                  <a:lnTo>
                    <a:pt x="127" y="559"/>
                  </a:lnTo>
                  <a:lnTo>
                    <a:pt x="127" y="559"/>
                  </a:lnTo>
                  <a:lnTo>
                    <a:pt x="118" y="543"/>
                  </a:lnTo>
                  <a:lnTo>
                    <a:pt x="106" y="529"/>
                  </a:lnTo>
                  <a:lnTo>
                    <a:pt x="83" y="497"/>
                  </a:lnTo>
                  <a:lnTo>
                    <a:pt x="71" y="482"/>
                  </a:lnTo>
                  <a:lnTo>
                    <a:pt x="60" y="466"/>
                  </a:lnTo>
                  <a:lnTo>
                    <a:pt x="52" y="449"/>
                  </a:lnTo>
                  <a:lnTo>
                    <a:pt x="46" y="432"/>
                  </a:lnTo>
                  <a:lnTo>
                    <a:pt x="46" y="432"/>
                  </a:lnTo>
                  <a:lnTo>
                    <a:pt x="49" y="418"/>
                  </a:lnTo>
                  <a:lnTo>
                    <a:pt x="51" y="404"/>
                  </a:lnTo>
                  <a:lnTo>
                    <a:pt x="56" y="391"/>
                  </a:lnTo>
                  <a:lnTo>
                    <a:pt x="63" y="380"/>
                  </a:lnTo>
                  <a:lnTo>
                    <a:pt x="71" y="368"/>
                  </a:lnTo>
                  <a:lnTo>
                    <a:pt x="79" y="356"/>
                  </a:lnTo>
                  <a:lnTo>
                    <a:pt x="97" y="333"/>
                  </a:lnTo>
                  <a:lnTo>
                    <a:pt x="97" y="333"/>
                  </a:lnTo>
                  <a:lnTo>
                    <a:pt x="120" y="302"/>
                  </a:lnTo>
                  <a:lnTo>
                    <a:pt x="145" y="272"/>
                  </a:lnTo>
                  <a:lnTo>
                    <a:pt x="171" y="245"/>
                  </a:lnTo>
                  <a:lnTo>
                    <a:pt x="199" y="216"/>
                  </a:lnTo>
                  <a:lnTo>
                    <a:pt x="199" y="216"/>
                  </a:lnTo>
                  <a:lnTo>
                    <a:pt x="224" y="191"/>
                  </a:lnTo>
                  <a:lnTo>
                    <a:pt x="247" y="164"/>
                  </a:lnTo>
                  <a:lnTo>
                    <a:pt x="270" y="138"/>
                  </a:lnTo>
                  <a:lnTo>
                    <a:pt x="294" y="112"/>
                  </a:lnTo>
                  <a:lnTo>
                    <a:pt x="294" y="112"/>
                  </a:lnTo>
                  <a:lnTo>
                    <a:pt x="315" y="91"/>
                  </a:lnTo>
                  <a:lnTo>
                    <a:pt x="336" y="71"/>
                  </a:lnTo>
                  <a:lnTo>
                    <a:pt x="336" y="71"/>
                  </a:lnTo>
                  <a:lnTo>
                    <a:pt x="343" y="62"/>
                  </a:lnTo>
                  <a:lnTo>
                    <a:pt x="345" y="57"/>
                  </a:lnTo>
                  <a:lnTo>
                    <a:pt x="345" y="54"/>
                  </a:lnTo>
                  <a:lnTo>
                    <a:pt x="343" y="53"/>
                  </a:lnTo>
                  <a:lnTo>
                    <a:pt x="632" y="53"/>
                  </a:lnTo>
                  <a:lnTo>
                    <a:pt x="632" y="53"/>
                  </a:lnTo>
                  <a:lnTo>
                    <a:pt x="699" y="51"/>
                  </a:lnTo>
                  <a:lnTo>
                    <a:pt x="765" y="49"/>
                  </a:lnTo>
                  <a:lnTo>
                    <a:pt x="832" y="46"/>
                  </a:lnTo>
                  <a:lnTo>
                    <a:pt x="899" y="45"/>
                  </a:lnTo>
                  <a:lnTo>
                    <a:pt x="899" y="45"/>
                  </a:lnTo>
                  <a:lnTo>
                    <a:pt x="968" y="46"/>
                  </a:lnTo>
                  <a:lnTo>
                    <a:pt x="1037" y="47"/>
                  </a:lnTo>
                  <a:lnTo>
                    <a:pt x="1176" y="53"/>
                  </a:lnTo>
                  <a:lnTo>
                    <a:pt x="1316" y="58"/>
                  </a:lnTo>
                  <a:lnTo>
                    <a:pt x="1385" y="61"/>
                  </a:lnTo>
                  <a:lnTo>
                    <a:pt x="1455" y="61"/>
                  </a:lnTo>
                  <a:lnTo>
                    <a:pt x="1455" y="61"/>
                  </a:lnTo>
                  <a:lnTo>
                    <a:pt x="1463" y="59"/>
                  </a:lnTo>
                  <a:lnTo>
                    <a:pt x="1468" y="57"/>
                  </a:lnTo>
                  <a:lnTo>
                    <a:pt x="1468" y="57"/>
                  </a:lnTo>
                  <a:lnTo>
                    <a:pt x="1478" y="64"/>
                  </a:lnTo>
                  <a:lnTo>
                    <a:pt x="1489" y="72"/>
                  </a:lnTo>
                  <a:lnTo>
                    <a:pt x="1489" y="72"/>
                  </a:lnTo>
                  <a:lnTo>
                    <a:pt x="1515" y="93"/>
                  </a:lnTo>
                  <a:lnTo>
                    <a:pt x="1540" y="114"/>
                  </a:lnTo>
                  <a:lnTo>
                    <a:pt x="1563" y="138"/>
                  </a:lnTo>
                  <a:lnTo>
                    <a:pt x="1586" y="163"/>
                  </a:lnTo>
                  <a:lnTo>
                    <a:pt x="1586" y="163"/>
                  </a:lnTo>
                  <a:lnTo>
                    <a:pt x="1609" y="191"/>
                  </a:lnTo>
                  <a:lnTo>
                    <a:pt x="1633" y="221"/>
                  </a:lnTo>
                  <a:lnTo>
                    <a:pt x="1654" y="251"/>
                  </a:lnTo>
                  <a:lnTo>
                    <a:pt x="1674" y="283"/>
                  </a:lnTo>
                  <a:lnTo>
                    <a:pt x="1674" y="283"/>
                  </a:lnTo>
                  <a:lnTo>
                    <a:pt x="1685" y="296"/>
                  </a:lnTo>
                  <a:lnTo>
                    <a:pt x="1695" y="309"/>
                  </a:lnTo>
                  <a:lnTo>
                    <a:pt x="1720" y="333"/>
                  </a:lnTo>
                  <a:lnTo>
                    <a:pt x="1732" y="344"/>
                  </a:lnTo>
                  <a:lnTo>
                    <a:pt x="1744" y="357"/>
                  </a:lnTo>
                  <a:lnTo>
                    <a:pt x="1753" y="370"/>
                  </a:lnTo>
                  <a:lnTo>
                    <a:pt x="1762" y="384"/>
                  </a:lnTo>
                  <a:lnTo>
                    <a:pt x="1762" y="384"/>
                  </a:lnTo>
                  <a:lnTo>
                    <a:pt x="1765" y="389"/>
                  </a:lnTo>
                  <a:lnTo>
                    <a:pt x="1770" y="393"/>
                  </a:lnTo>
                  <a:lnTo>
                    <a:pt x="1770" y="393"/>
                  </a:lnTo>
                  <a:lnTo>
                    <a:pt x="1778" y="421"/>
                  </a:lnTo>
                  <a:lnTo>
                    <a:pt x="1782" y="437"/>
                  </a:lnTo>
                  <a:lnTo>
                    <a:pt x="1784" y="453"/>
                  </a:lnTo>
                  <a:lnTo>
                    <a:pt x="1786" y="469"/>
                  </a:lnTo>
                  <a:lnTo>
                    <a:pt x="1786" y="484"/>
                  </a:lnTo>
                  <a:lnTo>
                    <a:pt x="1783" y="500"/>
                  </a:lnTo>
                  <a:lnTo>
                    <a:pt x="1778" y="513"/>
                  </a:lnTo>
                  <a:lnTo>
                    <a:pt x="1778" y="513"/>
                  </a:lnTo>
                  <a:close/>
                </a:path>
              </a:pathLst>
            </a:custGeom>
            <a:solidFill>
              <a:schemeClr val="bg1"/>
            </a:solidFill>
            <a:ln w="9525">
              <a:noFill/>
              <a:round/>
            </a:ln>
          </p:spPr>
          <p:txBody>
            <a:bodyPr vert="horz" wrap="square" lIns="79689" tIns="39844" rIns="79689" bIns="39844" numCol="1" anchor="t" anchorCtr="0" compatLnSpc="1"/>
            <a:lstStyle/>
            <a:p>
              <a:endParaRPr lang="zh-CN" altLang="en-US" sz="1570">
                <a:solidFill>
                  <a:schemeClr val="bg1"/>
                </a:solidFill>
                <a:cs typeface="+mn-ea"/>
                <a:sym typeface="+mn-lt"/>
              </a:endParaRPr>
            </a:p>
          </p:txBody>
        </p:sp>
        <p:sp>
          <p:nvSpPr>
            <p:cNvPr id="85" name="Freeform 402"/>
            <p:cNvSpPr/>
            <p:nvPr/>
          </p:nvSpPr>
          <p:spPr bwMode="auto">
            <a:xfrm>
              <a:off x="5257801" y="1255713"/>
              <a:ext cx="703263" cy="26988"/>
            </a:xfrm>
            <a:custGeom>
              <a:avLst/>
              <a:gdLst/>
              <a:ahLst/>
              <a:cxnLst>
                <a:cxn ang="0">
                  <a:pos x="1763" y="29"/>
                </a:cxn>
                <a:cxn ang="0">
                  <a:pos x="1744" y="21"/>
                </a:cxn>
                <a:cxn ang="0">
                  <a:pos x="1720" y="18"/>
                </a:cxn>
                <a:cxn ang="0">
                  <a:pos x="1673" y="20"/>
                </a:cxn>
                <a:cxn ang="0">
                  <a:pos x="1592" y="22"/>
                </a:cxn>
                <a:cxn ang="0">
                  <a:pos x="1510" y="22"/>
                </a:cxn>
                <a:cxn ang="0">
                  <a:pos x="1451" y="21"/>
                </a:cxn>
                <a:cxn ang="0">
                  <a:pos x="1332" y="13"/>
                </a:cxn>
                <a:cxn ang="0">
                  <a:pos x="1273" y="12"/>
                </a:cxn>
                <a:cxn ang="0">
                  <a:pos x="1145" y="15"/>
                </a:cxn>
                <a:cxn ang="0">
                  <a:pos x="1016" y="16"/>
                </a:cxn>
                <a:cxn ang="0">
                  <a:pos x="769" y="13"/>
                </a:cxn>
                <a:cxn ang="0">
                  <a:pos x="273" y="3"/>
                </a:cxn>
                <a:cxn ang="0">
                  <a:pos x="26" y="0"/>
                </a:cxn>
                <a:cxn ang="0">
                  <a:pos x="20" y="0"/>
                </a:cxn>
                <a:cxn ang="0">
                  <a:pos x="10" y="4"/>
                </a:cxn>
                <a:cxn ang="0">
                  <a:pos x="4" y="11"/>
                </a:cxn>
                <a:cxn ang="0">
                  <a:pos x="0" y="18"/>
                </a:cxn>
                <a:cxn ang="0">
                  <a:pos x="0" y="28"/>
                </a:cxn>
                <a:cxn ang="0">
                  <a:pos x="4" y="35"/>
                </a:cxn>
                <a:cxn ang="0">
                  <a:pos x="10" y="42"/>
                </a:cxn>
                <a:cxn ang="0">
                  <a:pos x="20" y="45"/>
                </a:cxn>
                <a:cxn ang="0">
                  <a:pos x="26" y="46"/>
                </a:cxn>
                <a:cxn ang="0">
                  <a:pos x="256" y="49"/>
                </a:cxn>
                <a:cxn ang="0">
                  <a:pos x="717" y="59"/>
                </a:cxn>
                <a:cxn ang="0">
                  <a:pos x="947" y="60"/>
                </a:cxn>
                <a:cxn ang="0">
                  <a:pos x="1009" y="60"/>
                </a:cxn>
                <a:cxn ang="0">
                  <a:pos x="1196" y="55"/>
                </a:cxn>
                <a:cxn ang="0">
                  <a:pos x="1320" y="56"/>
                </a:cxn>
                <a:cxn ang="0">
                  <a:pos x="1413" y="62"/>
                </a:cxn>
                <a:cxn ang="0">
                  <a:pos x="1443" y="66"/>
                </a:cxn>
                <a:cxn ang="0">
                  <a:pos x="1527" y="69"/>
                </a:cxn>
                <a:cxn ang="0">
                  <a:pos x="1610" y="68"/>
                </a:cxn>
                <a:cxn ang="0">
                  <a:pos x="1673" y="66"/>
                </a:cxn>
                <a:cxn ang="0">
                  <a:pos x="1707" y="67"/>
                </a:cxn>
                <a:cxn ang="0">
                  <a:pos x="1727" y="64"/>
                </a:cxn>
                <a:cxn ang="0">
                  <a:pos x="1725" y="62"/>
                </a:cxn>
                <a:cxn ang="0">
                  <a:pos x="1731" y="66"/>
                </a:cxn>
                <a:cxn ang="0">
                  <a:pos x="1741" y="68"/>
                </a:cxn>
                <a:cxn ang="0">
                  <a:pos x="1750" y="68"/>
                </a:cxn>
                <a:cxn ang="0">
                  <a:pos x="1763" y="62"/>
                </a:cxn>
                <a:cxn ang="0">
                  <a:pos x="1770" y="50"/>
                </a:cxn>
                <a:cxn ang="0">
                  <a:pos x="1771" y="42"/>
                </a:cxn>
                <a:cxn ang="0">
                  <a:pos x="1767" y="34"/>
                </a:cxn>
                <a:cxn ang="0">
                  <a:pos x="1763" y="29"/>
                </a:cxn>
              </a:cxnLst>
              <a:rect l="0" t="0" r="r" b="b"/>
              <a:pathLst>
                <a:path w="1771" h="69">
                  <a:moveTo>
                    <a:pt x="1763" y="29"/>
                  </a:moveTo>
                  <a:lnTo>
                    <a:pt x="1763" y="29"/>
                  </a:lnTo>
                  <a:lnTo>
                    <a:pt x="1754" y="24"/>
                  </a:lnTo>
                  <a:lnTo>
                    <a:pt x="1744" y="21"/>
                  </a:lnTo>
                  <a:lnTo>
                    <a:pt x="1732" y="18"/>
                  </a:lnTo>
                  <a:lnTo>
                    <a:pt x="1720" y="18"/>
                  </a:lnTo>
                  <a:lnTo>
                    <a:pt x="1695" y="18"/>
                  </a:lnTo>
                  <a:lnTo>
                    <a:pt x="1673" y="20"/>
                  </a:lnTo>
                  <a:lnTo>
                    <a:pt x="1673" y="20"/>
                  </a:lnTo>
                  <a:lnTo>
                    <a:pt x="1592" y="22"/>
                  </a:lnTo>
                  <a:lnTo>
                    <a:pt x="1510" y="22"/>
                  </a:lnTo>
                  <a:lnTo>
                    <a:pt x="1510" y="22"/>
                  </a:lnTo>
                  <a:lnTo>
                    <a:pt x="1481" y="22"/>
                  </a:lnTo>
                  <a:lnTo>
                    <a:pt x="1451" y="21"/>
                  </a:lnTo>
                  <a:lnTo>
                    <a:pt x="1392" y="17"/>
                  </a:lnTo>
                  <a:lnTo>
                    <a:pt x="1332" y="13"/>
                  </a:lnTo>
                  <a:lnTo>
                    <a:pt x="1303" y="12"/>
                  </a:lnTo>
                  <a:lnTo>
                    <a:pt x="1273" y="12"/>
                  </a:lnTo>
                  <a:lnTo>
                    <a:pt x="1273" y="12"/>
                  </a:lnTo>
                  <a:lnTo>
                    <a:pt x="1145" y="15"/>
                  </a:lnTo>
                  <a:lnTo>
                    <a:pt x="1016" y="16"/>
                  </a:lnTo>
                  <a:lnTo>
                    <a:pt x="1016" y="16"/>
                  </a:lnTo>
                  <a:lnTo>
                    <a:pt x="893" y="15"/>
                  </a:lnTo>
                  <a:lnTo>
                    <a:pt x="769" y="13"/>
                  </a:lnTo>
                  <a:lnTo>
                    <a:pt x="521" y="8"/>
                  </a:lnTo>
                  <a:lnTo>
                    <a:pt x="273" y="3"/>
                  </a:lnTo>
                  <a:lnTo>
                    <a:pt x="149" y="0"/>
                  </a:lnTo>
                  <a:lnTo>
                    <a:pt x="26" y="0"/>
                  </a:lnTo>
                  <a:lnTo>
                    <a:pt x="26" y="0"/>
                  </a:lnTo>
                  <a:lnTo>
                    <a:pt x="20" y="0"/>
                  </a:lnTo>
                  <a:lnTo>
                    <a:pt x="14" y="1"/>
                  </a:lnTo>
                  <a:lnTo>
                    <a:pt x="10" y="4"/>
                  </a:lnTo>
                  <a:lnTo>
                    <a:pt x="7" y="7"/>
                  </a:lnTo>
                  <a:lnTo>
                    <a:pt x="4" y="11"/>
                  </a:lnTo>
                  <a:lnTo>
                    <a:pt x="1" y="15"/>
                  </a:lnTo>
                  <a:lnTo>
                    <a:pt x="0" y="18"/>
                  </a:lnTo>
                  <a:lnTo>
                    <a:pt x="0" y="22"/>
                  </a:lnTo>
                  <a:lnTo>
                    <a:pt x="0" y="28"/>
                  </a:lnTo>
                  <a:lnTo>
                    <a:pt x="1" y="32"/>
                  </a:lnTo>
                  <a:lnTo>
                    <a:pt x="4" y="35"/>
                  </a:lnTo>
                  <a:lnTo>
                    <a:pt x="7" y="38"/>
                  </a:lnTo>
                  <a:lnTo>
                    <a:pt x="10" y="42"/>
                  </a:lnTo>
                  <a:lnTo>
                    <a:pt x="14" y="43"/>
                  </a:lnTo>
                  <a:lnTo>
                    <a:pt x="20" y="45"/>
                  </a:lnTo>
                  <a:lnTo>
                    <a:pt x="26" y="46"/>
                  </a:lnTo>
                  <a:lnTo>
                    <a:pt x="26" y="46"/>
                  </a:lnTo>
                  <a:lnTo>
                    <a:pt x="141" y="46"/>
                  </a:lnTo>
                  <a:lnTo>
                    <a:pt x="256" y="49"/>
                  </a:lnTo>
                  <a:lnTo>
                    <a:pt x="487" y="54"/>
                  </a:lnTo>
                  <a:lnTo>
                    <a:pt x="717" y="59"/>
                  </a:lnTo>
                  <a:lnTo>
                    <a:pt x="832" y="60"/>
                  </a:lnTo>
                  <a:lnTo>
                    <a:pt x="947" y="60"/>
                  </a:lnTo>
                  <a:lnTo>
                    <a:pt x="947" y="60"/>
                  </a:lnTo>
                  <a:lnTo>
                    <a:pt x="1009" y="60"/>
                  </a:lnTo>
                  <a:lnTo>
                    <a:pt x="1071" y="59"/>
                  </a:lnTo>
                  <a:lnTo>
                    <a:pt x="1196" y="55"/>
                  </a:lnTo>
                  <a:lnTo>
                    <a:pt x="1258" y="55"/>
                  </a:lnTo>
                  <a:lnTo>
                    <a:pt x="1320" y="56"/>
                  </a:lnTo>
                  <a:lnTo>
                    <a:pt x="1381" y="59"/>
                  </a:lnTo>
                  <a:lnTo>
                    <a:pt x="1413" y="62"/>
                  </a:lnTo>
                  <a:lnTo>
                    <a:pt x="1443" y="66"/>
                  </a:lnTo>
                  <a:lnTo>
                    <a:pt x="1443" y="66"/>
                  </a:lnTo>
                  <a:lnTo>
                    <a:pt x="1485" y="68"/>
                  </a:lnTo>
                  <a:lnTo>
                    <a:pt x="1527" y="69"/>
                  </a:lnTo>
                  <a:lnTo>
                    <a:pt x="1568" y="69"/>
                  </a:lnTo>
                  <a:lnTo>
                    <a:pt x="1610" y="68"/>
                  </a:lnTo>
                  <a:lnTo>
                    <a:pt x="1610" y="68"/>
                  </a:lnTo>
                  <a:lnTo>
                    <a:pt x="1673" y="66"/>
                  </a:lnTo>
                  <a:lnTo>
                    <a:pt x="1673" y="66"/>
                  </a:lnTo>
                  <a:lnTo>
                    <a:pt x="1707" y="67"/>
                  </a:lnTo>
                  <a:lnTo>
                    <a:pt x="1723" y="66"/>
                  </a:lnTo>
                  <a:lnTo>
                    <a:pt x="1727" y="64"/>
                  </a:lnTo>
                  <a:lnTo>
                    <a:pt x="1727" y="63"/>
                  </a:lnTo>
                  <a:lnTo>
                    <a:pt x="1725" y="62"/>
                  </a:lnTo>
                  <a:lnTo>
                    <a:pt x="1725" y="62"/>
                  </a:lnTo>
                  <a:lnTo>
                    <a:pt x="1731" y="66"/>
                  </a:lnTo>
                  <a:lnTo>
                    <a:pt x="1736" y="67"/>
                  </a:lnTo>
                  <a:lnTo>
                    <a:pt x="1741" y="68"/>
                  </a:lnTo>
                  <a:lnTo>
                    <a:pt x="1745" y="68"/>
                  </a:lnTo>
                  <a:lnTo>
                    <a:pt x="1750" y="68"/>
                  </a:lnTo>
                  <a:lnTo>
                    <a:pt x="1755" y="66"/>
                  </a:lnTo>
                  <a:lnTo>
                    <a:pt x="1763" y="62"/>
                  </a:lnTo>
                  <a:lnTo>
                    <a:pt x="1769" y="54"/>
                  </a:lnTo>
                  <a:lnTo>
                    <a:pt x="1770" y="50"/>
                  </a:lnTo>
                  <a:lnTo>
                    <a:pt x="1771" y="46"/>
                  </a:lnTo>
                  <a:lnTo>
                    <a:pt x="1771" y="42"/>
                  </a:lnTo>
                  <a:lnTo>
                    <a:pt x="1770" y="38"/>
                  </a:lnTo>
                  <a:lnTo>
                    <a:pt x="1767" y="34"/>
                  </a:lnTo>
                  <a:lnTo>
                    <a:pt x="1763" y="29"/>
                  </a:lnTo>
                  <a:lnTo>
                    <a:pt x="1763" y="29"/>
                  </a:lnTo>
                  <a:close/>
                </a:path>
              </a:pathLst>
            </a:custGeom>
            <a:solidFill>
              <a:schemeClr val="bg1"/>
            </a:solidFill>
            <a:ln w="9525">
              <a:noFill/>
              <a:round/>
            </a:ln>
          </p:spPr>
          <p:txBody>
            <a:bodyPr vert="horz" wrap="square" lIns="79689" tIns="39844" rIns="79689" bIns="39844" numCol="1" anchor="t" anchorCtr="0" compatLnSpc="1"/>
            <a:lstStyle/>
            <a:p>
              <a:endParaRPr lang="zh-CN" altLang="en-US" sz="1570">
                <a:solidFill>
                  <a:schemeClr val="bg1"/>
                </a:solidFill>
                <a:cs typeface="+mn-ea"/>
                <a:sym typeface="+mn-lt"/>
              </a:endParaRPr>
            </a:p>
          </p:txBody>
        </p:sp>
        <p:sp>
          <p:nvSpPr>
            <p:cNvPr id="86" name="Freeform 403"/>
            <p:cNvSpPr/>
            <p:nvPr/>
          </p:nvSpPr>
          <p:spPr bwMode="auto">
            <a:xfrm>
              <a:off x="5435601" y="1260476"/>
              <a:ext cx="180975" cy="381000"/>
            </a:xfrm>
            <a:custGeom>
              <a:avLst/>
              <a:gdLst/>
              <a:ahLst/>
              <a:cxnLst>
                <a:cxn ang="0">
                  <a:pos x="454" y="924"/>
                </a:cxn>
                <a:cxn ang="0">
                  <a:pos x="432" y="877"/>
                </a:cxn>
                <a:cxn ang="0">
                  <a:pos x="394" y="782"/>
                </a:cxn>
                <a:cxn ang="0">
                  <a:pos x="373" y="735"/>
                </a:cxn>
                <a:cxn ang="0">
                  <a:pos x="343" y="672"/>
                </a:cxn>
                <a:cxn ang="0">
                  <a:pos x="245" y="488"/>
                </a:cxn>
                <a:cxn ang="0">
                  <a:pos x="232" y="464"/>
                </a:cxn>
                <a:cxn ang="0">
                  <a:pos x="187" y="395"/>
                </a:cxn>
                <a:cxn ang="0">
                  <a:pos x="160" y="348"/>
                </a:cxn>
                <a:cxn ang="0">
                  <a:pos x="135" y="298"/>
                </a:cxn>
                <a:cxn ang="0">
                  <a:pos x="122" y="264"/>
                </a:cxn>
                <a:cxn ang="0">
                  <a:pos x="100" y="193"/>
                </a:cxn>
                <a:cxn ang="0">
                  <a:pos x="87" y="158"/>
                </a:cxn>
                <a:cxn ang="0">
                  <a:pos x="62" y="91"/>
                </a:cxn>
                <a:cxn ang="0">
                  <a:pos x="51" y="57"/>
                </a:cxn>
                <a:cxn ang="0">
                  <a:pos x="46" y="22"/>
                </a:cxn>
                <a:cxn ang="0">
                  <a:pos x="45" y="17"/>
                </a:cxn>
                <a:cxn ang="0">
                  <a:pos x="41" y="9"/>
                </a:cxn>
                <a:cxn ang="0">
                  <a:pos x="34" y="4"/>
                </a:cxn>
                <a:cxn ang="0">
                  <a:pos x="23" y="0"/>
                </a:cxn>
                <a:cxn ang="0">
                  <a:pos x="10" y="4"/>
                </a:cxn>
                <a:cxn ang="0">
                  <a:pos x="4" y="9"/>
                </a:cxn>
                <a:cxn ang="0">
                  <a:pos x="0" y="17"/>
                </a:cxn>
                <a:cxn ang="0">
                  <a:pos x="0" y="22"/>
                </a:cxn>
                <a:cxn ang="0">
                  <a:pos x="4" y="52"/>
                </a:cxn>
                <a:cxn ang="0">
                  <a:pos x="19" y="108"/>
                </a:cxn>
                <a:cxn ang="0">
                  <a:pos x="29" y="136"/>
                </a:cxn>
                <a:cxn ang="0">
                  <a:pos x="51" y="199"/>
                </a:cxn>
                <a:cxn ang="0">
                  <a:pos x="71" y="261"/>
                </a:cxn>
                <a:cxn ang="0">
                  <a:pos x="81" y="289"/>
                </a:cxn>
                <a:cxn ang="0">
                  <a:pos x="118" y="369"/>
                </a:cxn>
                <a:cxn ang="0">
                  <a:pos x="126" y="383"/>
                </a:cxn>
                <a:cxn ang="0">
                  <a:pos x="152" y="422"/>
                </a:cxn>
                <a:cxn ang="0">
                  <a:pos x="178" y="462"/>
                </a:cxn>
                <a:cxn ang="0">
                  <a:pos x="186" y="475"/>
                </a:cxn>
                <a:cxn ang="0">
                  <a:pos x="220" y="539"/>
                </a:cxn>
                <a:cxn ang="0">
                  <a:pos x="254" y="601"/>
                </a:cxn>
                <a:cxn ang="0">
                  <a:pos x="269" y="635"/>
                </a:cxn>
                <a:cxn ang="0">
                  <a:pos x="291" y="690"/>
                </a:cxn>
                <a:cxn ang="0">
                  <a:pos x="309" y="724"/>
                </a:cxn>
                <a:cxn ang="0">
                  <a:pos x="320" y="739"/>
                </a:cxn>
                <a:cxn ang="0">
                  <a:pos x="333" y="758"/>
                </a:cxn>
                <a:cxn ang="0">
                  <a:pos x="339" y="781"/>
                </a:cxn>
                <a:cxn ang="0">
                  <a:pos x="351" y="812"/>
                </a:cxn>
                <a:cxn ang="0">
                  <a:pos x="356" y="821"/>
                </a:cxn>
                <a:cxn ang="0">
                  <a:pos x="373" y="851"/>
                </a:cxn>
                <a:cxn ang="0">
                  <a:pos x="388" y="883"/>
                </a:cxn>
                <a:cxn ang="0">
                  <a:pos x="407" y="931"/>
                </a:cxn>
                <a:cxn ang="0">
                  <a:pos x="415" y="947"/>
                </a:cxn>
                <a:cxn ang="0">
                  <a:pos x="420" y="955"/>
                </a:cxn>
                <a:cxn ang="0">
                  <a:pos x="428" y="958"/>
                </a:cxn>
                <a:cxn ang="0">
                  <a:pos x="437" y="958"/>
                </a:cxn>
                <a:cxn ang="0">
                  <a:pos x="452" y="949"/>
                </a:cxn>
                <a:cxn ang="0">
                  <a:pos x="456" y="941"/>
                </a:cxn>
                <a:cxn ang="0">
                  <a:pos x="457" y="934"/>
                </a:cxn>
                <a:cxn ang="0">
                  <a:pos x="454" y="924"/>
                </a:cxn>
              </a:cxnLst>
              <a:rect l="0" t="0" r="r" b="b"/>
              <a:pathLst>
                <a:path w="457" h="958">
                  <a:moveTo>
                    <a:pt x="454" y="924"/>
                  </a:moveTo>
                  <a:lnTo>
                    <a:pt x="454" y="924"/>
                  </a:lnTo>
                  <a:lnTo>
                    <a:pt x="442" y="901"/>
                  </a:lnTo>
                  <a:lnTo>
                    <a:pt x="432" y="877"/>
                  </a:lnTo>
                  <a:lnTo>
                    <a:pt x="412" y="830"/>
                  </a:lnTo>
                  <a:lnTo>
                    <a:pt x="394" y="782"/>
                  </a:lnTo>
                  <a:lnTo>
                    <a:pt x="384" y="758"/>
                  </a:lnTo>
                  <a:lnTo>
                    <a:pt x="373" y="735"/>
                  </a:lnTo>
                  <a:lnTo>
                    <a:pt x="373" y="735"/>
                  </a:lnTo>
                  <a:lnTo>
                    <a:pt x="343" y="672"/>
                  </a:lnTo>
                  <a:lnTo>
                    <a:pt x="310" y="611"/>
                  </a:lnTo>
                  <a:lnTo>
                    <a:pt x="245" y="488"/>
                  </a:lnTo>
                  <a:lnTo>
                    <a:pt x="245" y="488"/>
                  </a:lnTo>
                  <a:lnTo>
                    <a:pt x="232" y="464"/>
                  </a:lnTo>
                  <a:lnTo>
                    <a:pt x="217" y="441"/>
                  </a:lnTo>
                  <a:lnTo>
                    <a:pt x="187" y="395"/>
                  </a:lnTo>
                  <a:lnTo>
                    <a:pt x="173" y="371"/>
                  </a:lnTo>
                  <a:lnTo>
                    <a:pt x="160" y="348"/>
                  </a:lnTo>
                  <a:lnTo>
                    <a:pt x="147" y="324"/>
                  </a:lnTo>
                  <a:lnTo>
                    <a:pt x="135" y="298"/>
                  </a:lnTo>
                  <a:lnTo>
                    <a:pt x="135" y="298"/>
                  </a:lnTo>
                  <a:lnTo>
                    <a:pt x="122" y="264"/>
                  </a:lnTo>
                  <a:lnTo>
                    <a:pt x="110" y="229"/>
                  </a:lnTo>
                  <a:lnTo>
                    <a:pt x="100" y="193"/>
                  </a:lnTo>
                  <a:lnTo>
                    <a:pt x="87" y="158"/>
                  </a:lnTo>
                  <a:lnTo>
                    <a:pt x="87" y="158"/>
                  </a:lnTo>
                  <a:lnTo>
                    <a:pt x="74" y="125"/>
                  </a:lnTo>
                  <a:lnTo>
                    <a:pt x="62" y="91"/>
                  </a:lnTo>
                  <a:lnTo>
                    <a:pt x="55" y="74"/>
                  </a:lnTo>
                  <a:lnTo>
                    <a:pt x="51" y="57"/>
                  </a:lnTo>
                  <a:lnTo>
                    <a:pt x="47" y="40"/>
                  </a:lnTo>
                  <a:lnTo>
                    <a:pt x="46" y="22"/>
                  </a:lnTo>
                  <a:lnTo>
                    <a:pt x="46" y="22"/>
                  </a:lnTo>
                  <a:lnTo>
                    <a:pt x="45" y="17"/>
                  </a:lnTo>
                  <a:lnTo>
                    <a:pt x="44" y="13"/>
                  </a:lnTo>
                  <a:lnTo>
                    <a:pt x="41" y="9"/>
                  </a:lnTo>
                  <a:lnTo>
                    <a:pt x="38" y="5"/>
                  </a:lnTo>
                  <a:lnTo>
                    <a:pt x="34" y="4"/>
                  </a:lnTo>
                  <a:lnTo>
                    <a:pt x="30" y="1"/>
                  </a:lnTo>
                  <a:lnTo>
                    <a:pt x="23" y="0"/>
                  </a:lnTo>
                  <a:lnTo>
                    <a:pt x="13" y="1"/>
                  </a:lnTo>
                  <a:lnTo>
                    <a:pt x="10" y="4"/>
                  </a:lnTo>
                  <a:lnTo>
                    <a:pt x="7" y="5"/>
                  </a:lnTo>
                  <a:lnTo>
                    <a:pt x="4" y="9"/>
                  </a:lnTo>
                  <a:lnTo>
                    <a:pt x="2" y="13"/>
                  </a:lnTo>
                  <a:lnTo>
                    <a:pt x="0" y="17"/>
                  </a:lnTo>
                  <a:lnTo>
                    <a:pt x="0" y="22"/>
                  </a:lnTo>
                  <a:lnTo>
                    <a:pt x="0" y="22"/>
                  </a:lnTo>
                  <a:lnTo>
                    <a:pt x="2" y="36"/>
                  </a:lnTo>
                  <a:lnTo>
                    <a:pt x="4" y="52"/>
                  </a:lnTo>
                  <a:lnTo>
                    <a:pt x="10" y="80"/>
                  </a:lnTo>
                  <a:lnTo>
                    <a:pt x="19" y="108"/>
                  </a:lnTo>
                  <a:lnTo>
                    <a:pt x="29" y="136"/>
                  </a:lnTo>
                  <a:lnTo>
                    <a:pt x="29" y="136"/>
                  </a:lnTo>
                  <a:lnTo>
                    <a:pt x="41" y="167"/>
                  </a:lnTo>
                  <a:lnTo>
                    <a:pt x="51" y="199"/>
                  </a:lnTo>
                  <a:lnTo>
                    <a:pt x="61" y="230"/>
                  </a:lnTo>
                  <a:lnTo>
                    <a:pt x="71" y="261"/>
                  </a:lnTo>
                  <a:lnTo>
                    <a:pt x="71" y="261"/>
                  </a:lnTo>
                  <a:lnTo>
                    <a:pt x="81" y="289"/>
                  </a:lnTo>
                  <a:lnTo>
                    <a:pt x="93" y="315"/>
                  </a:lnTo>
                  <a:lnTo>
                    <a:pt x="118" y="369"/>
                  </a:lnTo>
                  <a:lnTo>
                    <a:pt x="118" y="369"/>
                  </a:lnTo>
                  <a:lnTo>
                    <a:pt x="126" y="383"/>
                  </a:lnTo>
                  <a:lnTo>
                    <a:pt x="134" y="396"/>
                  </a:lnTo>
                  <a:lnTo>
                    <a:pt x="152" y="422"/>
                  </a:lnTo>
                  <a:lnTo>
                    <a:pt x="170" y="448"/>
                  </a:lnTo>
                  <a:lnTo>
                    <a:pt x="178" y="462"/>
                  </a:lnTo>
                  <a:lnTo>
                    <a:pt x="186" y="475"/>
                  </a:lnTo>
                  <a:lnTo>
                    <a:pt x="186" y="475"/>
                  </a:lnTo>
                  <a:lnTo>
                    <a:pt x="202" y="507"/>
                  </a:lnTo>
                  <a:lnTo>
                    <a:pt x="220" y="539"/>
                  </a:lnTo>
                  <a:lnTo>
                    <a:pt x="254" y="601"/>
                  </a:lnTo>
                  <a:lnTo>
                    <a:pt x="254" y="601"/>
                  </a:lnTo>
                  <a:lnTo>
                    <a:pt x="262" y="617"/>
                  </a:lnTo>
                  <a:lnTo>
                    <a:pt x="269" y="635"/>
                  </a:lnTo>
                  <a:lnTo>
                    <a:pt x="283" y="672"/>
                  </a:lnTo>
                  <a:lnTo>
                    <a:pt x="291" y="690"/>
                  </a:lnTo>
                  <a:lnTo>
                    <a:pt x="300" y="709"/>
                  </a:lnTo>
                  <a:lnTo>
                    <a:pt x="309" y="724"/>
                  </a:lnTo>
                  <a:lnTo>
                    <a:pt x="320" y="739"/>
                  </a:lnTo>
                  <a:lnTo>
                    <a:pt x="320" y="739"/>
                  </a:lnTo>
                  <a:lnTo>
                    <a:pt x="326" y="748"/>
                  </a:lnTo>
                  <a:lnTo>
                    <a:pt x="333" y="758"/>
                  </a:lnTo>
                  <a:lnTo>
                    <a:pt x="337" y="770"/>
                  </a:lnTo>
                  <a:lnTo>
                    <a:pt x="339" y="781"/>
                  </a:lnTo>
                  <a:lnTo>
                    <a:pt x="346" y="802"/>
                  </a:lnTo>
                  <a:lnTo>
                    <a:pt x="351" y="812"/>
                  </a:lnTo>
                  <a:lnTo>
                    <a:pt x="356" y="821"/>
                  </a:lnTo>
                  <a:lnTo>
                    <a:pt x="356" y="821"/>
                  </a:lnTo>
                  <a:lnTo>
                    <a:pt x="365" y="836"/>
                  </a:lnTo>
                  <a:lnTo>
                    <a:pt x="373" y="851"/>
                  </a:lnTo>
                  <a:lnTo>
                    <a:pt x="381" y="867"/>
                  </a:lnTo>
                  <a:lnTo>
                    <a:pt x="388" y="883"/>
                  </a:lnTo>
                  <a:lnTo>
                    <a:pt x="399" y="915"/>
                  </a:lnTo>
                  <a:lnTo>
                    <a:pt x="407" y="931"/>
                  </a:lnTo>
                  <a:lnTo>
                    <a:pt x="415" y="947"/>
                  </a:lnTo>
                  <a:lnTo>
                    <a:pt x="415" y="947"/>
                  </a:lnTo>
                  <a:lnTo>
                    <a:pt x="418" y="951"/>
                  </a:lnTo>
                  <a:lnTo>
                    <a:pt x="420" y="955"/>
                  </a:lnTo>
                  <a:lnTo>
                    <a:pt x="424" y="957"/>
                  </a:lnTo>
                  <a:lnTo>
                    <a:pt x="428" y="958"/>
                  </a:lnTo>
                  <a:lnTo>
                    <a:pt x="433" y="958"/>
                  </a:lnTo>
                  <a:lnTo>
                    <a:pt x="437" y="958"/>
                  </a:lnTo>
                  <a:lnTo>
                    <a:pt x="445" y="955"/>
                  </a:lnTo>
                  <a:lnTo>
                    <a:pt x="452" y="949"/>
                  </a:lnTo>
                  <a:lnTo>
                    <a:pt x="454" y="945"/>
                  </a:lnTo>
                  <a:lnTo>
                    <a:pt x="456" y="941"/>
                  </a:lnTo>
                  <a:lnTo>
                    <a:pt x="457" y="938"/>
                  </a:lnTo>
                  <a:lnTo>
                    <a:pt x="457" y="934"/>
                  </a:lnTo>
                  <a:lnTo>
                    <a:pt x="456" y="928"/>
                  </a:lnTo>
                  <a:lnTo>
                    <a:pt x="454" y="924"/>
                  </a:lnTo>
                  <a:lnTo>
                    <a:pt x="454" y="924"/>
                  </a:lnTo>
                  <a:close/>
                </a:path>
              </a:pathLst>
            </a:custGeom>
            <a:solidFill>
              <a:schemeClr val="bg1"/>
            </a:solidFill>
            <a:ln w="9525">
              <a:noFill/>
              <a:round/>
            </a:ln>
          </p:spPr>
          <p:txBody>
            <a:bodyPr vert="horz" wrap="square" lIns="79689" tIns="39844" rIns="79689" bIns="39844" numCol="1" anchor="t" anchorCtr="0" compatLnSpc="1"/>
            <a:lstStyle/>
            <a:p>
              <a:endParaRPr lang="zh-CN" altLang="en-US" sz="1570">
                <a:solidFill>
                  <a:schemeClr val="bg1"/>
                </a:solidFill>
                <a:cs typeface="+mn-ea"/>
                <a:sym typeface="+mn-lt"/>
              </a:endParaRPr>
            </a:p>
          </p:txBody>
        </p:sp>
        <p:sp>
          <p:nvSpPr>
            <p:cNvPr id="87" name="Freeform 404"/>
            <p:cNvSpPr/>
            <p:nvPr/>
          </p:nvSpPr>
          <p:spPr bwMode="auto">
            <a:xfrm>
              <a:off x="5607051" y="1260476"/>
              <a:ext cx="146050" cy="387350"/>
            </a:xfrm>
            <a:custGeom>
              <a:avLst/>
              <a:gdLst/>
              <a:ahLst/>
              <a:cxnLst>
                <a:cxn ang="0">
                  <a:pos x="321" y="22"/>
                </a:cxn>
                <a:cxn ang="0">
                  <a:pos x="310" y="85"/>
                </a:cxn>
                <a:cxn ang="0">
                  <a:pos x="292" y="148"/>
                </a:cxn>
                <a:cxn ang="0">
                  <a:pos x="249" y="271"/>
                </a:cxn>
                <a:cxn ang="0">
                  <a:pos x="229" y="333"/>
                </a:cxn>
                <a:cxn ang="0">
                  <a:pos x="189" y="458"/>
                </a:cxn>
                <a:cxn ang="0">
                  <a:pos x="173" y="520"/>
                </a:cxn>
                <a:cxn ang="0">
                  <a:pos x="166" y="553"/>
                </a:cxn>
                <a:cxn ang="0">
                  <a:pos x="148" y="617"/>
                </a:cxn>
                <a:cxn ang="0">
                  <a:pos x="126" y="680"/>
                </a:cxn>
                <a:cxn ang="0">
                  <a:pos x="98" y="741"/>
                </a:cxn>
                <a:cxn ang="0">
                  <a:pos x="84" y="771"/>
                </a:cxn>
                <a:cxn ang="0">
                  <a:pos x="59" y="812"/>
                </a:cxn>
                <a:cxn ang="0">
                  <a:pos x="30" y="856"/>
                </a:cxn>
                <a:cxn ang="0">
                  <a:pos x="12" y="893"/>
                </a:cxn>
                <a:cxn ang="0">
                  <a:pos x="4" y="917"/>
                </a:cxn>
                <a:cxn ang="0">
                  <a:pos x="0" y="939"/>
                </a:cxn>
                <a:cxn ang="0">
                  <a:pos x="2" y="951"/>
                </a:cxn>
                <a:cxn ang="0">
                  <a:pos x="4" y="960"/>
                </a:cxn>
                <a:cxn ang="0">
                  <a:pos x="11" y="968"/>
                </a:cxn>
                <a:cxn ang="0">
                  <a:pos x="26" y="973"/>
                </a:cxn>
                <a:cxn ang="0">
                  <a:pos x="38" y="969"/>
                </a:cxn>
                <a:cxn ang="0">
                  <a:pos x="45" y="964"/>
                </a:cxn>
                <a:cxn ang="0">
                  <a:pos x="47" y="956"/>
                </a:cxn>
                <a:cxn ang="0">
                  <a:pos x="47" y="951"/>
                </a:cxn>
                <a:cxn ang="0">
                  <a:pos x="50" y="928"/>
                </a:cxn>
                <a:cxn ang="0">
                  <a:pos x="59" y="905"/>
                </a:cxn>
                <a:cxn ang="0">
                  <a:pos x="84" y="862"/>
                </a:cxn>
                <a:cxn ang="0">
                  <a:pos x="119" y="802"/>
                </a:cxn>
                <a:cxn ang="0">
                  <a:pos x="151" y="739"/>
                </a:cxn>
                <a:cxn ang="0">
                  <a:pos x="164" y="713"/>
                </a:cxn>
                <a:cxn ang="0">
                  <a:pos x="185" y="658"/>
                </a:cxn>
                <a:cxn ang="0">
                  <a:pos x="202" y="601"/>
                </a:cxn>
                <a:cxn ang="0">
                  <a:pos x="221" y="515"/>
                </a:cxn>
                <a:cxn ang="0">
                  <a:pos x="229" y="484"/>
                </a:cxn>
                <a:cxn ang="0">
                  <a:pos x="246" y="421"/>
                </a:cxn>
                <a:cxn ang="0">
                  <a:pos x="278" y="328"/>
                </a:cxn>
                <a:cxn ang="0">
                  <a:pos x="299" y="265"/>
                </a:cxn>
                <a:cxn ang="0">
                  <a:pos x="339" y="145"/>
                </a:cxn>
                <a:cxn ang="0">
                  <a:pos x="357" y="84"/>
                </a:cxn>
                <a:cxn ang="0">
                  <a:pos x="367" y="22"/>
                </a:cxn>
                <a:cxn ang="0">
                  <a:pos x="367" y="17"/>
                </a:cxn>
                <a:cxn ang="0">
                  <a:pos x="364" y="9"/>
                </a:cxn>
                <a:cxn ang="0">
                  <a:pos x="357" y="4"/>
                </a:cxn>
                <a:cxn ang="0">
                  <a:pos x="346" y="0"/>
                </a:cxn>
                <a:cxn ang="0">
                  <a:pos x="333" y="4"/>
                </a:cxn>
                <a:cxn ang="0">
                  <a:pos x="326" y="9"/>
                </a:cxn>
                <a:cxn ang="0">
                  <a:pos x="322" y="17"/>
                </a:cxn>
                <a:cxn ang="0">
                  <a:pos x="321" y="22"/>
                </a:cxn>
              </a:cxnLst>
              <a:rect l="0" t="0" r="r" b="b"/>
              <a:pathLst>
                <a:path w="367" h="973">
                  <a:moveTo>
                    <a:pt x="321" y="22"/>
                  </a:moveTo>
                  <a:lnTo>
                    <a:pt x="321" y="22"/>
                  </a:lnTo>
                  <a:lnTo>
                    <a:pt x="317" y="53"/>
                  </a:lnTo>
                  <a:lnTo>
                    <a:pt x="310" y="85"/>
                  </a:lnTo>
                  <a:lnTo>
                    <a:pt x="302" y="116"/>
                  </a:lnTo>
                  <a:lnTo>
                    <a:pt x="292" y="148"/>
                  </a:lnTo>
                  <a:lnTo>
                    <a:pt x="270" y="210"/>
                  </a:lnTo>
                  <a:lnTo>
                    <a:pt x="249" y="271"/>
                  </a:lnTo>
                  <a:lnTo>
                    <a:pt x="249" y="271"/>
                  </a:lnTo>
                  <a:lnTo>
                    <a:pt x="229" y="333"/>
                  </a:lnTo>
                  <a:lnTo>
                    <a:pt x="208" y="395"/>
                  </a:lnTo>
                  <a:lnTo>
                    <a:pt x="189" y="458"/>
                  </a:lnTo>
                  <a:lnTo>
                    <a:pt x="181" y="489"/>
                  </a:lnTo>
                  <a:lnTo>
                    <a:pt x="173" y="520"/>
                  </a:lnTo>
                  <a:lnTo>
                    <a:pt x="173" y="520"/>
                  </a:lnTo>
                  <a:lnTo>
                    <a:pt x="166" y="553"/>
                  </a:lnTo>
                  <a:lnTo>
                    <a:pt x="157" y="586"/>
                  </a:lnTo>
                  <a:lnTo>
                    <a:pt x="148" y="617"/>
                  </a:lnTo>
                  <a:lnTo>
                    <a:pt x="138" y="650"/>
                  </a:lnTo>
                  <a:lnTo>
                    <a:pt x="126" y="680"/>
                  </a:lnTo>
                  <a:lnTo>
                    <a:pt x="113" y="711"/>
                  </a:lnTo>
                  <a:lnTo>
                    <a:pt x="98" y="741"/>
                  </a:lnTo>
                  <a:lnTo>
                    <a:pt x="84" y="771"/>
                  </a:lnTo>
                  <a:lnTo>
                    <a:pt x="84" y="771"/>
                  </a:lnTo>
                  <a:lnTo>
                    <a:pt x="72" y="791"/>
                  </a:lnTo>
                  <a:lnTo>
                    <a:pt x="59" y="812"/>
                  </a:lnTo>
                  <a:lnTo>
                    <a:pt x="45" y="834"/>
                  </a:lnTo>
                  <a:lnTo>
                    <a:pt x="30" y="856"/>
                  </a:lnTo>
                  <a:lnTo>
                    <a:pt x="17" y="880"/>
                  </a:lnTo>
                  <a:lnTo>
                    <a:pt x="12" y="893"/>
                  </a:lnTo>
                  <a:lnTo>
                    <a:pt x="8" y="905"/>
                  </a:lnTo>
                  <a:lnTo>
                    <a:pt x="4" y="917"/>
                  </a:lnTo>
                  <a:lnTo>
                    <a:pt x="2" y="928"/>
                  </a:lnTo>
                  <a:lnTo>
                    <a:pt x="0" y="939"/>
                  </a:lnTo>
                  <a:lnTo>
                    <a:pt x="2" y="951"/>
                  </a:lnTo>
                  <a:lnTo>
                    <a:pt x="2" y="951"/>
                  </a:lnTo>
                  <a:lnTo>
                    <a:pt x="3" y="956"/>
                  </a:lnTo>
                  <a:lnTo>
                    <a:pt x="4" y="960"/>
                  </a:lnTo>
                  <a:lnTo>
                    <a:pt x="7" y="964"/>
                  </a:lnTo>
                  <a:lnTo>
                    <a:pt x="11" y="968"/>
                  </a:lnTo>
                  <a:lnTo>
                    <a:pt x="17" y="972"/>
                  </a:lnTo>
                  <a:lnTo>
                    <a:pt x="26" y="973"/>
                  </a:lnTo>
                  <a:lnTo>
                    <a:pt x="34" y="972"/>
                  </a:lnTo>
                  <a:lnTo>
                    <a:pt x="38" y="969"/>
                  </a:lnTo>
                  <a:lnTo>
                    <a:pt x="42" y="968"/>
                  </a:lnTo>
                  <a:lnTo>
                    <a:pt x="45" y="964"/>
                  </a:lnTo>
                  <a:lnTo>
                    <a:pt x="46" y="960"/>
                  </a:lnTo>
                  <a:lnTo>
                    <a:pt x="47" y="956"/>
                  </a:lnTo>
                  <a:lnTo>
                    <a:pt x="47" y="951"/>
                  </a:lnTo>
                  <a:lnTo>
                    <a:pt x="47" y="951"/>
                  </a:lnTo>
                  <a:lnTo>
                    <a:pt x="47" y="940"/>
                  </a:lnTo>
                  <a:lnTo>
                    <a:pt x="50" y="928"/>
                  </a:lnTo>
                  <a:lnTo>
                    <a:pt x="54" y="917"/>
                  </a:lnTo>
                  <a:lnTo>
                    <a:pt x="59" y="905"/>
                  </a:lnTo>
                  <a:lnTo>
                    <a:pt x="72" y="881"/>
                  </a:lnTo>
                  <a:lnTo>
                    <a:pt x="84" y="862"/>
                  </a:lnTo>
                  <a:lnTo>
                    <a:pt x="84" y="862"/>
                  </a:lnTo>
                  <a:lnTo>
                    <a:pt x="119" y="802"/>
                  </a:lnTo>
                  <a:lnTo>
                    <a:pt x="135" y="770"/>
                  </a:lnTo>
                  <a:lnTo>
                    <a:pt x="151" y="739"/>
                  </a:lnTo>
                  <a:lnTo>
                    <a:pt x="151" y="739"/>
                  </a:lnTo>
                  <a:lnTo>
                    <a:pt x="164" y="713"/>
                  </a:lnTo>
                  <a:lnTo>
                    <a:pt x="174" y="685"/>
                  </a:lnTo>
                  <a:lnTo>
                    <a:pt x="185" y="658"/>
                  </a:lnTo>
                  <a:lnTo>
                    <a:pt x="193" y="629"/>
                  </a:lnTo>
                  <a:lnTo>
                    <a:pt x="202" y="601"/>
                  </a:lnTo>
                  <a:lnTo>
                    <a:pt x="208" y="573"/>
                  </a:lnTo>
                  <a:lnTo>
                    <a:pt x="221" y="515"/>
                  </a:lnTo>
                  <a:lnTo>
                    <a:pt x="221" y="515"/>
                  </a:lnTo>
                  <a:lnTo>
                    <a:pt x="229" y="484"/>
                  </a:lnTo>
                  <a:lnTo>
                    <a:pt x="237" y="452"/>
                  </a:lnTo>
                  <a:lnTo>
                    <a:pt x="246" y="421"/>
                  </a:lnTo>
                  <a:lnTo>
                    <a:pt x="257" y="390"/>
                  </a:lnTo>
                  <a:lnTo>
                    <a:pt x="278" y="328"/>
                  </a:lnTo>
                  <a:lnTo>
                    <a:pt x="299" y="265"/>
                  </a:lnTo>
                  <a:lnTo>
                    <a:pt x="299" y="265"/>
                  </a:lnTo>
                  <a:lnTo>
                    <a:pt x="320" y="207"/>
                  </a:lnTo>
                  <a:lnTo>
                    <a:pt x="339" y="145"/>
                  </a:lnTo>
                  <a:lnTo>
                    <a:pt x="350" y="115"/>
                  </a:lnTo>
                  <a:lnTo>
                    <a:pt x="357" y="84"/>
                  </a:lnTo>
                  <a:lnTo>
                    <a:pt x="363" y="53"/>
                  </a:lnTo>
                  <a:lnTo>
                    <a:pt x="367" y="22"/>
                  </a:lnTo>
                  <a:lnTo>
                    <a:pt x="367" y="22"/>
                  </a:lnTo>
                  <a:lnTo>
                    <a:pt x="367" y="17"/>
                  </a:lnTo>
                  <a:lnTo>
                    <a:pt x="365" y="13"/>
                  </a:lnTo>
                  <a:lnTo>
                    <a:pt x="364" y="9"/>
                  </a:lnTo>
                  <a:lnTo>
                    <a:pt x="361" y="5"/>
                  </a:lnTo>
                  <a:lnTo>
                    <a:pt x="357" y="4"/>
                  </a:lnTo>
                  <a:lnTo>
                    <a:pt x="354" y="1"/>
                  </a:lnTo>
                  <a:lnTo>
                    <a:pt x="346" y="0"/>
                  </a:lnTo>
                  <a:lnTo>
                    <a:pt x="337" y="1"/>
                  </a:lnTo>
                  <a:lnTo>
                    <a:pt x="333" y="4"/>
                  </a:lnTo>
                  <a:lnTo>
                    <a:pt x="330" y="5"/>
                  </a:lnTo>
                  <a:lnTo>
                    <a:pt x="326" y="9"/>
                  </a:lnTo>
                  <a:lnTo>
                    <a:pt x="323" y="13"/>
                  </a:lnTo>
                  <a:lnTo>
                    <a:pt x="322" y="17"/>
                  </a:lnTo>
                  <a:lnTo>
                    <a:pt x="321" y="22"/>
                  </a:lnTo>
                  <a:lnTo>
                    <a:pt x="321" y="22"/>
                  </a:lnTo>
                  <a:close/>
                </a:path>
              </a:pathLst>
            </a:custGeom>
            <a:solidFill>
              <a:schemeClr val="bg1"/>
            </a:solidFill>
            <a:ln w="9525">
              <a:noFill/>
              <a:round/>
            </a:ln>
          </p:spPr>
          <p:txBody>
            <a:bodyPr vert="horz" wrap="square" lIns="79689" tIns="39844" rIns="79689" bIns="39844" numCol="1" anchor="t" anchorCtr="0" compatLnSpc="1"/>
            <a:lstStyle/>
            <a:p>
              <a:endParaRPr lang="zh-CN" altLang="en-US" sz="1570">
                <a:solidFill>
                  <a:schemeClr val="bg1"/>
                </a:solidFill>
                <a:cs typeface="+mn-ea"/>
                <a:sym typeface="+mn-lt"/>
              </a:endParaRPr>
            </a:p>
          </p:txBody>
        </p:sp>
        <p:sp>
          <p:nvSpPr>
            <p:cNvPr id="88" name="Freeform 405"/>
            <p:cNvSpPr/>
            <p:nvPr/>
          </p:nvSpPr>
          <p:spPr bwMode="auto">
            <a:xfrm>
              <a:off x="5372101" y="1096963"/>
              <a:ext cx="247650" cy="176213"/>
            </a:xfrm>
            <a:custGeom>
              <a:avLst/>
              <a:gdLst/>
              <a:ahLst/>
              <a:cxnLst>
                <a:cxn ang="0">
                  <a:pos x="586" y="6"/>
                </a:cxn>
                <a:cxn ang="0">
                  <a:pos x="529" y="63"/>
                </a:cxn>
                <a:cxn ang="0">
                  <a:pos x="407" y="169"/>
                </a:cxn>
                <a:cxn ang="0">
                  <a:pos x="346" y="220"/>
                </a:cxn>
                <a:cxn ang="0">
                  <a:pos x="321" y="243"/>
                </a:cxn>
                <a:cxn ang="0">
                  <a:pos x="276" y="293"/>
                </a:cxn>
                <a:cxn ang="0">
                  <a:pos x="253" y="316"/>
                </a:cxn>
                <a:cxn ang="0">
                  <a:pos x="241" y="328"/>
                </a:cxn>
                <a:cxn ang="0">
                  <a:pos x="210" y="367"/>
                </a:cxn>
                <a:cxn ang="0">
                  <a:pos x="198" y="379"/>
                </a:cxn>
                <a:cxn ang="0">
                  <a:pos x="186" y="390"/>
                </a:cxn>
                <a:cxn ang="0">
                  <a:pos x="180" y="384"/>
                </a:cxn>
                <a:cxn ang="0">
                  <a:pos x="169" y="341"/>
                </a:cxn>
                <a:cxn ang="0">
                  <a:pos x="146" y="256"/>
                </a:cxn>
                <a:cxn ang="0">
                  <a:pos x="131" y="216"/>
                </a:cxn>
                <a:cxn ang="0">
                  <a:pos x="92" y="115"/>
                </a:cxn>
                <a:cxn ang="0">
                  <a:pos x="70" y="64"/>
                </a:cxn>
                <a:cxn ang="0">
                  <a:pos x="44" y="20"/>
                </a:cxn>
                <a:cxn ang="0">
                  <a:pos x="41" y="16"/>
                </a:cxn>
                <a:cxn ang="0">
                  <a:pos x="33" y="10"/>
                </a:cxn>
                <a:cxn ang="0">
                  <a:pos x="24" y="9"/>
                </a:cxn>
                <a:cxn ang="0">
                  <a:pos x="12" y="13"/>
                </a:cxn>
                <a:cxn ang="0">
                  <a:pos x="3" y="21"/>
                </a:cxn>
                <a:cxn ang="0">
                  <a:pos x="0" y="29"/>
                </a:cxn>
                <a:cxn ang="0">
                  <a:pos x="2" y="38"/>
                </a:cxn>
                <a:cxn ang="0">
                  <a:pos x="4" y="42"/>
                </a:cxn>
                <a:cxn ang="0">
                  <a:pos x="28" y="84"/>
                </a:cxn>
                <a:cxn ang="0">
                  <a:pos x="45" y="128"/>
                </a:cxn>
                <a:cxn ang="0">
                  <a:pos x="71" y="196"/>
                </a:cxn>
                <a:cxn ang="0">
                  <a:pos x="82" y="217"/>
                </a:cxn>
                <a:cxn ang="0">
                  <a:pos x="102" y="264"/>
                </a:cxn>
                <a:cxn ang="0">
                  <a:pos x="117" y="315"/>
                </a:cxn>
                <a:cxn ang="0">
                  <a:pos x="139" y="417"/>
                </a:cxn>
                <a:cxn ang="0">
                  <a:pos x="142" y="422"/>
                </a:cxn>
                <a:cxn ang="0">
                  <a:pos x="148" y="430"/>
                </a:cxn>
                <a:cxn ang="0">
                  <a:pos x="157" y="434"/>
                </a:cxn>
                <a:cxn ang="0">
                  <a:pos x="168" y="433"/>
                </a:cxn>
                <a:cxn ang="0">
                  <a:pos x="173" y="430"/>
                </a:cxn>
                <a:cxn ang="0">
                  <a:pos x="181" y="438"/>
                </a:cxn>
                <a:cxn ang="0">
                  <a:pos x="191" y="442"/>
                </a:cxn>
                <a:cxn ang="0">
                  <a:pos x="203" y="439"/>
                </a:cxn>
                <a:cxn ang="0">
                  <a:pos x="211" y="430"/>
                </a:cxn>
                <a:cxn ang="0">
                  <a:pos x="215" y="425"/>
                </a:cxn>
                <a:cxn ang="0">
                  <a:pos x="231" y="408"/>
                </a:cxn>
                <a:cxn ang="0">
                  <a:pos x="252" y="387"/>
                </a:cxn>
                <a:cxn ang="0">
                  <a:pos x="274" y="361"/>
                </a:cxn>
                <a:cxn ang="0">
                  <a:pos x="299" y="336"/>
                </a:cxn>
                <a:cxn ang="0">
                  <a:pos x="312" y="326"/>
                </a:cxn>
                <a:cxn ang="0">
                  <a:pos x="344" y="289"/>
                </a:cxn>
                <a:cxn ang="0">
                  <a:pos x="378" y="252"/>
                </a:cxn>
                <a:cxn ang="0">
                  <a:pos x="392" y="241"/>
                </a:cxn>
                <a:cxn ang="0">
                  <a:pos x="508" y="142"/>
                </a:cxn>
                <a:cxn ang="0">
                  <a:pos x="619" y="39"/>
                </a:cxn>
                <a:cxn ang="0">
                  <a:pos x="622" y="35"/>
                </a:cxn>
                <a:cxn ang="0">
                  <a:pos x="626" y="27"/>
                </a:cxn>
                <a:cxn ang="0">
                  <a:pos x="624" y="18"/>
                </a:cxn>
                <a:cxn ang="0">
                  <a:pos x="619" y="8"/>
                </a:cxn>
                <a:cxn ang="0">
                  <a:pos x="607" y="1"/>
                </a:cxn>
                <a:cxn ang="0">
                  <a:pos x="600" y="0"/>
                </a:cxn>
                <a:cxn ang="0">
                  <a:pos x="590" y="4"/>
                </a:cxn>
                <a:cxn ang="0">
                  <a:pos x="586" y="6"/>
                </a:cxn>
              </a:cxnLst>
              <a:rect l="0" t="0" r="r" b="b"/>
              <a:pathLst>
                <a:path w="626" h="442">
                  <a:moveTo>
                    <a:pt x="586" y="6"/>
                  </a:moveTo>
                  <a:lnTo>
                    <a:pt x="586" y="6"/>
                  </a:lnTo>
                  <a:lnTo>
                    <a:pt x="558" y="35"/>
                  </a:lnTo>
                  <a:lnTo>
                    <a:pt x="529" y="63"/>
                  </a:lnTo>
                  <a:lnTo>
                    <a:pt x="469" y="116"/>
                  </a:lnTo>
                  <a:lnTo>
                    <a:pt x="407" y="169"/>
                  </a:lnTo>
                  <a:lnTo>
                    <a:pt x="346" y="220"/>
                  </a:lnTo>
                  <a:lnTo>
                    <a:pt x="346" y="220"/>
                  </a:lnTo>
                  <a:lnTo>
                    <a:pt x="333" y="231"/>
                  </a:lnTo>
                  <a:lnTo>
                    <a:pt x="321" y="243"/>
                  </a:lnTo>
                  <a:lnTo>
                    <a:pt x="299" y="268"/>
                  </a:lnTo>
                  <a:lnTo>
                    <a:pt x="276" y="293"/>
                  </a:lnTo>
                  <a:lnTo>
                    <a:pt x="265" y="305"/>
                  </a:lnTo>
                  <a:lnTo>
                    <a:pt x="253" y="316"/>
                  </a:lnTo>
                  <a:lnTo>
                    <a:pt x="253" y="316"/>
                  </a:lnTo>
                  <a:lnTo>
                    <a:pt x="241" y="328"/>
                  </a:lnTo>
                  <a:lnTo>
                    <a:pt x="231" y="341"/>
                  </a:lnTo>
                  <a:lnTo>
                    <a:pt x="210" y="367"/>
                  </a:lnTo>
                  <a:lnTo>
                    <a:pt x="210" y="367"/>
                  </a:lnTo>
                  <a:lnTo>
                    <a:pt x="198" y="379"/>
                  </a:lnTo>
                  <a:lnTo>
                    <a:pt x="186" y="390"/>
                  </a:lnTo>
                  <a:lnTo>
                    <a:pt x="186" y="390"/>
                  </a:lnTo>
                  <a:lnTo>
                    <a:pt x="184" y="387"/>
                  </a:lnTo>
                  <a:lnTo>
                    <a:pt x="180" y="384"/>
                  </a:lnTo>
                  <a:lnTo>
                    <a:pt x="180" y="384"/>
                  </a:lnTo>
                  <a:lnTo>
                    <a:pt x="169" y="341"/>
                  </a:lnTo>
                  <a:lnTo>
                    <a:pt x="159" y="298"/>
                  </a:lnTo>
                  <a:lnTo>
                    <a:pt x="146" y="256"/>
                  </a:lnTo>
                  <a:lnTo>
                    <a:pt x="131" y="216"/>
                  </a:lnTo>
                  <a:lnTo>
                    <a:pt x="131" y="216"/>
                  </a:lnTo>
                  <a:lnTo>
                    <a:pt x="112" y="166"/>
                  </a:lnTo>
                  <a:lnTo>
                    <a:pt x="92" y="115"/>
                  </a:lnTo>
                  <a:lnTo>
                    <a:pt x="82" y="89"/>
                  </a:lnTo>
                  <a:lnTo>
                    <a:pt x="70" y="64"/>
                  </a:lnTo>
                  <a:lnTo>
                    <a:pt x="58" y="40"/>
                  </a:lnTo>
                  <a:lnTo>
                    <a:pt x="44" y="20"/>
                  </a:lnTo>
                  <a:lnTo>
                    <a:pt x="44" y="20"/>
                  </a:lnTo>
                  <a:lnTo>
                    <a:pt x="41" y="16"/>
                  </a:lnTo>
                  <a:lnTo>
                    <a:pt x="37" y="12"/>
                  </a:lnTo>
                  <a:lnTo>
                    <a:pt x="33" y="10"/>
                  </a:lnTo>
                  <a:lnTo>
                    <a:pt x="28" y="9"/>
                  </a:lnTo>
                  <a:lnTo>
                    <a:pt x="24" y="9"/>
                  </a:lnTo>
                  <a:lnTo>
                    <a:pt x="20" y="9"/>
                  </a:lnTo>
                  <a:lnTo>
                    <a:pt x="12" y="13"/>
                  </a:lnTo>
                  <a:lnTo>
                    <a:pt x="6" y="18"/>
                  </a:lnTo>
                  <a:lnTo>
                    <a:pt x="3" y="21"/>
                  </a:lnTo>
                  <a:lnTo>
                    <a:pt x="2" y="25"/>
                  </a:lnTo>
                  <a:lnTo>
                    <a:pt x="0" y="29"/>
                  </a:lnTo>
                  <a:lnTo>
                    <a:pt x="0" y="34"/>
                  </a:lnTo>
                  <a:lnTo>
                    <a:pt x="2" y="38"/>
                  </a:lnTo>
                  <a:lnTo>
                    <a:pt x="4" y="42"/>
                  </a:lnTo>
                  <a:lnTo>
                    <a:pt x="4" y="42"/>
                  </a:lnTo>
                  <a:lnTo>
                    <a:pt x="17" y="63"/>
                  </a:lnTo>
                  <a:lnTo>
                    <a:pt x="28" y="84"/>
                  </a:lnTo>
                  <a:lnTo>
                    <a:pt x="37" y="106"/>
                  </a:lnTo>
                  <a:lnTo>
                    <a:pt x="45" y="128"/>
                  </a:lnTo>
                  <a:lnTo>
                    <a:pt x="62" y="174"/>
                  </a:lnTo>
                  <a:lnTo>
                    <a:pt x="71" y="196"/>
                  </a:lnTo>
                  <a:lnTo>
                    <a:pt x="82" y="217"/>
                  </a:lnTo>
                  <a:lnTo>
                    <a:pt x="82" y="217"/>
                  </a:lnTo>
                  <a:lnTo>
                    <a:pt x="92" y="239"/>
                  </a:lnTo>
                  <a:lnTo>
                    <a:pt x="102" y="264"/>
                  </a:lnTo>
                  <a:lnTo>
                    <a:pt x="110" y="289"/>
                  </a:lnTo>
                  <a:lnTo>
                    <a:pt x="117" y="315"/>
                  </a:lnTo>
                  <a:lnTo>
                    <a:pt x="130" y="367"/>
                  </a:lnTo>
                  <a:lnTo>
                    <a:pt x="139" y="417"/>
                  </a:lnTo>
                  <a:lnTo>
                    <a:pt x="139" y="417"/>
                  </a:lnTo>
                  <a:lnTo>
                    <a:pt x="142" y="422"/>
                  </a:lnTo>
                  <a:lnTo>
                    <a:pt x="144" y="426"/>
                  </a:lnTo>
                  <a:lnTo>
                    <a:pt x="148" y="430"/>
                  </a:lnTo>
                  <a:lnTo>
                    <a:pt x="152" y="433"/>
                  </a:lnTo>
                  <a:lnTo>
                    <a:pt x="157" y="434"/>
                  </a:lnTo>
                  <a:lnTo>
                    <a:pt x="163" y="434"/>
                  </a:lnTo>
                  <a:lnTo>
                    <a:pt x="168" y="433"/>
                  </a:lnTo>
                  <a:lnTo>
                    <a:pt x="173" y="430"/>
                  </a:lnTo>
                  <a:lnTo>
                    <a:pt x="173" y="430"/>
                  </a:lnTo>
                  <a:lnTo>
                    <a:pt x="177" y="435"/>
                  </a:lnTo>
                  <a:lnTo>
                    <a:pt x="181" y="438"/>
                  </a:lnTo>
                  <a:lnTo>
                    <a:pt x="186" y="441"/>
                  </a:lnTo>
                  <a:lnTo>
                    <a:pt x="191" y="442"/>
                  </a:lnTo>
                  <a:lnTo>
                    <a:pt x="198" y="441"/>
                  </a:lnTo>
                  <a:lnTo>
                    <a:pt x="203" y="439"/>
                  </a:lnTo>
                  <a:lnTo>
                    <a:pt x="207" y="435"/>
                  </a:lnTo>
                  <a:lnTo>
                    <a:pt x="211" y="430"/>
                  </a:lnTo>
                  <a:lnTo>
                    <a:pt x="211" y="430"/>
                  </a:lnTo>
                  <a:lnTo>
                    <a:pt x="215" y="425"/>
                  </a:lnTo>
                  <a:lnTo>
                    <a:pt x="220" y="420"/>
                  </a:lnTo>
                  <a:lnTo>
                    <a:pt x="231" y="408"/>
                  </a:lnTo>
                  <a:lnTo>
                    <a:pt x="242" y="397"/>
                  </a:lnTo>
                  <a:lnTo>
                    <a:pt x="252" y="387"/>
                  </a:lnTo>
                  <a:lnTo>
                    <a:pt x="252" y="387"/>
                  </a:lnTo>
                  <a:lnTo>
                    <a:pt x="274" y="361"/>
                  </a:lnTo>
                  <a:lnTo>
                    <a:pt x="287" y="348"/>
                  </a:lnTo>
                  <a:lnTo>
                    <a:pt x="299" y="336"/>
                  </a:lnTo>
                  <a:lnTo>
                    <a:pt x="299" y="336"/>
                  </a:lnTo>
                  <a:lnTo>
                    <a:pt x="312" y="326"/>
                  </a:lnTo>
                  <a:lnTo>
                    <a:pt x="322" y="314"/>
                  </a:lnTo>
                  <a:lnTo>
                    <a:pt x="344" y="289"/>
                  </a:lnTo>
                  <a:lnTo>
                    <a:pt x="367" y="264"/>
                  </a:lnTo>
                  <a:lnTo>
                    <a:pt x="378" y="252"/>
                  </a:lnTo>
                  <a:lnTo>
                    <a:pt x="392" y="241"/>
                  </a:lnTo>
                  <a:lnTo>
                    <a:pt x="392" y="241"/>
                  </a:lnTo>
                  <a:lnTo>
                    <a:pt x="450" y="192"/>
                  </a:lnTo>
                  <a:lnTo>
                    <a:pt x="508" y="142"/>
                  </a:lnTo>
                  <a:lnTo>
                    <a:pt x="564" y="91"/>
                  </a:lnTo>
                  <a:lnTo>
                    <a:pt x="619" y="39"/>
                  </a:lnTo>
                  <a:lnTo>
                    <a:pt x="619" y="39"/>
                  </a:lnTo>
                  <a:lnTo>
                    <a:pt x="622" y="35"/>
                  </a:lnTo>
                  <a:lnTo>
                    <a:pt x="624" y="31"/>
                  </a:lnTo>
                  <a:lnTo>
                    <a:pt x="626" y="27"/>
                  </a:lnTo>
                  <a:lnTo>
                    <a:pt x="626" y="22"/>
                  </a:lnTo>
                  <a:lnTo>
                    <a:pt x="624" y="18"/>
                  </a:lnTo>
                  <a:lnTo>
                    <a:pt x="623" y="14"/>
                  </a:lnTo>
                  <a:lnTo>
                    <a:pt x="619" y="8"/>
                  </a:lnTo>
                  <a:lnTo>
                    <a:pt x="611" y="3"/>
                  </a:lnTo>
                  <a:lnTo>
                    <a:pt x="607" y="1"/>
                  </a:lnTo>
                  <a:lnTo>
                    <a:pt x="603" y="0"/>
                  </a:lnTo>
                  <a:lnTo>
                    <a:pt x="600" y="0"/>
                  </a:lnTo>
                  <a:lnTo>
                    <a:pt x="596" y="1"/>
                  </a:lnTo>
                  <a:lnTo>
                    <a:pt x="590" y="4"/>
                  </a:lnTo>
                  <a:lnTo>
                    <a:pt x="586" y="6"/>
                  </a:lnTo>
                  <a:lnTo>
                    <a:pt x="586" y="6"/>
                  </a:lnTo>
                  <a:close/>
                </a:path>
              </a:pathLst>
            </a:custGeom>
            <a:solidFill>
              <a:schemeClr val="bg1"/>
            </a:solidFill>
            <a:ln w="9525">
              <a:noFill/>
              <a:round/>
            </a:ln>
          </p:spPr>
          <p:txBody>
            <a:bodyPr vert="horz" wrap="square" lIns="79689" tIns="39844" rIns="79689" bIns="39844" numCol="1" anchor="t" anchorCtr="0" compatLnSpc="1"/>
            <a:lstStyle/>
            <a:p>
              <a:endParaRPr lang="zh-CN" altLang="en-US" sz="1570">
                <a:solidFill>
                  <a:schemeClr val="bg1"/>
                </a:solidFill>
                <a:cs typeface="+mn-ea"/>
                <a:sym typeface="+mn-lt"/>
              </a:endParaRPr>
            </a:p>
          </p:txBody>
        </p:sp>
        <p:sp>
          <p:nvSpPr>
            <p:cNvPr id="89" name="Freeform 407"/>
            <p:cNvSpPr/>
            <p:nvPr/>
          </p:nvSpPr>
          <p:spPr bwMode="auto">
            <a:xfrm>
              <a:off x="5599113" y="1095375"/>
              <a:ext cx="249238" cy="177800"/>
            </a:xfrm>
            <a:custGeom>
              <a:avLst/>
              <a:gdLst/>
              <a:ahLst/>
              <a:cxnLst>
                <a:cxn ang="0">
                  <a:pos x="577" y="76"/>
                </a:cxn>
                <a:cxn ang="0">
                  <a:pos x="538" y="154"/>
                </a:cxn>
                <a:cxn ang="0">
                  <a:pos x="474" y="255"/>
                </a:cxn>
                <a:cxn ang="0">
                  <a:pos x="426" y="320"/>
                </a:cxn>
                <a:cxn ang="0">
                  <a:pos x="403" y="358"/>
                </a:cxn>
                <a:cxn ang="0">
                  <a:pos x="382" y="385"/>
                </a:cxn>
                <a:cxn ang="0">
                  <a:pos x="367" y="394"/>
                </a:cxn>
                <a:cxn ang="0">
                  <a:pos x="348" y="386"/>
                </a:cxn>
                <a:cxn ang="0">
                  <a:pos x="317" y="344"/>
                </a:cxn>
                <a:cxn ang="0">
                  <a:pos x="278" y="286"/>
                </a:cxn>
                <a:cxn ang="0">
                  <a:pos x="224" y="225"/>
                </a:cxn>
                <a:cxn ang="0">
                  <a:pos x="151" y="140"/>
                </a:cxn>
                <a:cxn ang="0">
                  <a:pos x="99" y="72"/>
                </a:cxn>
                <a:cxn ang="0">
                  <a:pos x="59" y="35"/>
                </a:cxn>
                <a:cxn ang="0">
                  <a:pos x="49" y="22"/>
                </a:cxn>
                <a:cxn ang="0">
                  <a:pos x="38" y="8"/>
                </a:cxn>
                <a:cxn ang="0">
                  <a:pos x="27" y="0"/>
                </a:cxn>
                <a:cxn ang="0">
                  <a:pos x="15" y="1"/>
                </a:cxn>
                <a:cxn ang="0">
                  <a:pos x="2" y="18"/>
                </a:cxn>
                <a:cxn ang="0">
                  <a:pos x="2" y="31"/>
                </a:cxn>
                <a:cxn ang="0">
                  <a:pos x="6" y="39"/>
                </a:cxn>
                <a:cxn ang="0">
                  <a:pos x="122" y="178"/>
                </a:cxn>
                <a:cxn ang="0">
                  <a:pos x="182" y="247"/>
                </a:cxn>
                <a:cxn ang="0">
                  <a:pos x="246" y="319"/>
                </a:cxn>
                <a:cxn ang="0">
                  <a:pos x="266" y="352"/>
                </a:cxn>
                <a:cxn ang="0">
                  <a:pos x="287" y="387"/>
                </a:cxn>
                <a:cxn ang="0">
                  <a:pos x="326" y="430"/>
                </a:cxn>
                <a:cxn ang="0">
                  <a:pos x="346" y="446"/>
                </a:cxn>
                <a:cxn ang="0">
                  <a:pos x="359" y="449"/>
                </a:cxn>
                <a:cxn ang="0">
                  <a:pos x="375" y="441"/>
                </a:cxn>
                <a:cxn ang="0">
                  <a:pos x="392" y="438"/>
                </a:cxn>
                <a:cxn ang="0">
                  <a:pos x="401" y="430"/>
                </a:cxn>
                <a:cxn ang="0">
                  <a:pos x="411" y="419"/>
                </a:cxn>
                <a:cxn ang="0">
                  <a:pos x="435" y="390"/>
                </a:cxn>
                <a:cxn ang="0">
                  <a:pos x="499" y="301"/>
                </a:cxn>
                <a:cxn ang="0">
                  <a:pos x="535" y="243"/>
                </a:cxn>
                <a:cxn ang="0">
                  <a:pos x="606" y="124"/>
                </a:cxn>
                <a:cxn ang="0">
                  <a:pos x="631" y="60"/>
                </a:cxn>
                <a:cxn ang="0">
                  <a:pos x="631" y="50"/>
                </a:cxn>
                <a:cxn ang="0">
                  <a:pos x="626" y="39"/>
                </a:cxn>
                <a:cxn ang="0">
                  <a:pos x="606" y="31"/>
                </a:cxn>
                <a:cxn ang="0">
                  <a:pos x="594" y="35"/>
                </a:cxn>
                <a:cxn ang="0">
                  <a:pos x="586" y="48"/>
                </a:cxn>
              </a:cxnLst>
              <a:rect l="0" t="0" r="r" b="b"/>
              <a:pathLst>
                <a:path w="631" h="449">
                  <a:moveTo>
                    <a:pt x="586" y="48"/>
                  </a:moveTo>
                  <a:lnTo>
                    <a:pt x="586" y="48"/>
                  </a:lnTo>
                  <a:lnTo>
                    <a:pt x="577" y="76"/>
                  </a:lnTo>
                  <a:lnTo>
                    <a:pt x="567" y="102"/>
                  </a:lnTo>
                  <a:lnTo>
                    <a:pt x="552" y="130"/>
                  </a:lnTo>
                  <a:lnTo>
                    <a:pt x="538" y="154"/>
                  </a:lnTo>
                  <a:lnTo>
                    <a:pt x="507" y="205"/>
                  </a:lnTo>
                  <a:lnTo>
                    <a:pt x="474" y="255"/>
                  </a:lnTo>
                  <a:lnTo>
                    <a:pt x="474" y="255"/>
                  </a:lnTo>
                  <a:lnTo>
                    <a:pt x="463" y="272"/>
                  </a:lnTo>
                  <a:lnTo>
                    <a:pt x="452" y="288"/>
                  </a:lnTo>
                  <a:lnTo>
                    <a:pt x="426" y="320"/>
                  </a:lnTo>
                  <a:lnTo>
                    <a:pt x="426" y="320"/>
                  </a:lnTo>
                  <a:lnTo>
                    <a:pt x="415" y="337"/>
                  </a:lnTo>
                  <a:lnTo>
                    <a:pt x="403" y="358"/>
                  </a:lnTo>
                  <a:lnTo>
                    <a:pt x="397" y="369"/>
                  </a:lnTo>
                  <a:lnTo>
                    <a:pt x="389" y="378"/>
                  </a:lnTo>
                  <a:lnTo>
                    <a:pt x="382" y="385"/>
                  </a:lnTo>
                  <a:lnTo>
                    <a:pt x="375" y="390"/>
                  </a:lnTo>
                  <a:lnTo>
                    <a:pt x="375" y="390"/>
                  </a:lnTo>
                  <a:lnTo>
                    <a:pt x="367" y="394"/>
                  </a:lnTo>
                  <a:lnTo>
                    <a:pt x="361" y="399"/>
                  </a:lnTo>
                  <a:lnTo>
                    <a:pt x="361" y="399"/>
                  </a:lnTo>
                  <a:lnTo>
                    <a:pt x="348" y="386"/>
                  </a:lnTo>
                  <a:lnTo>
                    <a:pt x="338" y="373"/>
                  </a:lnTo>
                  <a:lnTo>
                    <a:pt x="327" y="358"/>
                  </a:lnTo>
                  <a:lnTo>
                    <a:pt x="317" y="344"/>
                  </a:lnTo>
                  <a:lnTo>
                    <a:pt x="299" y="315"/>
                  </a:lnTo>
                  <a:lnTo>
                    <a:pt x="278" y="286"/>
                  </a:lnTo>
                  <a:lnTo>
                    <a:pt x="278" y="286"/>
                  </a:lnTo>
                  <a:lnTo>
                    <a:pt x="261" y="266"/>
                  </a:lnTo>
                  <a:lnTo>
                    <a:pt x="242" y="246"/>
                  </a:lnTo>
                  <a:lnTo>
                    <a:pt x="224" y="225"/>
                  </a:lnTo>
                  <a:lnTo>
                    <a:pt x="206" y="205"/>
                  </a:lnTo>
                  <a:lnTo>
                    <a:pt x="206" y="205"/>
                  </a:lnTo>
                  <a:lnTo>
                    <a:pt x="151" y="140"/>
                  </a:lnTo>
                  <a:lnTo>
                    <a:pt x="125" y="106"/>
                  </a:lnTo>
                  <a:lnTo>
                    <a:pt x="99" y="72"/>
                  </a:lnTo>
                  <a:lnTo>
                    <a:pt x="99" y="72"/>
                  </a:lnTo>
                  <a:lnTo>
                    <a:pt x="89" y="60"/>
                  </a:lnTo>
                  <a:lnTo>
                    <a:pt x="82" y="52"/>
                  </a:lnTo>
                  <a:lnTo>
                    <a:pt x="59" y="35"/>
                  </a:lnTo>
                  <a:lnTo>
                    <a:pt x="59" y="35"/>
                  </a:lnTo>
                  <a:lnTo>
                    <a:pt x="54" y="29"/>
                  </a:lnTo>
                  <a:lnTo>
                    <a:pt x="49" y="22"/>
                  </a:lnTo>
                  <a:lnTo>
                    <a:pt x="44" y="14"/>
                  </a:lnTo>
                  <a:lnTo>
                    <a:pt x="38" y="8"/>
                  </a:lnTo>
                  <a:lnTo>
                    <a:pt x="38" y="8"/>
                  </a:lnTo>
                  <a:lnTo>
                    <a:pt x="34" y="4"/>
                  </a:lnTo>
                  <a:lnTo>
                    <a:pt x="30" y="1"/>
                  </a:lnTo>
                  <a:lnTo>
                    <a:pt x="27" y="0"/>
                  </a:lnTo>
                  <a:lnTo>
                    <a:pt x="23" y="0"/>
                  </a:lnTo>
                  <a:lnTo>
                    <a:pt x="19" y="0"/>
                  </a:lnTo>
                  <a:lnTo>
                    <a:pt x="15" y="1"/>
                  </a:lnTo>
                  <a:lnTo>
                    <a:pt x="8" y="7"/>
                  </a:lnTo>
                  <a:lnTo>
                    <a:pt x="3" y="14"/>
                  </a:lnTo>
                  <a:lnTo>
                    <a:pt x="2" y="18"/>
                  </a:lnTo>
                  <a:lnTo>
                    <a:pt x="0" y="22"/>
                  </a:lnTo>
                  <a:lnTo>
                    <a:pt x="0" y="26"/>
                  </a:lnTo>
                  <a:lnTo>
                    <a:pt x="2" y="31"/>
                  </a:lnTo>
                  <a:lnTo>
                    <a:pt x="3" y="35"/>
                  </a:lnTo>
                  <a:lnTo>
                    <a:pt x="6" y="39"/>
                  </a:lnTo>
                  <a:lnTo>
                    <a:pt x="6" y="39"/>
                  </a:lnTo>
                  <a:lnTo>
                    <a:pt x="44" y="84"/>
                  </a:lnTo>
                  <a:lnTo>
                    <a:pt x="83" y="130"/>
                  </a:lnTo>
                  <a:lnTo>
                    <a:pt x="122" y="178"/>
                  </a:lnTo>
                  <a:lnTo>
                    <a:pt x="161" y="224"/>
                  </a:lnTo>
                  <a:lnTo>
                    <a:pt x="161" y="224"/>
                  </a:lnTo>
                  <a:lnTo>
                    <a:pt x="182" y="247"/>
                  </a:lnTo>
                  <a:lnTo>
                    <a:pt x="204" y="271"/>
                  </a:lnTo>
                  <a:lnTo>
                    <a:pt x="225" y="294"/>
                  </a:lnTo>
                  <a:lnTo>
                    <a:pt x="246" y="319"/>
                  </a:lnTo>
                  <a:lnTo>
                    <a:pt x="246" y="319"/>
                  </a:lnTo>
                  <a:lnTo>
                    <a:pt x="257" y="335"/>
                  </a:lnTo>
                  <a:lnTo>
                    <a:pt x="266" y="352"/>
                  </a:lnTo>
                  <a:lnTo>
                    <a:pt x="276" y="370"/>
                  </a:lnTo>
                  <a:lnTo>
                    <a:pt x="287" y="387"/>
                  </a:lnTo>
                  <a:lnTo>
                    <a:pt x="287" y="387"/>
                  </a:lnTo>
                  <a:lnTo>
                    <a:pt x="299" y="403"/>
                  </a:lnTo>
                  <a:lnTo>
                    <a:pt x="312" y="417"/>
                  </a:lnTo>
                  <a:lnTo>
                    <a:pt x="326" y="430"/>
                  </a:lnTo>
                  <a:lnTo>
                    <a:pt x="341" y="443"/>
                  </a:lnTo>
                  <a:lnTo>
                    <a:pt x="341" y="443"/>
                  </a:lnTo>
                  <a:lnTo>
                    <a:pt x="346" y="446"/>
                  </a:lnTo>
                  <a:lnTo>
                    <a:pt x="350" y="447"/>
                  </a:lnTo>
                  <a:lnTo>
                    <a:pt x="355" y="449"/>
                  </a:lnTo>
                  <a:lnTo>
                    <a:pt x="359" y="449"/>
                  </a:lnTo>
                  <a:lnTo>
                    <a:pt x="363" y="447"/>
                  </a:lnTo>
                  <a:lnTo>
                    <a:pt x="368" y="446"/>
                  </a:lnTo>
                  <a:lnTo>
                    <a:pt x="375" y="441"/>
                  </a:lnTo>
                  <a:lnTo>
                    <a:pt x="375" y="441"/>
                  </a:lnTo>
                  <a:lnTo>
                    <a:pt x="384" y="441"/>
                  </a:lnTo>
                  <a:lnTo>
                    <a:pt x="392" y="438"/>
                  </a:lnTo>
                  <a:lnTo>
                    <a:pt x="395" y="437"/>
                  </a:lnTo>
                  <a:lnTo>
                    <a:pt x="398" y="433"/>
                  </a:lnTo>
                  <a:lnTo>
                    <a:pt x="401" y="430"/>
                  </a:lnTo>
                  <a:lnTo>
                    <a:pt x="402" y="425"/>
                  </a:lnTo>
                  <a:lnTo>
                    <a:pt x="402" y="425"/>
                  </a:lnTo>
                  <a:lnTo>
                    <a:pt x="411" y="419"/>
                  </a:lnTo>
                  <a:lnTo>
                    <a:pt x="419" y="409"/>
                  </a:lnTo>
                  <a:lnTo>
                    <a:pt x="435" y="390"/>
                  </a:lnTo>
                  <a:lnTo>
                    <a:pt x="435" y="390"/>
                  </a:lnTo>
                  <a:lnTo>
                    <a:pt x="467" y="347"/>
                  </a:lnTo>
                  <a:lnTo>
                    <a:pt x="484" y="324"/>
                  </a:lnTo>
                  <a:lnTo>
                    <a:pt x="499" y="301"/>
                  </a:lnTo>
                  <a:lnTo>
                    <a:pt x="499" y="301"/>
                  </a:lnTo>
                  <a:lnTo>
                    <a:pt x="517" y="272"/>
                  </a:lnTo>
                  <a:lnTo>
                    <a:pt x="535" y="243"/>
                  </a:lnTo>
                  <a:lnTo>
                    <a:pt x="573" y="184"/>
                  </a:lnTo>
                  <a:lnTo>
                    <a:pt x="590" y="154"/>
                  </a:lnTo>
                  <a:lnTo>
                    <a:pt x="606" y="124"/>
                  </a:lnTo>
                  <a:lnTo>
                    <a:pt x="620" y="93"/>
                  </a:lnTo>
                  <a:lnTo>
                    <a:pt x="626" y="76"/>
                  </a:lnTo>
                  <a:lnTo>
                    <a:pt x="631" y="60"/>
                  </a:lnTo>
                  <a:lnTo>
                    <a:pt x="631" y="60"/>
                  </a:lnTo>
                  <a:lnTo>
                    <a:pt x="631" y="55"/>
                  </a:lnTo>
                  <a:lnTo>
                    <a:pt x="631" y="50"/>
                  </a:lnTo>
                  <a:lnTo>
                    <a:pt x="630" y="46"/>
                  </a:lnTo>
                  <a:lnTo>
                    <a:pt x="628" y="42"/>
                  </a:lnTo>
                  <a:lnTo>
                    <a:pt x="626" y="39"/>
                  </a:lnTo>
                  <a:lnTo>
                    <a:pt x="622" y="37"/>
                  </a:lnTo>
                  <a:lnTo>
                    <a:pt x="614" y="33"/>
                  </a:lnTo>
                  <a:lnTo>
                    <a:pt x="606" y="31"/>
                  </a:lnTo>
                  <a:lnTo>
                    <a:pt x="602" y="33"/>
                  </a:lnTo>
                  <a:lnTo>
                    <a:pt x="598" y="34"/>
                  </a:lnTo>
                  <a:lnTo>
                    <a:pt x="594" y="35"/>
                  </a:lnTo>
                  <a:lnTo>
                    <a:pt x="590" y="39"/>
                  </a:lnTo>
                  <a:lnTo>
                    <a:pt x="588" y="43"/>
                  </a:lnTo>
                  <a:lnTo>
                    <a:pt x="586" y="48"/>
                  </a:lnTo>
                  <a:lnTo>
                    <a:pt x="586" y="48"/>
                  </a:lnTo>
                  <a:close/>
                </a:path>
              </a:pathLst>
            </a:custGeom>
            <a:solidFill>
              <a:schemeClr val="bg1"/>
            </a:solidFill>
            <a:ln w="9525">
              <a:noFill/>
              <a:round/>
            </a:ln>
          </p:spPr>
          <p:txBody>
            <a:bodyPr vert="horz" wrap="square" lIns="79689" tIns="39844" rIns="79689" bIns="39844" numCol="1" anchor="t" anchorCtr="0" compatLnSpc="1"/>
            <a:lstStyle/>
            <a:p>
              <a:endParaRPr lang="zh-CN" altLang="en-US" sz="1570">
                <a:solidFill>
                  <a:schemeClr val="bg1"/>
                </a:solidFill>
                <a:cs typeface="+mn-ea"/>
                <a:sym typeface="+mn-lt"/>
              </a:endParaRPr>
            </a:p>
          </p:txBody>
        </p:sp>
      </p:grpSp>
      <p:sp>
        <p:nvSpPr>
          <p:cNvPr id="90" name="文本框 89"/>
          <p:cNvSpPr txBox="1"/>
          <p:nvPr/>
        </p:nvSpPr>
        <p:spPr>
          <a:xfrm>
            <a:off x="2833453" y="3140572"/>
            <a:ext cx="2994875" cy="46609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40">
                <a:solidFill>
                  <a:schemeClr val="bg1"/>
                </a:solidFill>
                <a:cs typeface="+mn-ea"/>
                <a:sym typeface="+mn-lt"/>
              </a:rPr>
              <a:t>QT6 C++ </a:t>
            </a:r>
            <a:r>
              <a:rPr lang="zh-CN" altLang="en-US" sz="2440">
                <a:solidFill>
                  <a:schemeClr val="bg1"/>
                </a:solidFill>
                <a:cs typeface="+mn-ea"/>
                <a:sym typeface="+mn-lt"/>
              </a:rPr>
              <a:t>开发教程</a:t>
            </a:r>
          </a:p>
        </p:txBody>
      </p:sp>
      <p:grpSp>
        <p:nvGrpSpPr>
          <p:cNvPr id="160" name="组合 1274"/>
          <p:cNvGrpSpPr/>
          <p:nvPr/>
        </p:nvGrpSpPr>
        <p:grpSpPr>
          <a:xfrm>
            <a:off x="6245741" y="3237675"/>
            <a:ext cx="338686" cy="261779"/>
            <a:chOff x="5248276" y="1095375"/>
            <a:chExt cx="727075" cy="561976"/>
          </a:xfrm>
        </p:grpSpPr>
        <p:sp>
          <p:nvSpPr>
            <p:cNvPr id="162" name="Freeform 378"/>
            <p:cNvSpPr/>
            <p:nvPr/>
          </p:nvSpPr>
          <p:spPr bwMode="auto">
            <a:xfrm>
              <a:off x="5367339" y="1268413"/>
              <a:ext cx="39688" cy="144463"/>
            </a:xfrm>
            <a:custGeom>
              <a:avLst/>
              <a:gdLst/>
              <a:ahLst/>
              <a:cxnLst>
                <a:cxn ang="0">
                  <a:pos x="90" y="5"/>
                </a:cxn>
                <a:cxn ang="0">
                  <a:pos x="90" y="5"/>
                </a:cxn>
                <a:cxn ang="0">
                  <a:pos x="89" y="17"/>
                </a:cxn>
                <a:cxn ang="0">
                  <a:pos x="87" y="28"/>
                </a:cxn>
                <a:cxn ang="0">
                  <a:pos x="81" y="49"/>
                </a:cxn>
                <a:cxn ang="0">
                  <a:pos x="64" y="89"/>
                </a:cxn>
                <a:cxn ang="0">
                  <a:pos x="64" y="89"/>
                </a:cxn>
                <a:cxn ang="0">
                  <a:pos x="56" y="113"/>
                </a:cxn>
                <a:cxn ang="0">
                  <a:pos x="49" y="136"/>
                </a:cxn>
                <a:cxn ang="0">
                  <a:pos x="36" y="185"/>
                </a:cxn>
                <a:cxn ang="0">
                  <a:pos x="36" y="185"/>
                </a:cxn>
                <a:cxn ang="0">
                  <a:pos x="31" y="207"/>
                </a:cxn>
                <a:cxn ang="0">
                  <a:pos x="26" y="230"/>
                </a:cxn>
                <a:cxn ang="0">
                  <a:pos x="18" y="277"/>
                </a:cxn>
                <a:cxn ang="0">
                  <a:pos x="18" y="277"/>
                </a:cxn>
                <a:cxn ang="0">
                  <a:pos x="13" y="298"/>
                </a:cxn>
                <a:cxn ang="0">
                  <a:pos x="8" y="318"/>
                </a:cxn>
                <a:cxn ang="0">
                  <a:pos x="2" y="339"/>
                </a:cxn>
                <a:cxn ang="0">
                  <a:pos x="1" y="349"/>
                </a:cxn>
                <a:cxn ang="0">
                  <a:pos x="0" y="360"/>
                </a:cxn>
                <a:cxn ang="0">
                  <a:pos x="0" y="360"/>
                </a:cxn>
                <a:cxn ang="0">
                  <a:pos x="0" y="362"/>
                </a:cxn>
                <a:cxn ang="0">
                  <a:pos x="1" y="364"/>
                </a:cxn>
                <a:cxn ang="0">
                  <a:pos x="2" y="365"/>
                </a:cxn>
                <a:cxn ang="0">
                  <a:pos x="5" y="365"/>
                </a:cxn>
                <a:cxn ang="0">
                  <a:pos x="9" y="364"/>
                </a:cxn>
                <a:cxn ang="0">
                  <a:pos x="10" y="362"/>
                </a:cxn>
                <a:cxn ang="0">
                  <a:pos x="10" y="360"/>
                </a:cxn>
                <a:cxn ang="0">
                  <a:pos x="10" y="360"/>
                </a:cxn>
                <a:cxn ang="0">
                  <a:pos x="13" y="349"/>
                </a:cxn>
                <a:cxn ang="0">
                  <a:pos x="15" y="340"/>
                </a:cxn>
                <a:cxn ang="0">
                  <a:pos x="19" y="331"/>
                </a:cxn>
                <a:cxn ang="0">
                  <a:pos x="22" y="322"/>
                </a:cxn>
                <a:cxn ang="0">
                  <a:pos x="31" y="270"/>
                </a:cxn>
                <a:cxn ang="0">
                  <a:pos x="31" y="270"/>
                </a:cxn>
                <a:cxn ang="0">
                  <a:pos x="39" y="223"/>
                </a:cxn>
                <a:cxn ang="0">
                  <a:pos x="49" y="177"/>
                </a:cxn>
                <a:cxn ang="0">
                  <a:pos x="49" y="177"/>
                </a:cxn>
                <a:cxn ang="0">
                  <a:pos x="64" y="128"/>
                </a:cxn>
                <a:cxn ang="0">
                  <a:pos x="79" y="81"/>
                </a:cxn>
                <a:cxn ang="0">
                  <a:pos x="79" y="81"/>
                </a:cxn>
                <a:cxn ang="0">
                  <a:pos x="93" y="45"/>
                </a:cxn>
                <a:cxn ang="0">
                  <a:pos x="99" y="25"/>
                </a:cxn>
                <a:cxn ang="0">
                  <a:pos x="100" y="16"/>
                </a:cxn>
                <a:cxn ang="0">
                  <a:pos x="102" y="5"/>
                </a:cxn>
                <a:cxn ang="0">
                  <a:pos x="102" y="5"/>
                </a:cxn>
                <a:cxn ang="0">
                  <a:pos x="102" y="4"/>
                </a:cxn>
                <a:cxn ang="0">
                  <a:pos x="100" y="1"/>
                </a:cxn>
                <a:cxn ang="0">
                  <a:pos x="99" y="1"/>
                </a:cxn>
                <a:cxn ang="0">
                  <a:pos x="96" y="0"/>
                </a:cxn>
                <a:cxn ang="0">
                  <a:pos x="93" y="1"/>
                </a:cxn>
                <a:cxn ang="0">
                  <a:pos x="91" y="4"/>
                </a:cxn>
                <a:cxn ang="0">
                  <a:pos x="90" y="5"/>
                </a:cxn>
                <a:cxn ang="0">
                  <a:pos x="90" y="5"/>
                </a:cxn>
              </a:cxnLst>
              <a:rect l="0" t="0" r="r" b="b"/>
              <a:pathLst>
                <a:path w="102" h="365">
                  <a:moveTo>
                    <a:pt x="90" y="5"/>
                  </a:moveTo>
                  <a:lnTo>
                    <a:pt x="90" y="5"/>
                  </a:lnTo>
                  <a:lnTo>
                    <a:pt x="89" y="17"/>
                  </a:lnTo>
                  <a:lnTo>
                    <a:pt x="87" y="28"/>
                  </a:lnTo>
                  <a:lnTo>
                    <a:pt x="81" y="49"/>
                  </a:lnTo>
                  <a:lnTo>
                    <a:pt x="64" y="89"/>
                  </a:lnTo>
                  <a:lnTo>
                    <a:pt x="64" y="89"/>
                  </a:lnTo>
                  <a:lnTo>
                    <a:pt x="56" y="113"/>
                  </a:lnTo>
                  <a:lnTo>
                    <a:pt x="49" y="136"/>
                  </a:lnTo>
                  <a:lnTo>
                    <a:pt x="36" y="185"/>
                  </a:lnTo>
                  <a:lnTo>
                    <a:pt x="36" y="185"/>
                  </a:lnTo>
                  <a:lnTo>
                    <a:pt x="31" y="207"/>
                  </a:lnTo>
                  <a:lnTo>
                    <a:pt x="26" y="230"/>
                  </a:lnTo>
                  <a:lnTo>
                    <a:pt x="18" y="277"/>
                  </a:lnTo>
                  <a:lnTo>
                    <a:pt x="18" y="277"/>
                  </a:lnTo>
                  <a:lnTo>
                    <a:pt x="13" y="298"/>
                  </a:lnTo>
                  <a:lnTo>
                    <a:pt x="8" y="318"/>
                  </a:lnTo>
                  <a:lnTo>
                    <a:pt x="2" y="339"/>
                  </a:lnTo>
                  <a:lnTo>
                    <a:pt x="1" y="349"/>
                  </a:lnTo>
                  <a:lnTo>
                    <a:pt x="0" y="360"/>
                  </a:lnTo>
                  <a:lnTo>
                    <a:pt x="0" y="360"/>
                  </a:lnTo>
                  <a:lnTo>
                    <a:pt x="0" y="362"/>
                  </a:lnTo>
                  <a:lnTo>
                    <a:pt x="1" y="364"/>
                  </a:lnTo>
                  <a:lnTo>
                    <a:pt x="2" y="365"/>
                  </a:lnTo>
                  <a:lnTo>
                    <a:pt x="5" y="365"/>
                  </a:lnTo>
                  <a:lnTo>
                    <a:pt x="9" y="364"/>
                  </a:lnTo>
                  <a:lnTo>
                    <a:pt x="10" y="362"/>
                  </a:lnTo>
                  <a:lnTo>
                    <a:pt x="10" y="360"/>
                  </a:lnTo>
                  <a:lnTo>
                    <a:pt x="10" y="360"/>
                  </a:lnTo>
                  <a:lnTo>
                    <a:pt x="13" y="349"/>
                  </a:lnTo>
                  <a:lnTo>
                    <a:pt x="15" y="340"/>
                  </a:lnTo>
                  <a:lnTo>
                    <a:pt x="19" y="331"/>
                  </a:lnTo>
                  <a:lnTo>
                    <a:pt x="22" y="322"/>
                  </a:lnTo>
                  <a:lnTo>
                    <a:pt x="31" y="270"/>
                  </a:lnTo>
                  <a:lnTo>
                    <a:pt x="31" y="270"/>
                  </a:lnTo>
                  <a:lnTo>
                    <a:pt x="39" y="223"/>
                  </a:lnTo>
                  <a:lnTo>
                    <a:pt x="49" y="177"/>
                  </a:lnTo>
                  <a:lnTo>
                    <a:pt x="49" y="177"/>
                  </a:lnTo>
                  <a:lnTo>
                    <a:pt x="64" y="128"/>
                  </a:lnTo>
                  <a:lnTo>
                    <a:pt x="79" y="81"/>
                  </a:lnTo>
                  <a:lnTo>
                    <a:pt x="79" y="81"/>
                  </a:lnTo>
                  <a:lnTo>
                    <a:pt x="93" y="45"/>
                  </a:lnTo>
                  <a:lnTo>
                    <a:pt x="99" y="25"/>
                  </a:lnTo>
                  <a:lnTo>
                    <a:pt x="100" y="16"/>
                  </a:lnTo>
                  <a:lnTo>
                    <a:pt x="102" y="5"/>
                  </a:lnTo>
                  <a:lnTo>
                    <a:pt x="102" y="5"/>
                  </a:lnTo>
                  <a:lnTo>
                    <a:pt x="102" y="4"/>
                  </a:lnTo>
                  <a:lnTo>
                    <a:pt x="100" y="1"/>
                  </a:lnTo>
                  <a:lnTo>
                    <a:pt x="99" y="1"/>
                  </a:lnTo>
                  <a:lnTo>
                    <a:pt x="96" y="0"/>
                  </a:lnTo>
                  <a:lnTo>
                    <a:pt x="93" y="1"/>
                  </a:lnTo>
                  <a:lnTo>
                    <a:pt x="91" y="4"/>
                  </a:lnTo>
                  <a:lnTo>
                    <a:pt x="90" y="5"/>
                  </a:lnTo>
                  <a:lnTo>
                    <a:pt x="90" y="5"/>
                  </a:lnTo>
                  <a:close/>
                </a:path>
              </a:pathLst>
            </a:custGeom>
            <a:solidFill>
              <a:schemeClr val="bg1"/>
            </a:solidFill>
            <a:ln w="9525">
              <a:noFill/>
              <a:round/>
            </a:ln>
          </p:spPr>
          <p:txBody>
            <a:bodyPr vert="horz" wrap="square" lIns="79689" tIns="39844" rIns="79689" bIns="39844" numCol="1" anchor="t" anchorCtr="0" compatLnSpc="1"/>
            <a:lstStyle/>
            <a:p>
              <a:endParaRPr lang="zh-CN" altLang="en-US" sz="1570">
                <a:solidFill>
                  <a:schemeClr val="bg1"/>
                </a:solidFill>
                <a:cs typeface="+mn-ea"/>
                <a:sym typeface="+mn-lt"/>
              </a:endParaRPr>
            </a:p>
          </p:txBody>
        </p:sp>
        <p:sp>
          <p:nvSpPr>
            <p:cNvPr id="163" name="Freeform 379"/>
            <p:cNvSpPr/>
            <p:nvPr/>
          </p:nvSpPr>
          <p:spPr bwMode="auto">
            <a:xfrm>
              <a:off x="5426076" y="1354138"/>
              <a:ext cx="33338" cy="128588"/>
            </a:xfrm>
            <a:custGeom>
              <a:avLst/>
              <a:gdLst/>
              <a:ahLst/>
              <a:cxnLst>
                <a:cxn ang="0">
                  <a:pos x="75" y="3"/>
                </a:cxn>
                <a:cxn ang="0">
                  <a:pos x="75" y="3"/>
                </a:cxn>
                <a:cxn ang="0">
                  <a:pos x="71" y="11"/>
                </a:cxn>
                <a:cxn ang="0">
                  <a:pos x="69" y="20"/>
                </a:cxn>
                <a:cxn ang="0">
                  <a:pos x="63" y="37"/>
                </a:cxn>
                <a:cxn ang="0">
                  <a:pos x="55" y="71"/>
                </a:cxn>
                <a:cxn ang="0">
                  <a:pos x="55" y="71"/>
                </a:cxn>
                <a:cxn ang="0">
                  <a:pos x="49" y="91"/>
                </a:cxn>
                <a:cxn ang="0">
                  <a:pos x="42" y="110"/>
                </a:cxn>
                <a:cxn ang="0">
                  <a:pos x="36" y="130"/>
                </a:cxn>
                <a:cxn ang="0">
                  <a:pos x="32" y="149"/>
                </a:cxn>
                <a:cxn ang="0">
                  <a:pos x="32" y="149"/>
                </a:cxn>
                <a:cxn ang="0">
                  <a:pos x="27" y="196"/>
                </a:cxn>
                <a:cxn ang="0">
                  <a:pos x="23" y="220"/>
                </a:cxn>
                <a:cxn ang="0">
                  <a:pos x="19" y="244"/>
                </a:cxn>
                <a:cxn ang="0">
                  <a:pos x="19" y="244"/>
                </a:cxn>
                <a:cxn ang="0">
                  <a:pos x="15" y="261"/>
                </a:cxn>
                <a:cxn ang="0">
                  <a:pos x="11" y="279"/>
                </a:cxn>
                <a:cxn ang="0">
                  <a:pos x="11" y="279"/>
                </a:cxn>
                <a:cxn ang="0">
                  <a:pos x="8" y="288"/>
                </a:cxn>
                <a:cxn ang="0">
                  <a:pos x="7" y="298"/>
                </a:cxn>
                <a:cxn ang="0">
                  <a:pos x="6" y="309"/>
                </a:cxn>
                <a:cxn ang="0">
                  <a:pos x="3" y="313"/>
                </a:cxn>
                <a:cxn ang="0">
                  <a:pos x="2" y="317"/>
                </a:cxn>
                <a:cxn ang="0">
                  <a:pos x="2" y="317"/>
                </a:cxn>
                <a:cxn ang="0">
                  <a:pos x="0" y="319"/>
                </a:cxn>
                <a:cxn ang="0">
                  <a:pos x="0" y="321"/>
                </a:cxn>
                <a:cxn ang="0">
                  <a:pos x="2" y="323"/>
                </a:cxn>
                <a:cxn ang="0">
                  <a:pos x="3" y="325"/>
                </a:cxn>
                <a:cxn ang="0">
                  <a:pos x="7" y="325"/>
                </a:cxn>
                <a:cxn ang="0">
                  <a:pos x="10" y="325"/>
                </a:cxn>
                <a:cxn ang="0">
                  <a:pos x="11" y="323"/>
                </a:cxn>
                <a:cxn ang="0">
                  <a:pos x="11" y="323"/>
                </a:cxn>
                <a:cxn ang="0">
                  <a:pos x="15" y="317"/>
                </a:cxn>
                <a:cxn ang="0">
                  <a:pos x="18" y="310"/>
                </a:cxn>
                <a:cxn ang="0">
                  <a:pos x="21" y="295"/>
                </a:cxn>
                <a:cxn ang="0">
                  <a:pos x="24" y="279"/>
                </a:cxn>
                <a:cxn ang="0">
                  <a:pos x="27" y="264"/>
                </a:cxn>
                <a:cxn ang="0">
                  <a:pos x="27" y="264"/>
                </a:cxn>
                <a:cxn ang="0">
                  <a:pos x="31" y="245"/>
                </a:cxn>
                <a:cxn ang="0">
                  <a:pos x="33" y="227"/>
                </a:cxn>
                <a:cxn ang="0">
                  <a:pos x="38" y="187"/>
                </a:cxn>
                <a:cxn ang="0">
                  <a:pos x="38" y="187"/>
                </a:cxn>
                <a:cxn ang="0">
                  <a:pos x="42" y="164"/>
                </a:cxn>
                <a:cxn ang="0">
                  <a:pos x="46" y="140"/>
                </a:cxn>
                <a:cxn ang="0">
                  <a:pos x="52" y="117"/>
                </a:cxn>
                <a:cxn ang="0">
                  <a:pos x="59" y="94"/>
                </a:cxn>
                <a:cxn ang="0">
                  <a:pos x="59" y="94"/>
                </a:cxn>
                <a:cxn ang="0">
                  <a:pos x="66" y="72"/>
                </a:cxn>
                <a:cxn ang="0">
                  <a:pos x="71" y="51"/>
                </a:cxn>
                <a:cxn ang="0">
                  <a:pos x="76" y="29"/>
                </a:cxn>
                <a:cxn ang="0">
                  <a:pos x="80" y="19"/>
                </a:cxn>
                <a:cxn ang="0">
                  <a:pos x="86" y="9"/>
                </a:cxn>
                <a:cxn ang="0">
                  <a:pos x="86" y="9"/>
                </a:cxn>
                <a:cxn ang="0">
                  <a:pos x="87" y="7"/>
                </a:cxn>
                <a:cxn ang="0">
                  <a:pos x="86" y="4"/>
                </a:cxn>
                <a:cxn ang="0">
                  <a:pos x="83" y="2"/>
                </a:cxn>
                <a:cxn ang="0">
                  <a:pos x="79" y="0"/>
                </a:cxn>
                <a:cxn ang="0">
                  <a:pos x="78" y="2"/>
                </a:cxn>
                <a:cxn ang="0">
                  <a:pos x="75" y="3"/>
                </a:cxn>
                <a:cxn ang="0">
                  <a:pos x="75" y="3"/>
                </a:cxn>
              </a:cxnLst>
              <a:rect l="0" t="0" r="r" b="b"/>
              <a:pathLst>
                <a:path w="87" h="325">
                  <a:moveTo>
                    <a:pt x="75" y="3"/>
                  </a:moveTo>
                  <a:lnTo>
                    <a:pt x="75" y="3"/>
                  </a:lnTo>
                  <a:lnTo>
                    <a:pt x="71" y="11"/>
                  </a:lnTo>
                  <a:lnTo>
                    <a:pt x="69" y="20"/>
                  </a:lnTo>
                  <a:lnTo>
                    <a:pt x="63" y="37"/>
                  </a:lnTo>
                  <a:lnTo>
                    <a:pt x="55" y="71"/>
                  </a:lnTo>
                  <a:lnTo>
                    <a:pt x="55" y="71"/>
                  </a:lnTo>
                  <a:lnTo>
                    <a:pt x="49" y="91"/>
                  </a:lnTo>
                  <a:lnTo>
                    <a:pt x="42" y="110"/>
                  </a:lnTo>
                  <a:lnTo>
                    <a:pt x="36" y="130"/>
                  </a:lnTo>
                  <a:lnTo>
                    <a:pt x="32" y="149"/>
                  </a:lnTo>
                  <a:lnTo>
                    <a:pt x="32" y="149"/>
                  </a:lnTo>
                  <a:lnTo>
                    <a:pt x="27" y="196"/>
                  </a:lnTo>
                  <a:lnTo>
                    <a:pt x="23" y="220"/>
                  </a:lnTo>
                  <a:lnTo>
                    <a:pt x="19" y="244"/>
                  </a:lnTo>
                  <a:lnTo>
                    <a:pt x="19" y="244"/>
                  </a:lnTo>
                  <a:lnTo>
                    <a:pt x="15" y="261"/>
                  </a:lnTo>
                  <a:lnTo>
                    <a:pt x="11" y="279"/>
                  </a:lnTo>
                  <a:lnTo>
                    <a:pt x="11" y="279"/>
                  </a:lnTo>
                  <a:lnTo>
                    <a:pt x="8" y="288"/>
                  </a:lnTo>
                  <a:lnTo>
                    <a:pt x="7" y="298"/>
                  </a:lnTo>
                  <a:lnTo>
                    <a:pt x="6" y="309"/>
                  </a:lnTo>
                  <a:lnTo>
                    <a:pt x="3" y="313"/>
                  </a:lnTo>
                  <a:lnTo>
                    <a:pt x="2" y="317"/>
                  </a:lnTo>
                  <a:lnTo>
                    <a:pt x="2" y="317"/>
                  </a:lnTo>
                  <a:lnTo>
                    <a:pt x="0" y="319"/>
                  </a:lnTo>
                  <a:lnTo>
                    <a:pt x="0" y="321"/>
                  </a:lnTo>
                  <a:lnTo>
                    <a:pt x="2" y="323"/>
                  </a:lnTo>
                  <a:lnTo>
                    <a:pt x="3" y="325"/>
                  </a:lnTo>
                  <a:lnTo>
                    <a:pt x="7" y="325"/>
                  </a:lnTo>
                  <a:lnTo>
                    <a:pt x="10" y="325"/>
                  </a:lnTo>
                  <a:lnTo>
                    <a:pt x="11" y="323"/>
                  </a:lnTo>
                  <a:lnTo>
                    <a:pt x="11" y="323"/>
                  </a:lnTo>
                  <a:lnTo>
                    <a:pt x="15" y="317"/>
                  </a:lnTo>
                  <a:lnTo>
                    <a:pt x="18" y="310"/>
                  </a:lnTo>
                  <a:lnTo>
                    <a:pt x="21" y="295"/>
                  </a:lnTo>
                  <a:lnTo>
                    <a:pt x="24" y="279"/>
                  </a:lnTo>
                  <a:lnTo>
                    <a:pt x="27" y="264"/>
                  </a:lnTo>
                  <a:lnTo>
                    <a:pt x="27" y="264"/>
                  </a:lnTo>
                  <a:lnTo>
                    <a:pt x="31" y="245"/>
                  </a:lnTo>
                  <a:lnTo>
                    <a:pt x="33" y="227"/>
                  </a:lnTo>
                  <a:lnTo>
                    <a:pt x="38" y="187"/>
                  </a:lnTo>
                  <a:lnTo>
                    <a:pt x="38" y="187"/>
                  </a:lnTo>
                  <a:lnTo>
                    <a:pt x="42" y="164"/>
                  </a:lnTo>
                  <a:lnTo>
                    <a:pt x="46" y="140"/>
                  </a:lnTo>
                  <a:lnTo>
                    <a:pt x="52" y="117"/>
                  </a:lnTo>
                  <a:lnTo>
                    <a:pt x="59" y="94"/>
                  </a:lnTo>
                  <a:lnTo>
                    <a:pt x="59" y="94"/>
                  </a:lnTo>
                  <a:lnTo>
                    <a:pt x="66" y="72"/>
                  </a:lnTo>
                  <a:lnTo>
                    <a:pt x="71" y="51"/>
                  </a:lnTo>
                  <a:lnTo>
                    <a:pt x="76" y="29"/>
                  </a:lnTo>
                  <a:lnTo>
                    <a:pt x="80" y="19"/>
                  </a:lnTo>
                  <a:lnTo>
                    <a:pt x="86" y="9"/>
                  </a:lnTo>
                  <a:lnTo>
                    <a:pt x="86" y="9"/>
                  </a:lnTo>
                  <a:lnTo>
                    <a:pt x="87" y="7"/>
                  </a:lnTo>
                  <a:lnTo>
                    <a:pt x="86" y="4"/>
                  </a:lnTo>
                  <a:lnTo>
                    <a:pt x="83" y="2"/>
                  </a:lnTo>
                  <a:lnTo>
                    <a:pt x="79" y="0"/>
                  </a:lnTo>
                  <a:lnTo>
                    <a:pt x="78" y="2"/>
                  </a:lnTo>
                  <a:lnTo>
                    <a:pt x="75" y="3"/>
                  </a:lnTo>
                  <a:lnTo>
                    <a:pt x="75" y="3"/>
                  </a:lnTo>
                  <a:close/>
                </a:path>
              </a:pathLst>
            </a:custGeom>
            <a:solidFill>
              <a:schemeClr val="bg1"/>
            </a:solidFill>
            <a:ln w="9525">
              <a:noFill/>
              <a:round/>
            </a:ln>
          </p:spPr>
          <p:txBody>
            <a:bodyPr vert="horz" wrap="square" lIns="79689" tIns="39844" rIns="79689" bIns="39844" numCol="1" anchor="t" anchorCtr="0" compatLnSpc="1"/>
            <a:lstStyle/>
            <a:p>
              <a:endParaRPr lang="zh-CN" altLang="en-US" sz="1570">
                <a:solidFill>
                  <a:schemeClr val="bg1"/>
                </a:solidFill>
                <a:cs typeface="+mn-ea"/>
                <a:sym typeface="+mn-lt"/>
              </a:endParaRPr>
            </a:p>
          </p:txBody>
        </p:sp>
        <p:sp>
          <p:nvSpPr>
            <p:cNvPr id="164" name="Freeform 380"/>
            <p:cNvSpPr/>
            <p:nvPr/>
          </p:nvSpPr>
          <p:spPr bwMode="auto">
            <a:xfrm>
              <a:off x="5492751" y="1465263"/>
              <a:ext cx="25400" cy="90488"/>
            </a:xfrm>
            <a:custGeom>
              <a:avLst/>
              <a:gdLst/>
              <a:ahLst/>
              <a:cxnLst>
                <a:cxn ang="0">
                  <a:pos x="52" y="3"/>
                </a:cxn>
                <a:cxn ang="0">
                  <a:pos x="52" y="3"/>
                </a:cxn>
                <a:cxn ang="0">
                  <a:pos x="46" y="13"/>
                </a:cxn>
                <a:cxn ang="0">
                  <a:pos x="42" y="24"/>
                </a:cxn>
                <a:cxn ang="0">
                  <a:pos x="34" y="45"/>
                </a:cxn>
                <a:cxn ang="0">
                  <a:pos x="29" y="67"/>
                </a:cxn>
                <a:cxn ang="0">
                  <a:pos x="23" y="90"/>
                </a:cxn>
                <a:cxn ang="0">
                  <a:pos x="23" y="90"/>
                </a:cxn>
                <a:cxn ang="0">
                  <a:pos x="16" y="122"/>
                </a:cxn>
                <a:cxn ang="0">
                  <a:pos x="10" y="154"/>
                </a:cxn>
                <a:cxn ang="0">
                  <a:pos x="0" y="221"/>
                </a:cxn>
                <a:cxn ang="0">
                  <a:pos x="0" y="221"/>
                </a:cxn>
                <a:cxn ang="0">
                  <a:pos x="0" y="224"/>
                </a:cxn>
                <a:cxn ang="0">
                  <a:pos x="1" y="225"/>
                </a:cxn>
                <a:cxn ang="0">
                  <a:pos x="5" y="228"/>
                </a:cxn>
                <a:cxn ang="0">
                  <a:pos x="6" y="228"/>
                </a:cxn>
                <a:cxn ang="0">
                  <a:pos x="9" y="228"/>
                </a:cxn>
                <a:cxn ang="0">
                  <a:pos x="10" y="226"/>
                </a:cxn>
                <a:cxn ang="0">
                  <a:pos x="12" y="224"/>
                </a:cxn>
                <a:cxn ang="0">
                  <a:pos x="12" y="224"/>
                </a:cxn>
                <a:cxn ang="0">
                  <a:pos x="16" y="194"/>
                </a:cxn>
                <a:cxn ang="0">
                  <a:pos x="22" y="164"/>
                </a:cxn>
                <a:cxn ang="0">
                  <a:pos x="27" y="134"/>
                </a:cxn>
                <a:cxn ang="0">
                  <a:pos x="33" y="103"/>
                </a:cxn>
                <a:cxn ang="0">
                  <a:pos x="33" y="103"/>
                </a:cxn>
                <a:cxn ang="0">
                  <a:pos x="36" y="79"/>
                </a:cxn>
                <a:cxn ang="0">
                  <a:pos x="42" y="54"/>
                </a:cxn>
                <a:cxn ang="0">
                  <a:pos x="46" y="42"/>
                </a:cxn>
                <a:cxn ang="0">
                  <a:pos x="51" y="30"/>
                </a:cxn>
                <a:cxn ang="0">
                  <a:pos x="56" y="18"/>
                </a:cxn>
                <a:cxn ang="0">
                  <a:pos x="61" y="8"/>
                </a:cxn>
                <a:cxn ang="0">
                  <a:pos x="61" y="8"/>
                </a:cxn>
                <a:cxn ang="0">
                  <a:pos x="63" y="7"/>
                </a:cxn>
                <a:cxn ang="0">
                  <a:pos x="63" y="4"/>
                </a:cxn>
                <a:cxn ang="0">
                  <a:pos x="61" y="3"/>
                </a:cxn>
                <a:cxn ang="0">
                  <a:pos x="60" y="1"/>
                </a:cxn>
                <a:cxn ang="0">
                  <a:pos x="56" y="0"/>
                </a:cxn>
                <a:cxn ang="0">
                  <a:pos x="53" y="1"/>
                </a:cxn>
                <a:cxn ang="0">
                  <a:pos x="52" y="3"/>
                </a:cxn>
                <a:cxn ang="0">
                  <a:pos x="52" y="3"/>
                </a:cxn>
              </a:cxnLst>
              <a:rect l="0" t="0" r="r" b="b"/>
              <a:pathLst>
                <a:path w="63" h="228">
                  <a:moveTo>
                    <a:pt x="52" y="3"/>
                  </a:moveTo>
                  <a:lnTo>
                    <a:pt x="52" y="3"/>
                  </a:lnTo>
                  <a:lnTo>
                    <a:pt x="46" y="13"/>
                  </a:lnTo>
                  <a:lnTo>
                    <a:pt x="42" y="24"/>
                  </a:lnTo>
                  <a:lnTo>
                    <a:pt x="34" y="45"/>
                  </a:lnTo>
                  <a:lnTo>
                    <a:pt x="29" y="67"/>
                  </a:lnTo>
                  <a:lnTo>
                    <a:pt x="23" y="90"/>
                  </a:lnTo>
                  <a:lnTo>
                    <a:pt x="23" y="90"/>
                  </a:lnTo>
                  <a:lnTo>
                    <a:pt x="16" y="122"/>
                  </a:lnTo>
                  <a:lnTo>
                    <a:pt x="10" y="154"/>
                  </a:lnTo>
                  <a:lnTo>
                    <a:pt x="0" y="221"/>
                  </a:lnTo>
                  <a:lnTo>
                    <a:pt x="0" y="221"/>
                  </a:lnTo>
                  <a:lnTo>
                    <a:pt x="0" y="224"/>
                  </a:lnTo>
                  <a:lnTo>
                    <a:pt x="1" y="225"/>
                  </a:lnTo>
                  <a:lnTo>
                    <a:pt x="5" y="228"/>
                  </a:lnTo>
                  <a:lnTo>
                    <a:pt x="6" y="228"/>
                  </a:lnTo>
                  <a:lnTo>
                    <a:pt x="9" y="228"/>
                  </a:lnTo>
                  <a:lnTo>
                    <a:pt x="10" y="226"/>
                  </a:lnTo>
                  <a:lnTo>
                    <a:pt x="12" y="224"/>
                  </a:lnTo>
                  <a:lnTo>
                    <a:pt x="12" y="224"/>
                  </a:lnTo>
                  <a:lnTo>
                    <a:pt x="16" y="194"/>
                  </a:lnTo>
                  <a:lnTo>
                    <a:pt x="22" y="164"/>
                  </a:lnTo>
                  <a:lnTo>
                    <a:pt x="27" y="134"/>
                  </a:lnTo>
                  <a:lnTo>
                    <a:pt x="33" y="103"/>
                  </a:lnTo>
                  <a:lnTo>
                    <a:pt x="33" y="103"/>
                  </a:lnTo>
                  <a:lnTo>
                    <a:pt x="36" y="79"/>
                  </a:lnTo>
                  <a:lnTo>
                    <a:pt x="42" y="54"/>
                  </a:lnTo>
                  <a:lnTo>
                    <a:pt x="46" y="42"/>
                  </a:lnTo>
                  <a:lnTo>
                    <a:pt x="51" y="30"/>
                  </a:lnTo>
                  <a:lnTo>
                    <a:pt x="56" y="18"/>
                  </a:lnTo>
                  <a:lnTo>
                    <a:pt x="61" y="8"/>
                  </a:lnTo>
                  <a:lnTo>
                    <a:pt x="61" y="8"/>
                  </a:lnTo>
                  <a:lnTo>
                    <a:pt x="63" y="7"/>
                  </a:lnTo>
                  <a:lnTo>
                    <a:pt x="63" y="4"/>
                  </a:lnTo>
                  <a:lnTo>
                    <a:pt x="61" y="3"/>
                  </a:lnTo>
                  <a:lnTo>
                    <a:pt x="60" y="1"/>
                  </a:lnTo>
                  <a:lnTo>
                    <a:pt x="56" y="0"/>
                  </a:lnTo>
                  <a:lnTo>
                    <a:pt x="53" y="1"/>
                  </a:lnTo>
                  <a:lnTo>
                    <a:pt x="52" y="3"/>
                  </a:lnTo>
                  <a:lnTo>
                    <a:pt x="52" y="3"/>
                  </a:lnTo>
                  <a:close/>
                </a:path>
              </a:pathLst>
            </a:custGeom>
            <a:solidFill>
              <a:schemeClr val="bg1"/>
            </a:solidFill>
            <a:ln w="9525">
              <a:noFill/>
              <a:round/>
            </a:ln>
          </p:spPr>
          <p:txBody>
            <a:bodyPr vert="horz" wrap="square" lIns="79689" tIns="39844" rIns="79689" bIns="39844" numCol="1" anchor="t" anchorCtr="0" compatLnSpc="1"/>
            <a:lstStyle/>
            <a:p>
              <a:endParaRPr lang="zh-CN" altLang="en-US" sz="1570">
                <a:solidFill>
                  <a:schemeClr val="bg1"/>
                </a:solidFill>
                <a:cs typeface="+mn-ea"/>
                <a:sym typeface="+mn-lt"/>
              </a:endParaRPr>
            </a:p>
          </p:txBody>
        </p:sp>
        <p:sp>
          <p:nvSpPr>
            <p:cNvPr id="165" name="Freeform 381"/>
            <p:cNvSpPr/>
            <p:nvPr/>
          </p:nvSpPr>
          <p:spPr bwMode="auto">
            <a:xfrm>
              <a:off x="5516564" y="1489076"/>
              <a:ext cx="17463" cy="76200"/>
            </a:xfrm>
            <a:custGeom>
              <a:avLst/>
              <a:gdLst/>
              <a:ahLst/>
              <a:cxnLst>
                <a:cxn ang="0">
                  <a:pos x="34" y="4"/>
                </a:cxn>
                <a:cxn ang="0">
                  <a:pos x="34" y="4"/>
                </a:cxn>
                <a:cxn ang="0">
                  <a:pos x="21" y="48"/>
                </a:cxn>
                <a:cxn ang="0">
                  <a:pos x="11" y="94"/>
                </a:cxn>
                <a:cxn ang="0">
                  <a:pos x="7" y="117"/>
                </a:cxn>
                <a:cxn ang="0">
                  <a:pos x="3" y="141"/>
                </a:cxn>
                <a:cxn ang="0">
                  <a:pos x="0" y="163"/>
                </a:cxn>
                <a:cxn ang="0">
                  <a:pos x="0" y="188"/>
                </a:cxn>
                <a:cxn ang="0">
                  <a:pos x="0" y="188"/>
                </a:cxn>
                <a:cxn ang="0">
                  <a:pos x="0" y="189"/>
                </a:cxn>
                <a:cxn ang="0">
                  <a:pos x="2" y="192"/>
                </a:cxn>
                <a:cxn ang="0">
                  <a:pos x="6" y="193"/>
                </a:cxn>
                <a:cxn ang="0">
                  <a:pos x="10" y="192"/>
                </a:cxn>
                <a:cxn ang="0">
                  <a:pos x="11" y="189"/>
                </a:cxn>
                <a:cxn ang="0">
                  <a:pos x="11" y="188"/>
                </a:cxn>
                <a:cxn ang="0">
                  <a:pos x="11" y="188"/>
                </a:cxn>
                <a:cxn ang="0">
                  <a:pos x="12" y="164"/>
                </a:cxn>
                <a:cxn ang="0">
                  <a:pos x="15" y="141"/>
                </a:cxn>
                <a:cxn ang="0">
                  <a:pos x="17" y="119"/>
                </a:cxn>
                <a:cxn ang="0">
                  <a:pos x="23" y="95"/>
                </a:cxn>
                <a:cxn ang="0">
                  <a:pos x="33" y="51"/>
                </a:cxn>
                <a:cxn ang="0">
                  <a:pos x="45" y="6"/>
                </a:cxn>
                <a:cxn ang="0">
                  <a:pos x="45" y="6"/>
                </a:cxn>
                <a:cxn ang="0">
                  <a:pos x="46" y="4"/>
                </a:cxn>
                <a:cxn ang="0">
                  <a:pos x="45" y="2"/>
                </a:cxn>
                <a:cxn ang="0">
                  <a:pos x="41" y="0"/>
                </a:cxn>
                <a:cxn ang="0">
                  <a:pos x="37" y="0"/>
                </a:cxn>
                <a:cxn ang="0">
                  <a:pos x="36" y="1"/>
                </a:cxn>
                <a:cxn ang="0">
                  <a:pos x="34" y="4"/>
                </a:cxn>
                <a:cxn ang="0">
                  <a:pos x="34" y="4"/>
                </a:cxn>
              </a:cxnLst>
              <a:rect l="0" t="0" r="r" b="b"/>
              <a:pathLst>
                <a:path w="46" h="193">
                  <a:moveTo>
                    <a:pt x="34" y="4"/>
                  </a:moveTo>
                  <a:lnTo>
                    <a:pt x="34" y="4"/>
                  </a:lnTo>
                  <a:lnTo>
                    <a:pt x="21" y="48"/>
                  </a:lnTo>
                  <a:lnTo>
                    <a:pt x="11" y="94"/>
                  </a:lnTo>
                  <a:lnTo>
                    <a:pt x="7" y="117"/>
                  </a:lnTo>
                  <a:lnTo>
                    <a:pt x="3" y="141"/>
                  </a:lnTo>
                  <a:lnTo>
                    <a:pt x="0" y="163"/>
                  </a:lnTo>
                  <a:lnTo>
                    <a:pt x="0" y="188"/>
                  </a:lnTo>
                  <a:lnTo>
                    <a:pt x="0" y="188"/>
                  </a:lnTo>
                  <a:lnTo>
                    <a:pt x="0" y="189"/>
                  </a:lnTo>
                  <a:lnTo>
                    <a:pt x="2" y="192"/>
                  </a:lnTo>
                  <a:lnTo>
                    <a:pt x="6" y="193"/>
                  </a:lnTo>
                  <a:lnTo>
                    <a:pt x="10" y="192"/>
                  </a:lnTo>
                  <a:lnTo>
                    <a:pt x="11" y="189"/>
                  </a:lnTo>
                  <a:lnTo>
                    <a:pt x="11" y="188"/>
                  </a:lnTo>
                  <a:lnTo>
                    <a:pt x="11" y="188"/>
                  </a:lnTo>
                  <a:lnTo>
                    <a:pt x="12" y="164"/>
                  </a:lnTo>
                  <a:lnTo>
                    <a:pt x="15" y="141"/>
                  </a:lnTo>
                  <a:lnTo>
                    <a:pt x="17" y="119"/>
                  </a:lnTo>
                  <a:lnTo>
                    <a:pt x="23" y="95"/>
                  </a:lnTo>
                  <a:lnTo>
                    <a:pt x="33" y="51"/>
                  </a:lnTo>
                  <a:lnTo>
                    <a:pt x="45" y="6"/>
                  </a:lnTo>
                  <a:lnTo>
                    <a:pt x="45" y="6"/>
                  </a:lnTo>
                  <a:lnTo>
                    <a:pt x="46" y="4"/>
                  </a:lnTo>
                  <a:lnTo>
                    <a:pt x="45" y="2"/>
                  </a:lnTo>
                  <a:lnTo>
                    <a:pt x="41" y="0"/>
                  </a:lnTo>
                  <a:lnTo>
                    <a:pt x="37" y="0"/>
                  </a:lnTo>
                  <a:lnTo>
                    <a:pt x="36" y="1"/>
                  </a:lnTo>
                  <a:lnTo>
                    <a:pt x="34" y="4"/>
                  </a:lnTo>
                  <a:lnTo>
                    <a:pt x="34" y="4"/>
                  </a:lnTo>
                  <a:close/>
                </a:path>
              </a:pathLst>
            </a:custGeom>
            <a:solidFill>
              <a:schemeClr val="bg1"/>
            </a:solidFill>
            <a:ln w="9525">
              <a:noFill/>
              <a:round/>
            </a:ln>
          </p:spPr>
          <p:txBody>
            <a:bodyPr vert="horz" wrap="square" lIns="79689" tIns="39844" rIns="79689" bIns="39844" numCol="1" anchor="t" anchorCtr="0" compatLnSpc="1"/>
            <a:lstStyle/>
            <a:p>
              <a:endParaRPr lang="zh-CN" altLang="en-US" sz="1570">
                <a:solidFill>
                  <a:schemeClr val="bg1"/>
                </a:solidFill>
                <a:cs typeface="+mn-ea"/>
                <a:sym typeface="+mn-lt"/>
              </a:endParaRPr>
            </a:p>
          </p:txBody>
        </p:sp>
        <p:sp>
          <p:nvSpPr>
            <p:cNvPr id="166" name="Freeform 382"/>
            <p:cNvSpPr/>
            <p:nvPr/>
          </p:nvSpPr>
          <p:spPr bwMode="auto">
            <a:xfrm>
              <a:off x="5478464" y="1268413"/>
              <a:ext cx="228600" cy="104775"/>
            </a:xfrm>
            <a:custGeom>
              <a:avLst/>
              <a:gdLst/>
              <a:ahLst/>
              <a:cxnLst>
                <a:cxn ang="0">
                  <a:pos x="569" y="0"/>
                </a:cxn>
                <a:cxn ang="0">
                  <a:pos x="540" y="9"/>
                </a:cxn>
                <a:cxn ang="0">
                  <a:pos x="512" y="22"/>
                </a:cxn>
                <a:cxn ang="0">
                  <a:pos x="460" y="51"/>
                </a:cxn>
                <a:cxn ang="0">
                  <a:pos x="418" y="72"/>
                </a:cxn>
                <a:cxn ang="0">
                  <a:pos x="333" y="107"/>
                </a:cxn>
                <a:cxn ang="0">
                  <a:pos x="290" y="123"/>
                </a:cxn>
                <a:cxn ang="0">
                  <a:pos x="217" y="151"/>
                </a:cxn>
                <a:cxn ang="0">
                  <a:pos x="145" y="183"/>
                </a:cxn>
                <a:cxn ang="0">
                  <a:pos x="109" y="200"/>
                </a:cxn>
                <a:cxn ang="0">
                  <a:pos x="74" y="217"/>
                </a:cxn>
                <a:cxn ang="0">
                  <a:pos x="22" y="246"/>
                </a:cxn>
                <a:cxn ang="0">
                  <a:pos x="4" y="251"/>
                </a:cxn>
                <a:cxn ang="0">
                  <a:pos x="1" y="253"/>
                </a:cxn>
                <a:cxn ang="0">
                  <a:pos x="0" y="258"/>
                </a:cxn>
                <a:cxn ang="0">
                  <a:pos x="4" y="263"/>
                </a:cxn>
                <a:cxn ang="0">
                  <a:pos x="6" y="263"/>
                </a:cxn>
                <a:cxn ang="0">
                  <a:pos x="36" y="253"/>
                </a:cxn>
                <a:cxn ang="0">
                  <a:pos x="64" y="237"/>
                </a:cxn>
                <a:cxn ang="0">
                  <a:pos x="81" y="228"/>
                </a:cxn>
                <a:cxn ang="0">
                  <a:pos x="132" y="202"/>
                </a:cxn>
                <a:cxn ang="0">
                  <a:pos x="171" y="183"/>
                </a:cxn>
                <a:cxn ang="0">
                  <a:pos x="252" y="149"/>
                </a:cxn>
                <a:cxn ang="0">
                  <a:pos x="294" y="135"/>
                </a:cxn>
                <a:cxn ang="0">
                  <a:pos x="370" y="105"/>
                </a:cxn>
                <a:cxn ang="0">
                  <a:pos x="446" y="71"/>
                </a:cxn>
                <a:cxn ang="0">
                  <a:pos x="482" y="54"/>
                </a:cxn>
                <a:cxn ang="0">
                  <a:pos x="519" y="34"/>
                </a:cxn>
                <a:cxn ang="0">
                  <a:pos x="532" y="28"/>
                </a:cxn>
                <a:cxn ang="0">
                  <a:pos x="558" y="16"/>
                </a:cxn>
                <a:cxn ang="0">
                  <a:pos x="571" y="12"/>
                </a:cxn>
                <a:cxn ang="0">
                  <a:pos x="575" y="9"/>
                </a:cxn>
                <a:cxn ang="0">
                  <a:pos x="573" y="1"/>
                </a:cxn>
                <a:cxn ang="0">
                  <a:pos x="569" y="0"/>
                </a:cxn>
              </a:cxnLst>
              <a:rect l="0" t="0" r="r" b="b"/>
              <a:pathLst>
                <a:path w="575" h="263">
                  <a:moveTo>
                    <a:pt x="569" y="0"/>
                  </a:moveTo>
                  <a:lnTo>
                    <a:pt x="569" y="0"/>
                  </a:lnTo>
                  <a:lnTo>
                    <a:pt x="554" y="4"/>
                  </a:lnTo>
                  <a:lnTo>
                    <a:pt x="540" y="9"/>
                  </a:lnTo>
                  <a:lnTo>
                    <a:pt x="527" y="16"/>
                  </a:lnTo>
                  <a:lnTo>
                    <a:pt x="512" y="22"/>
                  </a:lnTo>
                  <a:lnTo>
                    <a:pt x="486" y="38"/>
                  </a:lnTo>
                  <a:lnTo>
                    <a:pt x="460" y="51"/>
                  </a:lnTo>
                  <a:lnTo>
                    <a:pt x="460" y="51"/>
                  </a:lnTo>
                  <a:lnTo>
                    <a:pt x="418" y="72"/>
                  </a:lnTo>
                  <a:lnTo>
                    <a:pt x="376" y="90"/>
                  </a:lnTo>
                  <a:lnTo>
                    <a:pt x="333" y="107"/>
                  </a:lnTo>
                  <a:lnTo>
                    <a:pt x="290" y="123"/>
                  </a:lnTo>
                  <a:lnTo>
                    <a:pt x="290" y="123"/>
                  </a:lnTo>
                  <a:lnTo>
                    <a:pt x="253" y="138"/>
                  </a:lnTo>
                  <a:lnTo>
                    <a:pt x="217" y="151"/>
                  </a:lnTo>
                  <a:lnTo>
                    <a:pt x="180" y="166"/>
                  </a:lnTo>
                  <a:lnTo>
                    <a:pt x="145" y="183"/>
                  </a:lnTo>
                  <a:lnTo>
                    <a:pt x="145" y="183"/>
                  </a:lnTo>
                  <a:lnTo>
                    <a:pt x="109" y="200"/>
                  </a:lnTo>
                  <a:lnTo>
                    <a:pt x="74" y="217"/>
                  </a:lnTo>
                  <a:lnTo>
                    <a:pt x="74" y="217"/>
                  </a:lnTo>
                  <a:lnTo>
                    <a:pt x="40" y="237"/>
                  </a:lnTo>
                  <a:lnTo>
                    <a:pt x="22" y="246"/>
                  </a:lnTo>
                  <a:lnTo>
                    <a:pt x="13" y="249"/>
                  </a:lnTo>
                  <a:lnTo>
                    <a:pt x="4" y="251"/>
                  </a:lnTo>
                  <a:lnTo>
                    <a:pt x="4" y="251"/>
                  </a:lnTo>
                  <a:lnTo>
                    <a:pt x="1" y="253"/>
                  </a:lnTo>
                  <a:lnTo>
                    <a:pt x="0" y="254"/>
                  </a:lnTo>
                  <a:lnTo>
                    <a:pt x="0" y="258"/>
                  </a:lnTo>
                  <a:lnTo>
                    <a:pt x="2" y="262"/>
                  </a:lnTo>
                  <a:lnTo>
                    <a:pt x="4" y="263"/>
                  </a:lnTo>
                  <a:lnTo>
                    <a:pt x="6" y="263"/>
                  </a:lnTo>
                  <a:lnTo>
                    <a:pt x="6" y="263"/>
                  </a:lnTo>
                  <a:lnTo>
                    <a:pt x="22" y="258"/>
                  </a:lnTo>
                  <a:lnTo>
                    <a:pt x="36" y="253"/>
                  </a:lnTo>
                  <a:lnTo>
                    <a:pt x="51" y="245"/>
                  </a:lnTo>
                  <a:lnTo>
                    <a:pt x="64" y="237"/>
                  </a:lnTo>
                  <a:lnTo>
                    <a:pt x="64" y="237"/>
                  </a:lnTo>
                  <a:lnTo>
                    <a:pt x="81" y="228"/>
                  </a:lnTo>
                  <a:lnTo>
                    <a:pt x="98" y="219"/>
                  </a:lnTo>
                  <a:lnTo>
                    <a:pt x="132" y="202"/>
                  </a:lnTo>
                  <a:lnTo>
                    <a:pt x="132" y="202"/>
                  </a:lnTo>
                  <a:lnTo>
                    <a:pt x="171" y="183"/>
                  </a:lnTo>
                  <a:lnTo>
                    <a:pt x="212" y="165"/>
                  </a:lnTo>
                  <a:lnTo>
                    <a:pt x="252" y="149"/>
                  </a:lnTo>
                  <a:lnTo>
                    <a:pt x="294" y="135"/>
                  </a:lnTo>
                  <a:lnTo>
                    <a:pt x="294" y="135"/>
                  </a:lnTo>
                  <a:lnTo>
                    <a:pt x="332" y="121"/>
                  </a:lnTo>
                  <a:lnTo>
                    <a:pt x="370" y="105"/>
                  </a:lnTo>
                  <a:lnTo>
                    <a:pt x="408" y="88"/>
                  </a:lnTo>
                  <a:lnTo>
                    <a:pt x="446" y="71"/>
                  </a:lnTo>
                  <a:lnTo>
                    <a:pt x="446" y="71"/>
                  </a:lnTo>
                  <a:lnTo>
                    <a:pt x="482" y="54"/>
                  </a:lnTo>
                  <a:lnTo>
                    <a:pt x="501" y="45"/>
                  </a:lnTo>
                  <a:lnTo>
                    <a:pt x="519" y="34"/>
                  </a:lnTo>
                  <a:lnTo>
                    <a:pt x="519" y="34"/>
                  </a:lnTo>
                  <a:lnTo>
                    <a:pt x="532" y="28"/>
                  </a:lnTo>
                  <a:lnTo>
                    <a:pt x="544" y="21"/>
                  </a:lnTo>
                  <a:lnTo>
                    <a:pt x="558" y="16"/>
                  </a:lnTo>
                  <a:lnTo>
                    <a:pt x="571" y="12"/>
                  </a:lnTo>
                  <a:lnTo>
                    <a:pt x="571" y="12"/>
                  </a:lnTo>
                  <a:lnTo>
                    <a:pt x="574" y="11"/>
                  </a:lnTo>
                  <a:lnTo>
                    <a:pt x="575" y="9"/>
                  </a:lnTo>
                  <a:lnTo>
                    <a:pt x="575" y="5"/>
                  </a:lnTo>
                  <a:lnTo>
                    <a:pt x="573" y="1"/>
                  </a:lnTo>
                  <a:lnTo>
                    <a:pt x="571" y="0"/>
                  </a:lnTo>
                  <a:lnTo>
                    <a:pt x="569" y="0"/>
                  </a:lnTo>
                  <a:lnTo>
                    <a:pt x="569" y="0"/>
                  </a:lnTo>
                  <a:close/>
                </a:path>
              </a:pathLst>
            </a:custGeom>
            <a:solidFill>
              <a:schemeClr val="bg1"/>
            </a:solidFill>
            <a:ln w="9525">
              <a:noFill/>
              <a:round/>
            </a:ln>
          </p:spPr>
          <p:txBody>
            <a:bodyPr vert="horz" wrap="square" lIns="79689" tIns="39844" rIns="79689" bIns="39844" numCol="1" anchor="t" anchorCtr="0" compatLnSpc="1"/>
            <a:lstStyle/>
            <a:p>
              <a:endParaRPr lang="zh-CN" altLang="en-US" sz="1570">
                <a:solidFill>
                  <a:schemeClr val="bg1"/>
                </a:solidFill>
                <a:cs typeface="+mn-ea"/>
                <a:sym typeface="+mn-lt"/>
              </a:endParaRPr>
            </a:p>
          </p:txBody>
        </p:sp>
        <p:sp>
          <p:nvSpPr>
            <p:cNvPr id="167" name="Freeform 383"/>
            <p:cNvSpPr/>
            <p:nvPr/>
          </p:nvSpPr>
          <p:spPr bwMode="auto">
            <a:xfrm>
              <a:off x="5513389" y="1352551"/>
              <a:ext cx="195263" cy="92075"/>
            </a:xfrm>
            <a:custGeom>
              <a:avLst/>
              <a:gdLst/>
              <a:ahLst/>
              <a:cxnLst>
                <a:cxn ang="0">
                  <a:pos x="484" y="0"/>
                </a:cxn>
                <a:cxn ang="0">
                  <a:pos x="484" y="0"/>
                </a:cxn>
                <a:cxn ang="0">
                  <a:pos x="452" y="11"/>
                </a:cxn>
                <a:cxn ang="0">
                  <a:pos x="422" y="24"/>
                </a:cxn>
                <a:cxn ang="0">
                  <a:pos x="392" y="38"/>
                </a:cxn>
                <a:cxn ang="0">
                  <a:pos x="361" y="51"/>
                </a:cxn>
                <a:cxn ang="0">
                  <a:pos x="361" y="51"/>
                </a:cxn>
                <a:cxn ang="0">
                  <a:pos x="299" y="77"/>
                </a:cxn>
                <a:cxn ang="0">
                  <a:pos x="239" y="103"/>
                </a:cxn>
                <a:cxn ang="0">
                  <a:pos x="239" y="103"/>
                </a:cxn>
                <a:cxn ang="0">
                  <a:pos x="179" y="130"/>
                </a:cxn>
                <a:cxn ang="0">
                  <a:pos x="119" y="157"/>
                </a:cxn>
                <a:cxn ang="0">
                  <a:pos x="119" y="157"/>
                </a:cxn>
                <a:cxn ang="0">
                  <a:pos x="90" y="171"/>
                </a:cxn>
                <a:cxn ang="0">
                  <a:pos x="61" y="190"/>
                </a:cxn>
                <a:cxn ang="0">
                  <a:pos x="33" y="207"/>
                </a:cxn>
                <a:cxn ang="0">
                  <a:pos x="4" y="222"/>
                </a:cxn>
                <a:cxn ang="0">
                  <a:pos x="4" y="222"/>
                </a:cxn>
                <a:cxn ang="0">
                  <a:pos x="1" y="225"/>
                </a:cxn>
                <a:cxn ang="0">
                  <a:pos x="0" y="226"/>
                </a:cxn>
                <a:cxn ang="0">
                  <a:pos x="1" y="230"/>
                </a:cxn>
                <a:cxn ang="0">
                  <a:pos x="4" y="233"/>
                </a:cxn>
                <a:cxn ang="0">
                  <a:pos x="6" y="233"/>
                </a:cxn>
                <a:cxn ang="0">
                  <a:pos x="9" y="233"/>
                </a:cxn>
                <a:cxn ang="0">
                  <a:pos x="9" y="233"/>
                </a:cxn>
                <a:cxn ang="0">
                  <a:pos x="36" y="218"/>
                </a:cxn>
                <a:cxn ang="0">
                  <a:pos x="64" y="203"/>
                </a:cxn>
                <a:cxn ang="0">
                  <a:pos x="91" y="187"/>
                </a:cxn>
                <a:cxn ang="0">
                  <a:pos x="118" y="170"/>
                </a:cxn>
                <a:cxn ang="0">
                  <a:pos x="118" y="170"/>
                </a:cxn>
                <a:cxn ang="0">
                  <a:pos x="131" y="162"/>
                </a:cxn>
                <a:cxn ang="0">
                  <a:pos x="146" y="157"/>
                </a:cxn>
                <a:cxn ang="0">
                  <a:pos x="161" y="152"/>
                </a:cxn>
                <a:cxn ang="0">
                  <a:pos x="175" y="145"/>
                </a:cxn>
                <a:cxn ang="0">
                  <a:pos x="175" y="145"/>
                </a:cxn>
                <a:cxn ang="0">
                  <a:pos x="235" y="118"/>
                </a:cxn>
                <a:cxn ang="0">
                  <a:pos x="235" y="118"/>
                </a:cxn>
                <a:cxn ang="0">
                  <a:pos x="299" y="89"/>
                </a:cxn>
                <a:cxn ang="0">
                  <a:pos x="365" y="62"/>
                </a:cxn>
                <a:cxn ang="0">
                  <a:pos x="365" y="62"/>
                </a:cxn>
                <a:cxn ang="0">
                  <a:pos x="396" y="48"/>
                </a:cxn>
                <a:cxn ang="0">
                  <a:pos x="412" y="42"/>
                </a:cxn>
                <a:cxn ang="0">
                  <a:pos x="428" y="37"/>
                </a:cxn>
                <a:cxn ang="0">
                  <a:pos x="428" y="37"/>
                </a:cxn>
                <a:cxn ang="0">
                  <a:pos x="442" y="31"/>
                </a:cxn>
                <a:cxn ang="0">
                  <a:pos x="458" y="24"/>
                </a:cxn>
                <a:cxn ang="0">
                  <a:pos x="472" y="17"/>
                </a:cxn>
                <a:cxn ang="0">
                  <a:pos x="488" y="11"/>
                </a:cxn>
                <a:cxn ang="0">
                  <a:pos x="488" y="11"/>
                </a:cxn>
                <a:cxn ang="0">
                  <a:pos x="489" y="9"/>
                </a:cxn>
                <a:cxn ang="0">
                  <a:pos x="490" y="8"/>
                </a:cxn>
                <a:cxn ang="0">
                  <a:pos x="490" y="4"/>
                </a:cxn>
                <a:cxn ang="0">
                  <a:pos x="489" y="0"/>
                </a:cxn>
                <a:cxn ang="0">
                  <a:pos x="486" y="0"/>
                </a:cxn>
                <a:cxn ang="0">
                  <a:pos x="484" y="0"/>
                </a:cxn>
                <a:cxn ang="0">
                  <a:pos x="484" y="0"/>
                </a:cxn>
              </a:cxnLst>
              <a:rect l="0" t="0" r="r" b="b"/>
              <a:pathLst>
                <a:path w="490" h="233">
                  <a:moveTo>
                    <a:pt x="484" y="0"/>
                  </a:moveTo>
                  <a:lnTo>
                    <a:pt x="484" y="0"/>
                  </a:lnTo>
                  <a:lnTo>
                    <a:pt x="452" y="11"/>
                  </a:lnTo>
                  <a:lnTo>
                    <a:pt x="422" y="24"/>
                  </a:lnTo>
                  <a:lnTo>
                    <a:pt x="392" y="38"/>
                  </a:lnTo>
                  <a:lnTo>
                    <a:pt x="361" y="51"/>
                  </a:lnTo>
                  <a:lnTo>
                    <a:pt x="361" y="51"/>
                  </a:lnTo>
                  <a:lnTo>
                    <a:pt x="299" y="77"/>
                  </a:lnTo>
                  <a:lnTo>
                    <a:pt x="239" y="103"/>
                  </a:lnTo>
                  <a:lnTo>
                    <a:pt x="239" y="103"/>
                  </a:lnTo>
                  <a:lnTo>
                    <a:pt x="179" y="130"/>
                  </a:lnTo>
                  <a:lnTo>
                    <a:pt x="119" y="157"/>
                  </a:lnTo>
                  <a:lnTo>
                    <a:pt x="119" y="157"/>
                  </a:lnTo>
                  <a:lnTo>
                    <a:pt x="90" y="171"/>
                  </a:lnTo>
                  <a:lnTo>
                    <a:pt x="61" y="190"/>
                  </a:lnTo>
                  <a:lnTo>
                    <a:pt x="33" y="207"/>
                  </a:lnTo>
                  <a:lnTo>
                    <a:pt x="4" y="222"/>
                  </a:lnTo>
                  <a:lnTo>
                    <a:pt x="4" y="222"/>
                  </a:lnTo>
                  <a:lnTo>
                    <a:pt x="1" y="225"/>
                  </a:lnTo>
                  <a:lnTo>
                    <a:pt x="0" y="226"/>
                  </a:lnTo>
                  <a:lnTo>
                    <a:pt x="1" y="230"/>
                  </a:lnTo>
                  <a:lnTo>
                    <a:pt x="4" y="233"/>
                  </a:lnTo>
                  <a:lnTo>
                    <a:pt x="6" y="233"/>
                  </a:lnTo>
                  <a:lnTo>
                    <a:pt x="9" y="233"/>
                  </a:lnTo>
                  <a:lnTo>
                    <a:pt x="9" y="233"/>
                  </a:lnTo>
                  <a:lnTo>
                    <a:pt x="36" y="218"/>
                  </a:lnTo>
                  <a:lnTo>
                    <a:pt x="64" y="203"/>
                  </a:lnTo>
                  <a:lnTo>
                    <a:pt x="91" y="187"/>
                  </a:lnTo>
                  <a:lnTo>
                    <a:pt x="118" y="170"/>
                  </a:lnTo>
                  <a:lnTo>
                    <a:pt x="118" y="170"/>
                  </a:lnTo>
                  <a:lnTo>
                    <a:pt x="131" y="162"/>
                  </a:lnTo>
                  <a:lnTo>
                    <a:pt x="146" y="157"/>
                  </a:lnTo>
                  <a:lnTo>
                    <a:pt x="161" y="152"/>
                  </a:lnTo>
                  <a:lnTo>
                    <a:pt x="175" y="145"/>
                  </a:lnTo>
                  <a:lnTo>
                    <a:pt x="175" y="145"/>
                  </a:lnTo>
                  <a:lnTo>
                    <a:pt x="235" y="118"/>
                  </a:lnTo>
                  <a:lnTo>
                    <a:pt x="235" y="118"/>
                  </a:lnTo>
                  <a:lnTo>
                    <a:pt x="299" y="89"/>
                  </a:lnTo>
                  <a:lnTo>
                    <a:pt x="365" y="62"/>
                  </a:lnTo>
                  <a:lnTo>
                    <a:pt x="365" y="62"/>
                  </a:lnTo>
                  <a:lnTo>
                    <a:pt x="396" y="48"/>
                  </a:lnTo>
                  <a:lnTo>
                    <a:pt x="412" y="42"/>
                  </a:lnTo>
                  <a:lnTo>
                    <a:pt x="428" y="37"/>
                  </a:lnTo>
                  <a:lnTo>
                    <a:pt x="428" y="37"/>
                  </a:lnTo>
                  <a:lnTo>
                    <a:pt x="442" y="31"/>
                  </a:lnTo>
                  <a:lnTo>
                    <a:pt x="458" y="24"/>
                  </a:lnTo>
                  <a:lnTo>
                    <a:pt x="472" y="17"/>
                  </a:lnTo>
                  <a:lnTo>
                    <a:pt x="488" y="11"/>
                  </a:lnTo>
                  <a:lnTo>
                    <a:pt x="488" y="11"/>
                  </a:lnTo>
                  <a:lnTo>
                    <a:pt x="489" y="9"/>
                  </a:lnTo>
                  <a:lnTo>
                    <a:pt x="490" y="8"/>
                  </a:lnTo>
                  <a:lnTo>
                    <a:pt x="490" y="4"/>
                  </a:lnTo>
                  <a:lnTo>
                    <a:pt x="489" y="0"/>
                  </a:lnTo>
                  <a:lnTo>
                    <a:pt x="486" y="0"/>
                  </a:lnTo>
                  <a:lnTo>
                    <a:pt x="484" y="0"/>
                  </a:lnTo>
                  <a:lnTo>
                    <a:pt x="484" y="0"/>
                  </a:lnTo>
                  <a:close/>
                </a:path>
              </a:pathLst>
            </a:custGeom>
            <a:solidFill>
              <a:schemeClr val="bg1"/>
            </a:solidFill>
            <a:ln w="9525">
              <a:noFill/>
              <a:round/>
            </a:ln>
          </p:spPr>
          <p:txBody>
            <a:bodyPr vert="horz" wrap="square" lIns="79689" tIns="39844" rIns="79689" bIns="39844" numCol="1" anchor="t" anchorCtr="0" compatLnSpc="1"/>
            <a:lstStyle/>
            <a:p>
              <a:endParaRPr lang="zh-CN" altLang="en-US" sz="1570">
                <a:solidFill>
                  <a:schemeClr val="bg1"/>
                </a:solidFill>
                <a:cs typeface="+mn-ea"/>
                <a:sym typeface="+mn-lt"/>
              </a:endParaRPr>
            </a:p>
          </p:txBody>
        </p:sp>
        <p:sp>
          <p:nvSpPr>
            <p:cNvPr id="168" name="Freeform 384"/>
            <p:cNvSpPr/>
            <p:nvPr/>
          </p:nvSpPr>
          <p:spPr bwMode="auto">
            <a:xfrm>
              <a:off x="5568951" y="1484313"/>
              <a:ext cx="117475" cy="55563"/>
            </a:xfrm>
            <a:custGeom>
              <a:avLst/>
              <a:gdLst/>
              <a:ahLst/>
              <a:cxnLst>
                <a:cxn ang="0">
                  <a:pos x="291" y="0"/>
                </a:cxn>
                <a:cxn ang="0">
                  <a:pos x="291" y="0"/>
                </a:cxn>
                <a:cxn ang="0">
                  <a:pos x="283" y="1"/>
                </a:cxn>
                <a:cxn ang="0">
                  <a:pos x="276" y="4"/>
                </a:cxn>
                <a:cxn ang="0">
                  <a:pos x="263" y="12"/>
                </a:cxn>
                <a:cxn ang="0">
                  <a:pos x="238" y="27"/>
                </a:cxn>
                <a:cxn ang="0">
                  <a:pos x="238" y="27"/>
                </a:cxn>
                <a:cxn ang="0">
                  <a:pos x="217" y="38"/>
                </a:cxn>
                <a:cxn ang="0">
                  <a:pos x="195" y="47"/>
                </a:cxn>
                <a:cxn ang="0">
                  <a:pos x="151" y="64"/>
                </a:cxn>
                <a:cxn ang="0">
                  <a:pos x="151" y="64"/>
                </a:cxn>
                <a:cxn ang="0">
                  <a:pos x="119" y="78"/>
                </a:cxn>
                <a:cxn ang="0">
                  <a:pos x="87" y="93"/>
                </a:cxn>
                <a:cxn ang="0">
                  <a:pos x="87" y="93"/>
                </a:cxn>
                <a:cxn ang="0">
                  <a:pos x="68" y="103"/>
                </a:cxn>
                <a:cxn ang="0">
                  <a:pos x="47" y="115"/>
                </a:cxn>
                <a:cxn ang="0">
                  <a:pos x="37" y="120"/>
                </a:cxn>
                <a:cxn ang="0">
                  <a:pos x="26" y="125"/>
                </a:cxn>
                <a:cxn ang="0">
                  <a:pos x="16" y="129"/>
                </a:cxn>
                <a:cxn ang="0">
                  <a:pos x="5" y="131"/>
                </a:cxn>
                <a:cxn ang="0">
                  <a:pos x="5" y="131"/>
                </a:cxn>
                <a:cxn ang="0">
                  <a:pos x="4" y="132"/>
                </a:cxn>
                <a:cxn ang="0">
                  <a:pos x="2" y="133"/>
                </a:cxn>
                <a:cxn ang="0">
                  <a:pos x="0" y="137"/>
                </a:cxn>
                <a:cxn ang="0">
                  <a:pos x="2" y="140"/>
                </a:cxn>
                <a:cxn ang="0">
                  <a:pos x="2" y="141"/>
                </a:cxn>
                <a:cxn ang="0">
                  <a:pos x="4" y="142"/>
                </a:cxn>
                <a:cxn ang="0">
                  <a:pos x="5" y="142"/>
                </a:cxn>
                <a:cxn ang="0">
                  <a:pos x="5" y="142"/>
                </a:cxn>
                <a:cxn ang="0">
                  <a:pos x="13" y="141"/>
                </a:cxn>
                <a:cxn ang="0">
                  <a:pos x="20" y="139"/>
                </a:cxn>
                <a:cxn ang="0">
                  <a:pos x="33" y="133"/>
                </a:cxn>
                <a:cxn ang="0">
                  <a:pos x="58" y="120"/>
                </a:cxn>
                <a:cxn ang="0">
                  <a:pos x="58" y="120"/>
                </a:cxn>
                <a:cxn ang="0">
                  <a:pos x="101" y="98"/>
                </a:cxn>
                <a:cxn ang="0">
                  <a:pos x="122" y="89"/>
                </a:cxn>
                <a:cxn ang="0">
                  <a:pos x="144" y="80"/>
                </a:cxn>
                <a:cxn ang="0">
                  <a:pos x="144" y="80"/>
                </a:cxn>
                <a:cxn ang="0">
                  <a:pos x="182" y="65"/>
                </a:cxn>
                <a:cxn ang="0">
                  <a:pos x="219" y="50"/>
                </a:cxn>
                <a:cxn ang="0">
                  <a:pos x="219" y="50"/>
                </a:cxn>
                <a:cxn ang="0">
                  <a:pos x="228" y="46"/>
                </a:cxn>
                <a:cxn ang="0">
                  <a:pos x="237" y="40"/>
                </a:cxn>
                <a:cxn ang="0">
                  <a:pos x="255" y="29"/>
                </a:cxn>
                <a:cxn ang="0">
                  <a:pos x="274" y="17"/>
                </a:cxn>
                <a:cxn ang="0">
                  <a:pos x="283" y="13"/>
                </a:cxn>
                <a:cxn ang="0">
                  <a:pos x="293" y="10"/>
                </a:cxn>
                <a:cxn ang="0">
                  <a:pos x="293" y="10"/>
                </a:cxn>
                <a:cxn ang="0">
                  <a:pos x="296" y="10"/>
                </a:cxn>
                <a:cxn ang="0">
                  <a:pos x="297" y="8"/>
                </a:cxn>
                <a:cxn ang="0">
                  <a:pos x="297" y="6"/>
                </a:cxn>
                <a:cxn ang="0">
                  <a:pos x="297" y="4"/>
                </a:cxn>
                <a:cxn ang="0">
                  <a:pos x="295" y="1"/>
                </a:cxn>
                <a:cxn ang="0">
                  <a:pos x="292" y="0"/>
                </a:cxn>
                <a:cxn ang="0">
                  <a:pos x="291" y="0"/>
                </a:cxn>
                <a:cxn ang="0">
                  <a:pos x="291" y="0"/>
                </a:cxn>
              </a:cxnLst>
              <a:rect l="0" t="0" r="r" b="b"/>
              <a:pathLst>
                <a:path w="297" h="142">
                  <a:moveTo>
                    <a:pt x="291" y="0"/>
                  </a:moveTo>
                  <a:lnTo>
                    <a:pt x="291" y="0"/>
                  </a:lnTo>
                  <a:lnTo>
                    <a:pt x="283" y="1"/>
                  </a:lnTo>
                  <a:lnTo>
                    <a:pt x="276" y="4"/>
                  </a:lnTo>
                  <a:lnTo>
                    <a:pt x="263" y="12"/>
                  </a:lnTo>
                  <a:lnTo>
                    <a:pt x="238" y="27"/>
                  </a:lnTo>
                  <a:lnTo>
                    <a:pt x="238" y="27"/>
                  </a:lnTo>
                  <a:lnTo>
                    <a:pt x="217" y="38"/>
                  </a:lnTo>
                  <a:lnTo>
                    <a:pt x="195" y="47"/>
                  </a:lnTo>
                  <a:lnTo>
                    <a:pt x="151" y="64"/>
                  </a:lnTo>
                  <a:lnTo>
                    <a:pt x="151" y="64"/>
                  </a:lnTo>
                  <a:lnTo>
                    <a:pt x="119" y="78"/>
                  </a:lnTo>
                  <a:lnTo>
                    <a:pt x="87" y="93"/>
                  </a:lnTo>
                  <a:lnTo>
                    <a:pt x="87" y="93"/>
                  </a:lnTo>
                  <a:lnTo>
                    <a:pt x="68" y="103"/>
                  </a:lnTo>
                  <a:lnTo>
                    <a:pt x="47" y="115"/>
                  </a:lnTo>
                  <a:lnTo>
                    <a:pt x="37" y="120"/>
                  </a:lnTo>
                  <a:lnTo>
                    <a:pt x="26" y="125"/>
                  </a:lnTo>
                  <a:lnTo>
                    <a:pt x="16" y="129"/>
                  </a:lnTo>
                  <a:lnTo>
                    <a:pt x="5" y="131"/>
                  </a:lnTo>
                  <a:lnTo>
                    <a:pt x="5" y="131"/>
                  </a:lnTo>
                  <a:lnTo>
                    <a:pt x="4" y="132"/>
                  </a:lnTo>
                  <a:lnTo>
                    <a:pt x="2" y="133"/>
                  </a:lnTo>
                  <a:lnTo>
                    <a:pt x="0" y="137"/>
                  </a:lnTo>
                  <a:lnTo>
                    <a:pt x="2" y="140"/>
                  </a:lnTo>
                  <a:lnTo>
                    <a:pt x="2" y="141"/>
                  </a:lnTo>
                  <a:lnTo>
                    <a:pt x="4" y="142"/>
                  </a:lnTo>
                  <a:lnTo>
                    <a:pt x="5" y="142"/>
                  </a:lnTo>
                  <a:lnTo>
                    <a:pt x="5" y="142"/>
                  </a:lnTo>
                  <a:lnTo>
                    <a:pt x="13" y="141"/>
                  </a:lnTo>
                  <a:lnTo>
                    <a:pt x="20" y="139"/>
                  </a:lnTo>
                  <a:lnTo>
                    <a:pt x="33" y="133"/>
                  </a:lnTo>
                  <a:lnTo>
                    <a:pt x="58" y="120"/>
                  </a:lnTo>
                  <a:lnTo>
                    <a:pt x="58" y="120"/>
                  </a:lnTo>
                  <a:lnTo>
                    <a:pt x="101" y="98"/>
                  </a:lnTo>
                  <a:lnTo>
                    <a:pt x="122" y="89"/>
                  </a:lnTo>
                  <a:lnTo>
                    <a:pt x="144" y="80"/>
                  </a:lnTo>
                  <a:lnTo>
                    <a:pt x="144" y="80"/>
                  </a:lnTo>
                  <a:lnTo>
                    <a:pt x="182" y="65"/>
                  </a:lnTo>
                  <a:lnTo>
                    <a:pt x="219" y="50"/>
                  </a:lnTo>
                  <a:lnTo>
                    <a:pt x="219" y="50"/>
                  </a:lnTo>
                  <a:lnTo>
                    <a:pt x="228" y="46"/>
                  </a:lnTo>
                  <a:lnTo>
                    <a:pt x="237" y="40"/>
                  </a:lnTo>
                  <a:lnTo>
                    <a:pt x="255" y="29"/>
                  </a:lnTo>
                  <a:lnTo>
                    <a:pt x="274" y="17"/>
                  </a:lnTo>
                  <a:lnTo>
                    <a:pt x="283" y="13"/>
                  </a:lnTo>
                  <a:lnTo>
                    <a:pt x="293" y="10"/>
                  </a:lnTo>
                  <a:lnTo>
                    <a:pt x="293" y="10"/>
                  </a:lnTo>
                  <a:lnTo>
                    <a:pt x="296" y="10"/>
                  </a:lnTo>
                  <a:lnTo>
                    <a:pt x="297" y="8"/>
                  </a:lnTo>
                  <a:lnTo>
                    <a:pt x="297" y="6"/>
                  </a:lnTo>
                  <a:lnTo>
                    <a:pt x="297" y="4"/>
                  </a:lnTo>
                  <a:lnTo>
                    <a:pt x="295" y="1"/>
                  </a:lnTo>
                  <a:lnTo>
                    <a:pt x="292" y="0"/>
                  </a:lnTo>
                  <a:lnTo>
                    <a:pt x="291" y="0"/>
                  </a:lnTo>
                  <a:lnTo>
                    <a:pt x="291" y="0"/>
                  </a:lnTo>
                  <a:close/>
                </a:path>
              </a:pathLst>
            </a:custGeom>
            <a:solidFill>
              <a:schemeClr val="bg1"/>
            </a:solidFill>
            <a:ln w="9525">
              <a:noFill/>
              <a:round/>
            </a:ln>
          </p:spPr>
          <p:txBody>
            <a:bodyPr vert="horz" wrap="square" lIns="79689" tIns="39844" rIns="79689" bIns="39844" numCol="1" anchor="t" anchorCtr="0" compatLnSpc="1"/>
            <a:lstStyle/>
            <a:p>
              <a:endParaRPr lang="zh-CN" altLang="en-US" sz="1570">
                <a:solidFill>
                  <a:schemeClr val="bg1"/>
                </a:solidFill>
                <a:cs typeface="+mn-ea"/>
                <a:sym typeface="+mn-lt"/>
              </a:endParaRPr>
            </a:p>
          </p:txBody>
        </p:sp>
        <p:sp>
          <p:nvSpPr>
            <p:cNvPr id="169" name="Freeform 385"/>
            <p:cNvSpPr/>
            <p:nvPr/>
          </p:nvSpPr>
          <p:spPr bwMode="auto">
            <a:xfrm>
              <a:off x="5468939" y="1271588"/>
              <a:ext cx="187325" cy="80963"/>
            </a:xfrm>
            <a:custGeom>
              <a:avLst/>
              <a:gdLst/>
              <a:ahLst/>
              <a:cxnLst>
                <a:cxn ang="0">
                  <a:pos x="467" y="0"/>
                </a:cxn>
                <a:cxn ang="0">
                  <a:pos x="467" y="0"/>
                </a:cxn>
                <a:cxn ang="0">
                  <a:pos x="458" y="1"/>
                </a:cxn>
                <a:cxn ang="0">
                  <a:pos x="449" y="4"/>
                </a:cxn>
                <a:cxn ang="0">
                  <a:pos x="432" y="11"/>
                </a:cxn>
                <a:cxn ang="0">
                  <a:pos x="432" y="11"/>
                </a:cxn>
                <a:cxn ang="0">
                  <a:pos x="417" y="17"/>
                </a:cxn>
                <a:cxn ang="0">
                  <a:pos x="404" y="21"/>
                </a:cxn>
                <a:cxn ang="0">
                  <a:pos x="391" y="26"/>
                </a:cxn>
                <a:cxn ang="0">
                  <a:pos x="378" y="32"/>
                </a:cxn>
                <a:cxn ang="0">
                  <a:pos x="378" y="32"/>
                </a:cxn>
                <a:cxn ang="0">
                  <a:pos x="324" y="57"/>
                </a:cxn>
                <a:cxn ang="0">
                  <a:pos x="271" y="82"/>
                </a:cxn>
                <a:cxn ang="0">
                  <a:pos x="271" y="82"/>
                </a:cxn>
                <a:cxn ang="0">
                  <a:pos x="237" y="97"/>
                </a:cxn>
                <a:cxn ang="0">
                  <a:pos x="204" y="111"/>
                </a:cxn>
                <a:cxn ang="0">
                  <a:pos x="136" y="137"/>
                </a:cxn>
                <a:cxn ang="0">
                  <a:pos x="69" y="165"/>
                </a:cxn>
                <a:cxn ang="0">
                  <a:pos x="35" y="179"/>
                </a:cxn>
                <a:cxn ang="0">
                  <a:pos x="3" y="193"/>
                </a:cxn>
                <a:cxn ang="0">
                  <a:pos x="3" y="193"/>
                </a:cxn>
                <a:cxn ang="0">
                  <a:pos x="1" y="196"/>
                </a:cxn>
                <a:cxn ang="0">
                  <a:pos x="0" y="197"/>
                </a:cxn>
                <a:cxn ang="0">
                  <a:pos x="0" y="200"/>
                </a:cxn>
                <a:cxn ang="0">
                  <a:pos x="1" y="201"/>
                </a:cxn>
                <a:cxn ang="0">
                  <a:pos x="4" y="204"/>
                </a:cxn>
                <a:cxn ang="0">
                  <a:pos x="7" y="205"/>
                </a:cxn>
                <a:cxn ang="0">
                  <a:pos x="9" y="204"/>
                </a:cxn>
                <a:cxn ang="0">
                  <a:pos x="9" y="204"/>
                </a:cxn>
                <a:cxn ang="0">
                  <a:pos x="39" y="189"/>
                </a:cxn>
                <a:cxn ang="0">
                  <a:pos x="69" y="176"/>
                </a:cxn>
                <a:cxn ang="0">
                  <a:pos x="132" y="150"/>
                </a:cxn>
                <a:cxn ang="0">
                  <a:pos x="195" y="127"/>
                </a:cxn>
                <a:cxn ang="0">
                  <a:pos x="256" y="100"/>
                </a:cxn>
                <a:cxn ang="0">
                  <a:pos x="256" y="100"/>
                </a:cxn>
                <a:cxn ang="0">
                  <a:pos x="289" y="86"/>
                </a:cxn>
                <a:cxn ang="0">
                  <a:pos x="323" y="73"/>
                </a:cxn>
                <a:cxn ang="0">
                  <a:pos x="323" y="73"/>
                </a:cxn>
                <a:cxn ang="0">
                  <a:pos x="344" y="65"/>
                </a:cxn>
                <a:cxn ang="0">
                  <a:pos x="356" y="60"/>
                </a:cxn>
                <a:cxn ang="0">
                  <a:pos x="364" y="55"/>
                </a:cxn>
                <a:cxn ang="0">
                  <a:pos x="364" y="55"/>
                </a:cxn>
                <a:cxn ang="0">
                  <a:pos x="377" y="46"/>
                </a:cxn>
                <a:cxn ang="0">
                  <a:pos x="391" y="39"/>
                </a:cxn>
                <a:cxn ang="0">
                  <a:pos x="407" y="32"/>
                </a:cxn>
                <a:cxn ang="0">
                  <a:pos x="421" y="27"/>
                </a:cxn>
                <a:cxn ang="0">
                  <a:pos x="421" y="27"/>
                </a:cxn>
                <a:cxn ang="0">
                  <a:pos x="445" y="18"/>
                </a:cxn>
                <a:cxn ang="0">
                  <a:pos x="458" y="13"/>
                </a:cxn>
                <a:cxn ang="0">
                  <a:pos x="470" y="10"/>
                </a:cxn>
                <a:cxn ang="0">
                  <a:pos x="470" y="10"/>
                </a:cxn>
                <a:cxn ang="0">
                  <a:pos x="472" y="9"/>
                </a:cxn>
                <a:cxn ang="0">
                  <a:pos x="474" y="8"/>
                </a:cxn>
                <a:cxn ang="0">
                  <a:pos x="474" y="6"/>
                </a:cxn>
                <a:cxn ang="0">
                  <a:pos x="474" y="4"/>
                </a:cxn>
                <a:cxn ang="0">
                  <a:pos x="471" y="0"/>
                </a:cxn>
                <a:cxn ang="0">
                  <a:pos x="470" y="0"/>
                </a:cxn>
                <a:cxn ang="0">
                  <a:pos x="467" y="0"/>
                </a:cxn>
                <a:cxn ang="0">
                  <a:pos x="467" y="0"/>
                </a:cxn>
              </a:cxnLst>
              <a:rect l="0" t="0" r="r" b="b"/>
              <a:pathLst>
                <a:path w="474" h="205">
                  <a:moveTo>
                    <a:pt x="467" y="0"/>
                  </a:moveTo>
                  <a:lnTo>
                    <a:pt x="467" y="0"/>
                  </a:lnTo>
                  <a:lnTo>
                    <a:pt x="458" y="1"/>
                  </a:lnTo>
                  <a:lnTo>
                    <a:pt x="449" y="4"/>
                  </a:lnTo>
                  <a:lnTo>
                    <a:pt x="432" y="11"/>
                  </a:lnTo>
                  <a:lnTo>
                    <a:pt x="432" y="11"/>
                  </a:lnTo>
                  <a:lnTo>
                    <a:pt x="417" y="17"/>
                  </a:lnTo>
                  <a:lnTo>
                    <a:pt x="404" y="21"/>
                  </a:lnTo>
                  <a:lnTo>
                    <a:pt x="391" y="26"/>
                  </a:lnTo>
                  <a:lnTo>
                    <a:pt x="378" y="32"/>
                  </a:lnTo>
                  <a:lnTo>
                    <a:pt x="378" y="32"/>
                  </a:lnTo>
                  <a:lnTo>
                    <a:pt x="324" y="57"/>
                  </a:lnTo>
                  <a:lnTo>
                    <a:pt x="271" y="82"/>
                  </a:lnTo>
                  <a:lnTo>
                    <a:pt x="271" y="82"/>
                  </a:lnTo>
                  <a:lnTo>
                    <a:pt x="237" y="97"/>
                  </a:lnTo>
                  <a:lnTo>
                    <a:pt x="204" y="111"/>
                  </a:lnTo>
                  <a:lnTo>
                    <a:pt x="136" y="137"/>
                  </a:lnTo>
                  <a:lnTo>
                    <a:pt x="69" y="165"/>
                  </a:lnTo>
                  <a:lnTo>
                    <a:pt x="35" y="179"/>
                  </a:lnTo>
                  <a:lnTo>
                    <a:pt x="3" y="193"/>
                  </a:lnTo>
                  <a:lnTo>
                    <a:pt x="3" y="193"/>
                  </a:lnTo>
                  <a:lnTo>
                    <a:pt x="1" y="196"/>
                  </a:lnTo>
                  <a:lnTo>
                    <a:pt x="0" y="197"/>
                  </a:lnTo>
                  <a:lnTo>
                    <a:pt x="0" y="200"/>
                  </a:lnTo>
                  <a:lnTo>
                    <a:pt x="1" y="201"/>
                  </a:lnTo>
                  <a:lnTo>
                    <a:pt x="4" y="204"/>
                  </a:lnTo>
                  <a:lnTo>
                    <a:pt x="7" y="205"/>
                  </a:lnTo>
                  <a:lnTo>
                    <a:pt x="9" y="204"/>
                  </a:lnTo>
                  <a:lnTo>
                    <a:pt x="9" y="204"/>
                  </a:lnTo>
                  <a:lnTo>
                    <a:pt x="39" y="189"/>
                  </a:lnTo>
                  <a:lnTo>
                    <a:pt x="69" y="176"/>
                  </a:lnTo>
                  <a:lnTo>
                    <a:pt x="132" y="150"/>
                  </a:lnTo>
                  <a:lnTo>
                    <a:pt x="195" y="127"/>
                  </a:lnTo>
                  <a:lnTo>
                    <a:pt x="256" y="100"/>
                  </a:lnTo>
                  <a:lnTo>
                    <a:pt x="256" y="100"/>
                  </a:lnTo>
                  <a:lnTo>
                    <a:pt x="289" y="86"/>
                  </a:lnTo>
                  <a:lnTo>
                    <a:pt x="323" y="73"/>
                  </a:lnTo>
                  <a:lnTo>
                    <a:pt x="323" y="73"/>
                  </a:lnTo>
                  <a:lnTo>
                    <a:pt x="344" y="65"/>
                  </a:lnTo>
                  <a:lnTo>
                    <a:pt x="356" y="60"/>
                  </a:lnTo>
                  <a:lnTo>
                    <a:pt x="364" y="55"/>
                  </a:lnTo>
                  <a:lnTo>
                    <a:pt x="364" y="55"/>
                  </a:lnTo>
                  <a:lnTo>
                    <a:pt x="377" y="46"/>
                  </a:lnTo>
                  <a:lnTo>
                    <a:pt x="391" y="39"/>
                  </a:lnTo>
                  <a:lnTo>
                    <a:pt x="407" y="32"/>
                  </a:lnTo>
                  <a:lnTo>
                    <a:pt x="421" y="27"/>
                  </a:lnTo>
                  <a:lnTo>
                    <a:pt x="421" y="27"/>
                  </a:lnTo>
                  <a:lnTo>
                    <a:pt x="445" y="18"/>
                  </a:lnTo>
                  <a:lnTo>
                    <a:pt x="458" y="13"/>
                  </a:lnTo>
                  <a:lnTo>
                    <a:pt x="470" y="10"/>
                  </a:lnTo>
                  <a:lnTo>
                    <a:pt x="470" y="10"/>
                  </a:lnTo>
                  <a:lnTo>
                    <a:pt x="472" y="9"/>
                  </a:lnTo>
                  <a:lnTo>
                    <a:pt x="474" y="8"/>
                  </a:lnTo>
                  <a:lnTo>
                    <a:pt x="474" y="6"/>
                  </a:lnTo>
                  <a:lnTo>
                    <a:pt x="474" y="4"/>
                  </a:lnTo>
                  <a:lnTo>
                    <a:pt x="471" y="0"/>
                  </a:lnTo>
                  <a:lnTo>
                    <a:pt x="470" y="0"/>
                  </a:lnTo>
                  <a:lnTo>
                    <a:pt x="467" y="0"/>
                  </a:lnTo>
                  <a:lnTo>
                    <a:pt x="467" y="0"/>
                  </a:lnTo>
                  <a:close/>
                </a:path>
              </a:pathLst>
            </a:custGeom>
            <a:solidFill>
              <a:schemeClr val="bg1"/>
            </a:solidFill>
            <a:ln w="9525">
              <a:noFill/>
              <a:round/>
            </a:ln>
          </p:spPr>
          <p:txBody>
            <a:bodyPr vert="horz" wrap="square" lIns="79689" tIns="39844" rIns="79689" bIns="39844" numCol="1" anchor="t" anchorCtr="0" compatLnSpc="1"/>
            <a:lstStyle/>
            <a:p>
              <a:endParaRPr lang="zh-CN" altLang="en-US" sz="1570">
                <a:solidFill>
                  <a:schemeClr val="bg1"/>
                </a:solidFill>
                <a:cs typeface="+mn-ea"/>
                <a:sym typeface="+mn-lt"/>
              </a:endParaRPr>
            </a:p>
          </p:txBody>
        </p:sp>
        <p:sp>
          <p:nvSpPr>
            <p:cNvPr id="170" name="Freeform 386"/>
            <p:cNvSpPr/>
            <p:nvPr/>
          </p:nvSpPr>
          <p:spPr bwMode="auto">
            <a:xfrm>
              <a:off x="5697539" y="1277938"/>
              <a:ext cx="190500" cy="130175"/>
            </a:xfrm>
            <a:custGeom>
              <a:avLst/>
              <a:gdLst/>
              <a:ahLst/>
              <a:cxnLst>
                <a:cxn ang="0">
                  <a:pos x="470" y="1"/>
                </a:cxn>
                <a:cxn ang="0">
                  <a:pos x="470" y="1"/>
                </a:cxn>
                <a:cxn ang="0">
                  <a:pos x="439" y="23"/>
                </a:cxn>
                <a:cxn ang="0">
                  <a:pos x="408" y="46"/>
                </a:cxn>
                <a:cxn ang="0">
                  <a:pos x="344" y="89"/>
                </a:cxn>
                <a:cxn ang="0">
                  <a:pos x="280" y="131"/>
                </a:cxn>
                <a:cxn ang="0">
                  <a:pos x="248" y="153"/>
                </a:cxn>
                <a:cxn ang="0">
                  <a:pos x="218" y="176"/>
                </a:cxn>
                <a:cxn ang="0">
                  <a:pos x="218" y="176"/>
                </a:cxn>
                <a:cxn ang="0">
                  <a:pos x="184" y="204"/>
                </a:cxn>
                <a:cxn ang="0">
                  <a:pos x="148" y="229"/>
                </a:cxn>
                <a:cxn ang="0">
                  <a:pos x="111" y="252"/>
                </a:cxn>
                <a:cxn ang="0">
                  <a:pos x="73" y="273"/>
                </a:cxn>
                <a:cxn ang="0">
                  <a:pos x="73" y="273"/>
                </a:cxn>
                <a:cxn ang="0">
                  <a:pos x="59" y="281"/>
                </a:cxn>
                <a:cxn ang="0">
                  <a:pos x="46" y="290"/>
                </a:cxn>
                <a:cxn ang="0">
                  <a:pos x="33" y="299"/>
                </a:cxn>
                <a:cxn ang="0">
                  <a:pos x="18" y="306"/>
                </a:cxn>
                <a:cxn ang="0">
                  <a:pos x="18" y="306"/>
                </a:cxn>
                <a:cxn ang="0">
                  <a:pos x="12" y="310"/>
                </a:cxn>
                <a:cxn ang="0">
                  <a:pos x="6" y="312"/>
                </a:cxn>
                <a:cxn ang="0">
                  <a:pos x="3" y="316"/>
                </a:cxn>
                <a:cxn ang="0">
                  <a:pos x="0" y="323"/>
                </a:cxn>
                <a:cxn ang="0">
                  <a:pos x="0" y="323"/>
                </a:cxn>
                <a:cxn ang="0">
                  <a:pos x="0" y="325"/>
                </a:cxn>
                <a:cxn ang="0">
                  <a:pos x="1" y="328"/>
                </a:cxn>
                <a:cxn ang="0">
                  <a:pos x="4" y="329"/>
                </a:cxn>
                <a:cxn ang="0">
                  <a:pos x="8" y="329"/>
                </a:cxn>
                <a:cxn ang="0">
                  <a:pos x="10" y="328"/>
                </a:cxn>
                <a:cxn ang="0">
                  <a:pos x="10" y="327"/>
                </a:cxn>
                <a:cxn ang="0">
                  <a:pos x="10" y="327"/>
                </a:cxn>
                <a:cxn ang="0">
                  <a:pos x="13" y="323"/>
                </a:cxn>
                <a:cxn ang="0">
                  <a:pos x="18" y="319"/>
                </a:cxn>
                <a:cxn ang="0">
                  <a:pos x="31" y="311"/>
                </a:cxn>
                <a:cxn ang="0">
                  <a:pos x="54" y="298"/>
                </a:cxn>
                <a:cxn ang="0">
                  <a:pos x="54" y="298"/>
                </a:cxn>
                <a:cxn ang="0">
                  <a:pos x="85" y="280"/>
                </a:cxn>
                <a:cxn ang="0">
                  <a:pos x="116" y="261"/>
                </a:cxn>
                <a:cxn ang="0">
                  <a:pos x="116" y="261"/>
                </a:cxn>
                <a:cxn ang="0">
                  <a:pos x="148" y="242"/>
                </a:cxn>
                <a:cxn ang="0">
                  <a:pos x="178" y="222"/>
                </a:cxn>
                <a:cxn ang="0">
                  <a:pos x="207" y="200"/>
                </a:cxn>
                <a:cxn ang="0">
                  <a:pos x="235" y="178"/>
                </a:cxn>
                <a:cxn ang="0">
                  <a:pos x="235" y="178"/>
                </a:cxn>
                <a:cxn ang="0">
                  <a:pos x="264" y="155"/>
                </a:cxn>
                <a:cxn ang="0">
                  <a:pos x="294" y="134"/>
                </a:cxn>
                <a:cxn ang="0">
                  <a:pos x="356" y="93"/>
                </a:cxn>
                <a:cxn ang="0">
                  <a:pos x="417" y="52"/>
                </a:cxn>
                <a:cxn ang="0">
                  <a:pos x="449" y="31"/>
                </a:cxn>
                <a:cxn ang="0">
                  <a:pos x="477" y="9"/>
                </a:cxn>
                <a:cxn ang="0">
                  <a:pos x="477" y="9"/>
                </a:cxn>
                <a:cxn ang="0">
                  <a:pos x="479" y="8"/>
                </a:cxn>
                <a:cxn ang="0">
                  <a:pos x="480" y="5"/>
                </a:cxn>
                <a:cxn ang="0">
                  <a:pos x="479" y="4"/>
                </a:cxn>
                <a:cxn ang="0">
                  <a:pos x="477" y="1"/>
                </a:cxn>
                <a:cxn ang="0">
                  <a:pos x="475" y="0"/>
                </a:cxn>
                <a:cxn ang="0">
                  <a:pos x="472" y="0"/>
                </a:cxn>
                <a:cxn ang="0">
                  <a:pos x="470" y="1"/>
                </a:cxn>
                <a:cxn ang="0">
                  <a:pos x="470" y="1"/>
                </a:cxn>
              </a:cxnLst>
              <a:rect l="0" t="0" r="r" b="b"/>
              <a:pathLst>
                <a:path w="480" h="329">
                  <a:moveTo>
                    <a:pt x="470" y="1"/>
                  </a:moveTo>
                  <a:lnTo>
                    <a:pt x="470" y="1"/>
                  </a:lnTo>
                  <a:lnTo>
                    <a:pt x="439" y="23"/>
                  </a:lnTo>
                  <a:lnTo>
                    <a:pt x="408" y="46"/>
                  </a:lnTo>
                  <a:lnTo>
                    <a:pt x="344" y="89"/>
                  </a:lnTo>
                  <a:lnTo>
                    <a:pt x="280" y="131"/>
                  </a:lnTo>
                  <a:lnTo>
                    <a:pt x="248" y="153"/>
                  </a:lnTo>
                  <a:lnTo>
                    <a:pt x="218" y="176"/>
                  </a:lnTo>
                  <a:lnTo>
                    <a:pt x="218" y="176"/>
                  </a:lnTo>
                  <a:lnTo>
                    <a:pt x="184" y="204"/>
                  </a:lnTo>
                  <a:lnTo>
                    <a:pt x="148" y="229"/>
                  </a:lnTo>
                  <a:lnTo>
                    <a:pt x="111" y="252"/>
                  </a:lnTo>
                  <a:lnTo>
                    <a:pt x="73" y="273"/>
                  </a:lnTo>
                  <a:lnTo>
                    <a:pt x="73" y="273"/>
                  </a:lnTo>
                  <a:lnTo>
                    <a:pt x="59" y="281"/>
                  </a:lnTo>
                  <a:lnTo>
                    <a:pt x="46" y="290"/>
                  </a:lnTo>
                  <a:lnTo>
                    <a:pt x="33" y="299"/>
                  </a:lnTo>
                  <a:lnTo>
                    <a:pt x="18" y="306"/>
                  </a:lnTo>
                  <a:lnTo>
                    <a:pt x="18" y="306"/>
                  </a:lnTo>
                  <a:lnTo>
                    <a:pt x="12" y="310"/>
                  </a:lnTo>
                  <a:lnTo>
                    <a:pt x="6" y="312"/>
                  </a:lnTo>
                  <a:lnTo>
                    <a:pt x="3" y="316"/>
                  </a:lnTo>
                  <a:lnTo>
                    <a:pt x="0" y="323"/>
                  </a:lnTo>
                  <a:lnTo>
                    <a:pt x="0" y="323"/>
                  </a:lnTo>
                  <a:lnTo>
                    <a:pt x="0" y="325"/>
                  </a:lnTo>
                  <a:lnTo>
                    <a:pt x="1" y="328"/>
                  </a:lnTo>
                  <a:lnTo>
                    <a:pt x="4" y="329"/>
                  </a:lnTo>
                  <a:lnTo>
                    <a:pt x="8" y="329"/>
                  </a:lnTo>
                  <a:lnTo>
                    <a:pt x="10" y="328"/>
                  </a:lnTo>
                  <a:lnTo>
                    <a:pt x="10" y="327"/>
                  </a:lnTo>
                  <a:lnTo>
                    <a:pt x="10" y="327"/>
                  </a:lnTo>
                  <a:lnTo>
                    <a:pt x="13" y="323"/>
                  </a:lnTo>
                  <a:lnTo>
                    <a:pt x="18" y="319"/>
                  </a:lnTo>
                  <a:lnTo>
                    <a:pt x="31" y="311"/>
                  </a:lnTo>
                  <a:lnTo>
                    <a:pt x="54" y="298"/>
                  </a:lnTo>
                  <a:lnTo>
                    <a:pt x="54" y="298"/>
                  </a:lnTo>
                  <a:lnTo>
                    <a:pt x="85" y="280"/>
                  </a:lnTo>
                  <a:lnTo>
                    <a:pt x="116" y="261"/>
                  </a:lnTo>
                  <a:lnTo>
                    <a:pt x="116" y="261"/>
                  </a:lnTo>
                  <a:lnTo>
                    <a:pt x="148" y="242"/>
                  </a:lnTo>
                  <a:lnTo>
                    <a:pt x="178" y="222"/>
                  </a:lnTo>
                  <a:lnTo>
                    <a:pt x="207" y="200"/>
                  </a:lnTo>
                  <a:lnTo>
                    <a:pt x="235" y="178"/>
                  </a:lnTo>
                  <a:lnTo>
                    <a:pt x="235" y="178"/>
                  </a:lnTo>
                  <a:lnTo>
                    <a:pt x="264" y="155"/>
                  </a:lnTo>
                  <a:lnTo>
                    <a:pt x="294" y="134"/>
                  </a:lnTo>
                  <a:lnTo>
                    <a:pt x="356" y="93"/>
                  </a:lnTo>
                  <a:lnTo>
                    <a:pt x="417" y="52"/>
                  </a:lnTo>
                  <a:lnTo>
                    <a:pt x="449" y="31"/>
                  </a:lnTo>
                  <a:lnTo>
                    <a:pt x="477" y="9"/>
                  </a:lnTo>
                  <a:lnTo>
                    <a:pt x="477" y="9"/>
                  </a:lnTo>
                  <a:lnTo>
                    <a:pt x="479" y="8"/>
                  </a:lnTo>
                  <a:lnTo>
                    <a:pt x="480" y="5"/>
                  </a:lnTo>
                  <a:lnTo>
                    <a:pt x="479" y="4"/>
                  </a:lnTo>
                  <a:lnTo>
                    <a:pt x="477" y="1"/>
                  </a:lnTo>
                  <a:lnTo>
                    <a:pt x="475" y="0"/>
                  </a:lnTo>
                  <a:lnTo>
                    <a:pt x="472" y="0"/>
                  </a:lnTo>
                  <a:lnTo>
                    <a:pt x="470" y="1"/>
                  </a:lnTo>
                  <a:lnTo>
                    <a:pt x="470" y="1"/>
                  </a:lnTo>
                  <a:close/>
                </a:path>
              </a:pathLst>
            </a:custGeom>
            <a:solidFill>
              <a:schemeClr val="bg1"/>
            </a:solidFill>
            <a:ln w="9525">
              <a:noFill/>
              <a:round/>
            </a:ln>
          </p:spPr>
          <p:txBody>
            <a:bodyPr vert="horz" wrap="square" lIns="79689" tIns="39844" rIns="79689" bIns="39844" numCol="1" anchor="t" anchorCtr="0" compatLnSpc="1"/>
            <a:lstStyle/>
            <a:p>
              <a:endParaRPr lang="zh-CN" altLang="en-US" sz="1570">
                <a:solidFill>
                  <a:schemeClr val="bg1"/>
                </a:solidFill>
                <a:cs typeface="+mn-ea"/>
                <a:sym typeface="+mn-lt"/>
              </a:endParaRPr>
            </a:p>
          </p:txBody>
        </p:sp>
        <p:sp>
          <p:nvSpPr>
            <p:cNvPr id="171" name="Freeform 387"/>
            <p:cNvSpPr/>
            <p:nvPr/>
          </p:nvSpPr>
          <p:spPr bwMode="auto">
            <a:xfrm>
              <a:off x="5686426" y="1303338"/>
              <a:ext cx="265113" cy="166688"/>
            </a:xfrm>
            <a:custGeom>
              <a:avLst/>
              <a:gdLst/>
              <a:ahLst/>
              <a:cxnLst>
                <a:cxn ang="0">
                  <a:pos x="657" y="6"/>
                </a:cxn>
                <a:cxn ang="0">
                  <a:pos x="650" y="9"/>
                </a:cxn>
                <a:cxn ang="0">
                  <a:pos x="631" y="19"/>
                </a:cxn>
                <a:cxn ang="0">
                  <a:pos x="604" y="34"/>
                </a:cxn>
                <a:cxn ang="0">
                  <a:pos x="595" y="37"/>
                </a:cxn>
                <a:cxn ang="0">
                  <a:pos x="581" y="51"/>
                </a:cxn>
                <a:cxn ang="0">
                  <a:pos x="573" y="57"/>
                </a:cxn>
                <a:cxn ang="0">
                  <a:pos x="526" y="90"/>
                </a:cxn>
                <a:cxn ang="0">
                  <a:pos x="437" y="146"/>
                </a:cxn>
                <a:cxn ang="0">
                  <a:pos x="345" y="200"/>
                </a:cxn>
                <a:cxn ang="0">
                  <a:pos x="243" y="260"/>
                </a:cxn>
                <a:cxn ang="0">
                  <a:pos x="140" y="320"/>
                </a:cxn>
                <a:cxn ang="0">
                  <a:pos x="97" y="347"/>
                </a:cxn>
                <a:cxn ang="0">
                  <a:pos x="86" y="354"/>
                </a:cxn>
                <a:cxn ang="0">
                  <a:pos x="51" y="371"/>
                </a:cxn>
                <a:cxn ang="0">
                  <a:pos x="37" y="379"/>
                </a:cxn>
                <a:cxn ang="0">
                  <a:pos x="11" y="400"/>
                </a:cxn>
                <a:cxn ang="0">
                  <a:pos x="1" y="413"/>
                </a:cxn>
                <a:cxn ang="0">
                  <a:pos x="0" y="415"/>
                </a:cxn>
                <a:cxn ang="0">
                  <a:pos x="3" y="421"/>
                </a:cxn>
                <a:cxn ang="0">
                  <a:pos x="9" y="421"/>
                </a:cxn>
                <a:cxn ang="0">
                  <a:pos x="11" y="418"/>
                </a:cxn>
                <a:cxn ang="0">
                  <a:pos x="24" y="404"/>
                </a:cxn>
                <a:cxn ang="0">
                  <a:pos x="39" y="392"/>
                </a:cxn>
                <a:cxn ang="0">
                  <a:pos x="73" y="372"/>
                </a:cxn>
                <a:cxn ang="0">
                  <a:pos x="94" y="362"/>
                </a:cxn>
                <a:cxn ang="0">
                  <a:pos x="135" y="336"/>
                </a:cxn>
                <a:cxn ang="0">
                  <a:pos x="156" y="324"/>
                </a:cxn>
                <a:cxn ang="0">
                  <a:pos x="352" y="209"/>
                </a:cxn>
                <a:cxn ang="0">
                  <a:pos x="517" y="109"/>
                </a:cxn>
                <a:cxn ang="0">
                  <a:pos x="536" y="96"/>
                </a:cxn>
                <a:cxn ang="0">
                  <a:pos x="594" y="56"/>
                </a:cxn>
                <a:cxn ang="0">
                  <a:pos x="610" y="44"/>
                </a:cxn>
                <a:cxn ang="0">
                  <a:pos x="636" y="27"/>
                </a:cxn>
                <a:cxn ang="0">
                  <a:pos x="654" y="18"/>
                </a:cxn>
                <a:cxn ang="0">
                  <a:pos x="662" y="17"/>
                </a:cxn>
                <a:cxn ang="0">
                  <a:pos x="667" y="13"/>
                </a:cxn>
                <a:cxn ang="0">
                  <a:pos x="669" y="5"/>
                </a:cxn>
                <a:cxn ang="0">
                  <a:pos x="667" y="2"/>
                </a:cxn>
                <a:cxn ang="0">
                  <a:pos x="662" y="0"/>
                </a:cxn>
                <a:cxn ang="0">
                  <a:pos x="657" y="2"/>
                </a:cxn>
                <a:cxn ang="0">
                  <a:pos x="657" y="5"/>
                </a:cxn>
              </a:cxnLst>
              <a:rect l="0" t="0" r="r" b="b"/>
              <a:pathLst>
                <a:path w="669" h="421">
                  <a:moveTo>
                    <a:pt x="657" y="5"/>
                  </a:moveTo>
                  <a:lnTo>
                    <a:pt x="657" y="6"/>
                  </a:lnTo>
                  <a:lnTo>
                    <a:pt x="657" y="6"/>
                  </a:lnTo>
                  <a:lnTo>
                    <a:pt x="650" y="9"/>
                  </a:lnTo>
                  <a:lnTo>
                    <a:pt x="642" y="11"/>
                  </a:lnTo>
                  <a:lnTo>
                    <a:pt x="631" y="19"/>
                  </a:lnTo>
                  <a:lnTo>
                    <a:pt x="618" y="27"/>
                  </a:lnTo>
                  <a:lnTo>
                    <a:pt x="604" y="34"/>
                  </a:lnTo>
                  <a:lnTo>
                    <a:pt x="604" y="34"/>
                  </a:lnTo>
                  <a:lnTo>
                    <a:pt x="595" y="37"/>
                  </a:lnTo>
                  <a:lnTo>
                    <a:pt x="589" y="44"/>
                  </a:lnTo>
                  <a:lnTo>
                    <a:pt x="581" y="51"/>
                  </a:lnTo>
                  <a:lnTo>
                    <a:pt x="573" y="57"/>
                  </a:lnTo>
                  <a:lnTo>
                    <a:pt x="573" y="57"/>
                  </a:lnTo>
                  <a:lnTo>
                    <a:pt x="526" y="90"/>
                  </a:lnTo>
                  <a:lnTo>
                    <a:pt x="526" y="90"/>
                  </a:lnTo>
                  <a:lnTo>
                    <a:pt x="482" y="119"/>
                  </a:lnTo>
                  <a:lnTo>
                    <a:pt x="437" y="146"/>
                  </a:lnTo>
                  <a:lnTo>
                    <a:pt x="391" y="172"/>
                  </a:lnTo>
                  <a:lnTo>
                    <a:pt x="345" y="200"/>
                  </a:lnTo>
                  <a:lnTo>
                    <a:pt x="345" y="200"/>
                  </a:lnTo>
                  <a:lnTo>
                    <a:pt x="243" y="260"/>
                  </a:lnTo>
                  <a:lnTo>
                    <a:pt x="140" y="320"/>
                  </a:lnTo>
                  <a:lnTo>
                    <a:pt x="140" y="320"/>
                  </a:lnTo>
                  <a:lnTo>
                    <a:pt x="118" y="333"/>
                  </a:lnTo>
                  <a:lnTo>
                    <a:pt x="97" y="347"/>
                  </a:lnTo>
                  <a:lnTo>
                    <a:pt x="97" y="347"/>
                  </a:lnTo>
                  <a:lnTo>
                    <a:pt x="86" y="354"/>
                  </a:lnTo>
                  <a:lnTo>
                    <a:pt x="75" y="360"/>
                  </a:lnTo>
                  <a:lnTo>
                    <a:pt x="51" y="371"/>
                  </a:lnTo>
                  <a:lnTo>
                    <a:pt x="51" y="371"/>
                  </a:lnTo>
                  <a:lnTo>
                    <a:pt x="37" y="379"/>
                  </a:lnTo>
                  <a:lnTo>
                    <a:pt x="24" y="389"/>
                  </a:lnTo>
                  <a:lnTo>
                    <a:pt x="11" y="400"/>
                  </a:lnTo>
                  <a:lnTo>
                    <a:pt x="5" y="406"/>
                  </a:lnTo>
                  <a:lnTo>
                    <a:pt x="1" y="413"/>
                  </a:lnTo>
                  <a:lnTo>
                    <a:pt x="1" y="413"/>
                  </a:lnTo>
                  <a:lnTo>
                    <a:pt x="0" y="415"/>
                  </a:lnTo>
                  <a:lnTo>
                    <a:pt x="0" y="417"/>
                  </a:lnTo>
                  <a:lnTo>
                    <a:pt x="3" y="421"/>
                  </a:lnTo>
                  <a:lnTo>
                    <a:pt x="7" y="421"/>
                  </a:lnTo>
                  <a:lnTo>
                    <a:pt x="9" y="421"/>
                  </a:lnTo>
                  <a:lnTo>
                    <a:pt x="11" y="418"/>
                  </a:lnTo>
                  <a:lnTo>
                    <a:pt x="11" y="418"/>
                  </a:lnTo>
                  <a:lnTo>
                    <a:pt x="17" y="410"/>
                  </a:lnTo>
                  <a:lnTo>
                    <a:pt x="24" y="404"/>
                  </a:lnTo>
                  <a:lnTo>
                    <a:pt x="32" y="397"/>
                  </a:lnTo>
                  <a:lnTo>
                    <a:pt x="39" y="392"/>
                  </a:lnTo>
                  <a:lnTo>
                    <a:pt x="56" y="381"/>
                  </a:lnTo>
                  <a:lnTo>
                    <a:pt x="73" y="372"/>
                  </a:lnTo>
                  <a:lnTo>
                    <a:pt x="73" y="372"/>
                  </a:lnTo>
                  <a:lnTo>
                    <a:pt x="94" y="362"/>
                  </a:lnTo>
                  <a:lnTo>
                    <a:pt x="115" y="349"/>
                  </a:lnTo>
                  <a:lnTo>
                    <a:pt x="135" y="336"/>
                  </a:lnTo>
                  <a:lnTo>
                    <a:pt x="156" y="324"/>
                  </a:lnTo>
                  <a:lnTo>
                    <a:pt x="156" y="324"/>
                  </a:lnTo>
                  <a:lnTo>
                    <a:pt x="352" y="209"/>
                  </a:lnTo>
                  <a:lnTo>
                    <a:pt x="352" y="209"/>
                  </a:lnTo>
                  <a:lnTo>
                    <a:pt x="434" y="159"/>
                  </a:lnTo>
                  <a:lnTo>
                    <a:pt x="517" y="109"/>
                  </a:lnTo>
                  <a:lnTo>
                    <a:pt x="517" y="109"/>
                  </a:lnTo>
                  <a:lnTo>
                    <a:pt x="536" y="96"/>
                  </a:lnTo>
                  <a:lnTo>
                    <a:pt x="556" y="83"/>
                  </a:lnTo>
                  <a:lnTo>
                    <a:pt x="594" y="56"/>
                  </a:lnTo>
                  <a:lnTo>
                    <a:pt x="594" y="56"/>
                  </a:lnTo>
                  <a:lnTo>
                    <a:pt x="610" y="44"/>
                  </a:lnTo>
                  <a:lnTo>
                    <a:pt x="627" y="32"/>
                  </a:lnTo>
                  <a:lnTo>
                    <a:pt x="636" y="27"/>
                  </a:lnTo>
                  <a:lnTo>
                    <a:pt x="645" y="22"/>
                  </a:lnTo>
                  <a:lnTo>
                    <a:pt x="654" y="18"/>
                  </a:lnTo>
                  <a:lnTo>
                    <a:pt x="662" y="17"/>
                  </a:lnTo>
                  <a:lnTo>
                    <a:pt x="662" y="17"/>
                  </a:lnTo>
                  <a:lnTo>
                    <a:pt x="666" y="14"/>
                  </a:lnTo>
                  <a:lnTo>
                    <a:pt x="667" y="13"/>
                  </a:lnTo>
                  <a:lnTo>
                    <a:pt x="669" y="10"/>
                  </a:lnTo>
                  <a:lnTo>
                    <a:pt x="669" y="5"/>
                  </a:lnTo>
                  <a:lnTo>
                    <a:pt x="669" y="5"/>
                  </a:lnTo>
                  <a:lnTo>
                    <a:pt x="667" y="2"/>
                  </a:lnTo>
                  <a:lnTo>
                    <a:pt x="666" y="1"/>
                  </a:lnTo>
                  <a:lnTo>
                    <a:pt x="662" y="0"/>
                  </a:lnTo>
                  <a:lnTo>
                    <a:pt x="658" y="1"/>
                  </a:lnTo>
                  <a:lnTo>
                    <a:pt x="657" y="2"/>
                  </a:lnTo>
                  <a:lnTo>
                    <a:pt x="657" y="5"/>
                  </a:lnTo>
                  <a:lnTo>
                    <a:pt x="657" y="5"/>
                  </a:lnTo>
                  <a:close/>
                </a:path>
              </a:pathLst>
            </a:custGeom>
            <a:solidFill>
              <a:schemeClr val="bg1"/>
            </a:solidFill>
            <a:ln w="9525">
              <a:noFill/>
              <a:round/>
            </a:ln>
          </p:spPr>
          <p:txBody>
            <a:bodyPr vert="horz" wrap="square" lIns="79689" tIns="39844" rIns="79689" bIns="39844" numCol="1" anchor="t" anchorCtr="0" compatLnSpc="1"/>
            <a:lstStyle/>
            <a:p>
              <a:endParaRPr lang="zh-CN" altLang="en-US" sz="1570">
                <a:solidFill>
                  <a:schemeClr val="bg1"/>
                </a:solidFill>
                <a:cs typeface="+mn-ea"/>
                <a:sym typeface="+mn-lt"/>
              </a:endParaRPr>
            </a:p>
          </p:txBody>
        </p:sp>
        <p:sp>
          <p:nvSpPr>
            <p:cNvPr id="172" name="Freeform 388"/>
            <p:cNvSpPr/>
            <p:nvPr/>
          </p:nvSpPr>
          <p:spPr bwMode="auto">
            <a:xfrm>
              <a:off x="5648326" y="1501776"/>
              <a:ext cx="149225" cy="60325"/>
            </a:xfrm>
            <a:custGeom>
              <a:avLst/>
              <a:gdLst/>
              <a:ahLst/>
              <a:cxnLst>
                <a:cxn ang="0">
                  <a:pos x="372" y="0"/>
                </a:cxn>
                <a:cxn ang="0">
                  <a:pos x="372" y="0"/>
                </a:cxn>
                <a:cxn ang="0">
                  <a:pos x="361" y="1"/>
                </a:cxn>
                <a:cxn ang="0">
                  <a:pos x="352" y="4"/>
                </a:cxn>
                <a:cxn ang="0">
                  <a:pos x="334" y="10"/>
                </a:cxn>
                <a:cxn ang="0">
                  <a:pos x="297" y="26"/>
                </a:cxn>
                <a:cxn ang="0">
                  <a:pos x="297" y="26"/>
                </a:cxn>
                <a:cxn ang="0">
                  <a:pos x="271" y="36"/>
                </a:cxn>
                <a:cxn ang="0">
                  <a:pos x="244" y="45"/>
                </a:cxn>
                <a:cxn ang="0">
                  <a:pos x="218" y="55"/>
                </a:cxn>
                <a:cxn ang="0">
                  <a:pos x="191" y="64"/>
                </a:cxn>
                <a:cxn ang="0">
                  <a:pos x="191" y="64"/>
                </a:cxn>
                <a:cxn ang="0">
                  <a:pos x="102" y="99"/>
                </a:cxn>
                <a:cxn ang="0">
                  <a:pos x="58" y="117"/>
                </a:cxn>
                <a:cxn ang="0">
                  <a:pos x="15" y="137"/>
                </a:cxn>
                <a:cxn ang="0">
                  <a:pos x="15" y="137"/>
                </a:cxn>
                <a:cxn ang="0">
                  <a:pos x="11" y="136"/>
                </a:cxn>
                <a:cxn ang="0">
                  <a:pos x="10" y="137"/>
                </a:cxn>
                <a:cxn ang="0">
                  <a:pos x="8" y="138"/>
                </a:cxn>
                <a:cxn ang="0">
                  <a:pos x="2" y="144"/>
                </a:cxn>
                <a:cxn ang="0">
                  <a:pos x="2" y="144"/>
                </a:cxn>
                <a:cxn ang="0">
                  <a:pos x="0" y="145"/>
                </a:cxn>
                <a:cxn ang="0">
                  <a:pos x="0" y="147"/>
                </a:cxn>
                <a:cxn ang="0">
                  <a:pos x="2" y="151"/>
                </a:cxn>
                <a:cxn ang="0">
                  <a:pos x="4" y="153"/>
                </a:cxn>
                <a:cxn ang="0">
                  <a:pos x="7" y="153"/>
                </a:cxn>
                <a:cxn ang="0">
                  <a:pos x="8" y="153"/>
                </a:cxn>
                <a:cxn ang="0">
                  <a:pos x="8" y="153"/>
                </a:cxn>
                <a:cxn ang="0">
                  <a:pos x="54" y="132"/>
                </a:cxn>
                <a:cxn ang="0">
                  <a:pos x="101" y="112"/>
                </a:cxn>
                <a:cxn ang="0">
                  <a:pos x="194" y="76"/>
                </a:cxn>
                <a:cxn ang="0">
                  <a:pos x="194" y="76"/>
                </a:cxn>
                <a:cxn ang="0">
                  <a:pos x="215" y="66"/>
                </a:cxn>
                <a:cxn ang="0">
                  <a:pos x="237" y="59"/>
                </a:cxn>
                <a:cxn ang="0">
                  <a:pos x="282" y="44"/>
                </a:cxn>
                <a:cxn ang="0">
                  <a:pos x="282" y="44"/>
                </a:cxn>
                <a:cxn ang="0">
                  <a:pos x="304" y="35"/>
                </a:cxn>
                <a:cxn ang="0">
                  <a:pos x="326" y="25"/>
                </a:cxn>
                <a:cxn ang="0">
                  <a:pos x="348" y="15"/>
                </a:cxn>
                <a:cxn ang="0">
                  <a:pos x="360" y="13"/>
                </a:cxn>
                <a:cxn ang="0">
                  <a:pos x="372" y="10"/>
                </a:cxn>
                <a:cxn ang="0">
                  <a:pos x="372" y="10"/>
                </a:cxn>
                <a:cxn ang="0">
                  <a:pos x="373" y="10"/>
                </a:cxn>
                <a:cxn ang="0">
                  <a:pos x="376" y="9"/>
                </a:cxn>
                <a:cxn ang="0">
                  <a:pos x="377" y="5"/>
                </a:cxn>
                <a:cxn ang="0">
                  <a:pos x="377" y="2"/>
                </a:cxn>
                <a:cxn ang="0">
                  <a:pos x="376" y="1"/>
                </a:cxn>
                <a:cxn ang="0">
                  <a:pos x="373" y="0"/>
                </a:cxn>
                <a:cxn ang="0">
                  <a:pos x="372" y="0"/>
                </a:cxn>
                <a:cxn ang="0">
                  <a:pos x="372" y="0"/>
                </a:cxn>
              </a:cxnLst>
              <a:rect l="0" t="0" r="r" b="b"/>
              <a:pathLst>
                <a:path w="377" h="153">
                  <a:moveTo>
                    <a:pt x="372" y="0"/>
                  </a:moveTo>
                  <a:lnTo>
                    <a:pt x="372" y="0"/>
                  </a:lnTo>
                  <a:lnTo>
                    <a:pt x="361" y="1"/>
                  </a:lnTo>
                  <a:lnTo>
                    <a:pt x="352" y="4"/>
                  </a:lnTo>
                  <a:lnTo>
                    <a:pt x="334" y="10"/>
                  </a:lnTo>
                  <a:lnTo>
                    <a:pt x="297" y="26"/>
                  </a:lnTo>
                  <a:lnTo>
                    <a:pt x="297" y="26"/>
                  </a:lnTo>
                  <a:lnTo>
                    <a:pt x="271" y="36"/>
                  </a:lnTo>
                  <a:lnTo>
                    <a:pt x="244" y="45"/>
                  </a:lnTo>
                  <a:lnTo>
                    <a:pt x="218" y="55"/>
                  </a:lnTo>
                  <a:lnTo>
                    <a:pt x="191" y="64"/>
                  </a:lnTo>
                  <a:lnTo>
                    <a:pt x="191" y="64"/>
                  </a:lnTo>
                  <a:lnTo>
                    <a:pt x="102" y="99"/>
                  </a:lnTo>
                  <a:lnTo>
                    <a:pt x="58" y="117"/>
                  </a:lnTo>
                  <a:lnTo>
                    <a:pt x="15" y="137"/>
                  </a:lnTo>
                  <a:lnTo>
                    <a:pt x="15" y="137"/>
                  </a:lnTo>
                  <a:lnTo>
                    <a:pt x="11" y="136"/>
                  </a:lnTo>
                  <a:lnTo>
                    <a:pt x="10" y="137"/>
                  </a:lnTo>
                  <a:lnTo>
                    <a:pt x="8" y="138"/>
                  </a:lnTo>
                  <a:lnTo>
                    <a:pt x="2" y="144"/>
                  </a:lnTo>
                  <a:lnTo>
                    <a:pt x="2" y="144"/>
                  </a:lnTo>
                  <a:lnTo>
                    <a:pt x="0" y="145"/>
                  </a:lnTo>
                  <a:lnTo>
                    <a:pt x="0" y="147"/>
                  </a:lnTo>
                  <a:lnTo>
                    <a:pt x="2" y="151"/>
                  </a:lnTo>
                  <a:lnTo>
                    <a:pt x="4" y="153"/>
                  </a:lnTo>
                  <a:lnTo>
                    <a:pt x="7" y="153"/>
                  </a:lnTo>
                  <a:lnTo>
                    <a:pt x="8" y="153"/>
                  </a:lnTo>
                  <a:lnTo>
                    <a:pt x="8" y="153"/>
                  </a:lnTo>
                  <a:lnTo>
                    <a:pt x="54" y="132"/>
                  </a:lnTo>
                  <a:lnTo>
                    <a:pt x="101" y="112"/>
                  </a:lnTo>
                  <a:lnTo>
                    <a:pt x="194" y="76"/>
                  </a:lnTo>
                  <a:lnTo>
                    <a:pt x="194" y="76"/>
                  </a:lnTo>
                  <a:lnTo>
                    <a:pt x="215" y="66"/>
                  </a:lnTo>
                  <a:lnTo>
                    <a:pt x="237" y="59"/>
                  </a:lnTo>
                  <a:lnTo>
                    <a:pt x="282" y="44"/>
                  </a:lnTo>
                  <a:lnTo>
                    <a:pt x="282" y="44"/>
                  </a:lnTo>
                  <a:lnTo>
                    <a:pt x="304" y="35"/>
                  </a:lnTo>
                  <a:lnTo>
                    <a:pt x="326" y="25"/>
                  </a:lnTo>
                  <a:lnTo>
                    <a:pt x="348" y="15"/>
                  </a:lnTo>
                  <a:lnTo>
                    <a:pt x="360" y="13"/>
                  </a:lnTo>
                  <a:lnTo>
                    <a:pt x="372" y="10"/>
                  </a:lnTo>
                  <a:lnTo>
                    <a:pt x="372" y="10"/>
                  </a:lnTo>
                  <a:lnTo>
                    <a:pt x="373" y="10"/>
                  </a:lnTo>
                  <a:lnTo>
                    <a:pt x="376" y="9"/>
                  </a:lnTo>
                  <a:lnTo>
                    <a:pt x="377" y="5"/>
                  </a:lnTo>
                  <a:lnTo>
                    <a:pt x="377" y="2"/>
                  </a:lnTo>
                  <a:lnTo>
                    <a:pt x="376" y="1"/>
                  </a:lnTo>
                  <a:lnTo>
                    <a:pt x="373" y="0"/>
                  </a:lnTo>
                  <a:lnTo>
                    <a:pt x="372" y="0"/>
                  </a:lnTo>
                  <a:lnTo>
                    <a:pt x="372" y="0"/>
                  </a:lnTo>
                  <a:close/>
                </a:path>
              </a:pathLst>
            </a:custGeom>
            <a:solidFill>
              <a:schemeClr val="bg1"/>
            </a:solidFill>
            <a:ln w="9525">
              <a:noFill/>
              <a:round/>
            </a:ln>
          </p:spPr>
          <p:txBody>
            <a:bodyPr vert="horz" wrap="square" lIns="79689" tIns="39844" rIns="79689" bIns="39844" numCol="1" anchor="t" anchorCtr="0" compatLnSpc="1"/>
            <a:lstStyle/>
            <a:p>
              <a:endParaRPr lang="zh-CN" altLang="en-US" sz="1570">
                <a:solidFill>
                  <a:schemeClr val="bg1"/>
                </a:solidFill>
                <a:cs typeface="+mn-ea"/>
                <a:sym typeface="+mn-lt"/>
              </a:endParaRPr>
            </a:p>
          </p:txBody>
        </p:sp>
        <p:sp>
          <p:nvSpPr>
            <p:cNvPr id="173" name="Freeform 389"/>
            <p:cNvSpPr/>
            <p:nvPr/>
          </p:nvSpPr>
          <p:spPr bwMode="auto">
            <a:xfrm>
              <a:off x="5649914" y="1543051"/>
              <a:ext cx="96838" cy="36513"/>
            </a:xfrm>
            <a:custGeom>
              <a:avLst/>
              <a:gdLst/>
              <a:ahLst/>
              <a:cxnLst>
                <a:cxn ang="0">
                  <a:pos x="238" y="0"/>
                </a:cxn>
                <a:cxn ang="0">
                  <a:pos x="238" y="0"/>
                </a:cxn>
                <a:cxn ang="0">
                  <a:pos x="226" y="4"/>
                </a:cxn>
                <a:cxn ang="0">
                  <a:pos x="214" y="9"/>
                </a:cxn>
                <a:cxn ang="0">
                  <a:pos x="201" y="14"/>
                </a:cxn>
                <a:cxn ang="0">
                  <a:pos x="194" y="15"/>
                </a:cxn>
                <a:cxn ang="0">
                  <a:pos x="188" y="17"/>
                </a:cxn>
                <a:cxn ang="0">
                  <a:pos x="188" y="17"/>
                </a:cxn>
                <a:cxn ang="0">
                  <a:pos x="174" y="19"/>
                </a:cxn>
                <a:cxn ang="0">
                  <a:pos x="158" y="25"/>
                </a:cxn>
                <a:cxn ang="0">
                  <a:pos x="130" y="36"/>
                </a:cxn>
                <a:cxn ang="0">
                  <a:pos x="130" y="36"/>
                </a:cxn>
                <a:cxn ang="0">
                  <a:pos x="115" y="42"/>
                </a:cxn>
                <a:cxn ang="0">
                  <a:pos x="99" y="49"/>
                </a:cxn>
                <a:cxn ang="0">
                  <a:pos x="69" y="62"/>
                </a:cxn>
                <a:cxn ang="0">
                  <a:pos x="53" y="69"/>
                </a:cxn>
                <a:cxn ang="0">
                  <a:pos x="38" y="74"/>
                </a:cxn>
                <a:cxn ang="0">
                  <a:pos x="22" y="78"/>
                </a:cxn>
                <a:cxn ang="0">
                  <a:pos x="6" y="79"/>
                </a:cxn>
                <a:cxn ang="0">
                  <a:pos x="6" y="79"/>
                </a:cxn>
                <a:cxn ang="0">
                  <a:pos x="4" y="81"/>
                </a:cxn>
                <a:cxn ang="0">
                  <a:pos x="1" y="82"/>
                </a:cxn>
                <a:cxn ang="0">
                  <a:pos x="0" y="86"/>
                </a:cxn>
                <a:cxn ang="0">
                  <a:pos x="1" y="90"/>
                </a:cxn>
                <a:cxn ang="0">
                  <a:pos x="4" y="91"/>
                </a:cxn>
                <a:cxn ang="0">
                  <a:pos x="6" y="91"/>
                </a:cxn>
                <a:cxn ang="0">
                  <a:pos x="6" y="91"/>
                </a:cxn>
                <a:cxn ang="0">
                  <a:pos x="21" y="90"/>
                </a:cxn>
                <a:cxn ang="0">
                  <a:pos x="35" y="87"/>
                </a:cxn>
                <a:cxn ang="0">
                  <a:pos x="49" y="82"/>
                </a:cxn>
                <a:cxn ang="0">
                  <a:pos x="64" y="78"/>
                </a:cxn>
                <a:cxn ang="0">
                  <a:pos x="92" y="65"/>
                </a:cxn>
                <a:cxn ang="0">
                  <a:pos x="119" y="53"/>
                </a:cxn>
                <a:cxn ang="0">
                  <a:pos x="119" y="53"/>
                </a:cxn>
                <a:cxn ang="0">
                  <a:pos x="137" y="44"/>
                </a:cxn>
                <a:cxn ang="0">
                  <a:pos x="157" y="38"/>
                </a:cxn>
                <a:cxn ang="0">
                  <a:pos x="176" y="31"/>
                </a:cxn>
                <a:cxn ang="0">
                  <a:pos x="194" y="28"/>
                </a:cxn>
                <a:cxn ang="0">
                  <a:pos x="194" y="28"/>
                </a:cxn>
                <a:cxn ang="0">
                  <a:pos x="201" y="27"/>
                </a:cxn>
                <a:cxn ang="0">
                  <a:pos x="208" y="25"/>
                </a:cxn>
                <a:cxn ang="0">
                  <a:pos x="218" y="21"/>
                </a:cxn>
                <a:cxn ang="0">
                  <a:pos x="230" y="15"/>
                </a:cxn>
                <a:cxn ang="0">
                  <a:pos x="242" y="11"/>
                </a:cxn>
                <a:cxn ang="0">
                  <a:pos x="242" y="11"/>
                </a:cxn>
                <a:cxn ang="0">
                  <a:pos x="243" y="10"/>
                </a:cxn>
                <a:cxn ang="0">
                  <a:pos x="244" y="9"/>
                </a:cxn>
                <a:cxn ang="0">
                  <a:pos x="246" y="6"/>
                </a:cxn>
                <a:cxn ang="0">
                  <a:pos x="246" y="5"/>
                </a:cxn>
                <a:cxn ang="0">
                  <a:pos x="243" y="1"/>
                </a:cxn>
                <a:cxn ang="0">
                  <a:pos x="240" y="0"/>
                </a:cxn>
                <a:cxn ang="0">
                  <a:pos x="238" y="0"/>
                </a:cxn>
                <a:cxn ang="0">
                  <a:pos x="238" y="0"/>
                </a:cxn>
              </a:cxnLst>
              <a:rect l="0" t="0" r="r" b="b"/>
              <a:pathLst>
                <a:path w="246" h="91">
                  <a:moveTo>
                    <a:pt x="238" y="0"/>
                  </a:moveTo>
                  <a:lnTo>
                    <a:pt x="238" y="0"/>
                  </a:lnTo>
                  <a:lnTo>
                    <a:pt x="226" y="4"/>
                  </a:lnTo>
                  <a:lnTo>
                    <a:pt x="214" y="9"/>
                  </a:lnTo>
                  <a:lnTo>
                    <a:pt x="201" y="14"/>
                  </a:lnTo>
                  <a:lnTo>
                    <a:pt x="194" y="15"/>
                  </a:lnTo>
                  <a:lnTo>
                    <a:pt x="188" y="17"/>
                  </a:lnTo>
                  <a:lnTo>
                    <a:pt x="188" y="17"/>
                  </a:lnTo>
                  <a:lnTo>
                    <a:pt x="174" y="19"/>
                  </a:lnTo>
                  <a:lnTo>
                    <a:pt x="158" y="25"/>
                  </a:lnTo>
                  <a:lnTo>
                    <a:pt x="130" y="36"/>
                  </a:lnTo>
                  <a:lnTo>
                    <a:pt x="130" y="36"/>
                  </a:lnTo>
                  <a:lnTo>
                    <a:pt x="115" y="42"/>
                  </a:lnTo>
                  <a:lnTo>
                    <a:pt x="99" y="49"/>
                  </a:lnTo>
                  <a:lnTo>
                    <a:pt x="69" y="62"/>
                  </a:lnTo>
                  <a:lnTo>
                    <a:pt x="53" y="69"/>
                  </a:lnTo>
                  <a:lnTo>
                    <a:pt x="38" y="74"/>
                  </a:lnTo>
                  <a:lnTo>
                    <a:pt x="22" y="78"/>
                  </a:lnTo>
                  <a:lnTo>
                    <a:pt x="6" y="79"/>
                  </a:lnTo>
                  <a:lnTo>
                    <a:pt x="6" y="79"/>
                  </a:lnTo>
                  <a:lnTo>
                    <a:pt x="4" y="81"/>
                  </a:lnTo>
                  <a:lnTo>
                    <a:pt x="1" y="82"/>
                  </a:lnTo>
                  <a:lnTo>
                    <a:pt x="0" y="86"/>
                  </a:lnTo>
                  <a:lnTo>
                    <a:pt x="1" y="90"/>
                  </a:lnTo>
                  <a:lnTo>
                    <a:pt x="4" y="91"/>
                  </a:lnTo>
                  <a:lnTo>
                    <a:pt x="6" y="91"/>
                  </a:lnTo>
                  <a:lnTo>
                    <a:pt x="6" y="91"/>
                  </a:lnTo>
                  <a:lnTo>
                    <a:pt x="21" y="90"/>
                  </a:lnTo>
                  <a:lnTo>
                    <a:pt x="35" y="87"/>
                  </a:lnTo>
                  <a:lnTo>
                    <a:pt x="49" y="82"/>
                  </a:lnTo>
                  <a:lnTo>
                    <a:pt x="64" y="78"/>
                  </a:lnTo>
                  <a:lnTo>
                    <a:pt x="92" y="65"/>
                  </a:lnTo>
                  <a:lnTo>
                    <a:pt x="119" y="53"/>
                  </a:lnTo>
                  <a:lnTo>
                    <a:pt x="119" y="53"/>
                  </a:lnTo>
                  <a:lnTo>
                    <a:pt x="137" y="44"/>
                  </a:lnTo>
                  <a:lnTo>
                    <a:pt x="157" y="38"/>
                  </a:lnTo>
                  <a:lnTo>
                    <a:pt x="176" y="31"/>
                  </a:lnTo>
                  <a:lnTo>
                    <a:pt x="194" y="28"/>
                  </a:lnTo>
                  <a:lnTo>
                    <a:pt x="194" y="28"/>
                  </a:lnTo>
                  <a:lnTo>
                    <a:pt x="201" y="27"/>
                  </a:lnTo>
                  <a:lnTo>
                    <a:pt x="208" y="25"/>
                  </a:lnTo>
                  <a:lnTo>
                    <a:pt x="218" y="21"/>
                  </a:lnTo>
                  <a:lnTo>
                    <a:pt x="230" y="15"/>
                  </a:lnTo>
                  <a:lnTo>
                    <a:pt x="242" y="11"/>
                  </a:lnTo>
                  <a:lnTo>
                    <a:pt x="242" y="11"/>
                  </a:lnTo>
                  <a:lnTo>
                    <a:pt x="243" y="10"/>
                  </a:lnTo>
                  <a:lnTo>
                    <a:pt x="244" y="9"/>
                  </a:lnTo>
                  <a:lnTo>
                    <a:pt x="246" y="6"/>
                  </a:lnTo>
                  <a:lnTo>
                    <a:pt x="246" y="5"/>
                  </a:lnTo>
                  <a:lnTo>
                    <a:pt x="243" y="1"/>
                  </a:lnTo>
                  <a:lnTo>
                    <a:pt x="240" y="0"/>
                  </a:lnTo>
                  <a:lnTo>
                    <a:pt x="238" y="0"/>
                  </a:lnTo>
                  <a:lnTo>
                    <a:pt x="238" y="0"/>
                  </a:lnTo>
                  <a:close/>
                </a:path>
              </a:pathLst>
            </a:custGeom>
            <a:solidFill>
              <a:schemeClr val="bg1"/>
            </a:solidFill>
            <a:ln w="9525">
              <a:noFill/>
              <a:round/>
            </a:ln>
          </p:spPr>
          <p:txBody>
            <a:bodyPr vert="horz" wrap="square" lIns="79689" tIns="39844" rIns="79689" bIns="39844" numCol="1" anchor="t" anchorCtr="0" compatLnSpc="1"/>
            <a:lstStyle/>
            <a:p>
              <a:endParaRPr lang="zh-CN" altLang="en-US" sz="1570">
                <a:solidFill>
                  <a:schemeClr val="bg1"/>
                </a:solidFill>
                <a:cs typeface="+mn-ea"/>
                <a:sym typeface="+mn-lt"/>
              </a:endParaRPr>
            </a:p>
          </p:txBody>
        </p:sp>
        <p:sp>
          <p:nvSpPr>
            <p:cNvPr id="174" name="Freeform 390"/>
            <p:cNvSpPr/>
            <p:nvPr/>
          </p:nvSpPr>
          <p:spPr bwMode="auto">
            <a:xfrm>
              <a:off x="5273676" y="1162051"/>
              <a:ext cx="122238" cy="95250"/>
            </a:xfrm>
            <a:custGeom>
              <a:avLst/>
              <a:gdLst/>
              <a:ahLst/>
              <a:cxnLst>
                <a:cxn ang="0">
                  <a:pos x="298" y="1"/>
                </a:cxn>
                <a:cxn ang="0">
                  <a:pos x="298" y="1"/>
                </a:cxn>
                <a:cxn ang="0">
                  <a:pos x="277" y="21"/>
                </a:cxn>
                <a:cxn ang="0">
                  <a:pos x="256" y="39"/>
                </a:cxn>
                <a:cxn ang="0">
                  <a:pos x="234" y="56"/>
                </a:cxn>
                <a:cxn ang="0">
                  <a:pos x="210" y="72"/>
                </a:cxn>
                <a:cxn ang="0">
                  <a:pos x="163" y="103"/>
                </a:cxn>
                <a:cxn ang="0">
                  <a:pos x="116" y="136"/>
                </a:cxn>
                <a:cxn ang="0">
                  <a:pos x="116" y="136"/>
                </a:cxn>
                <a:cxn ang="0">
                  <a:pos x="96" y="152"/>
                </a:cxn>
                <a:cxn ang="0">
                  <a:pos x="77" y="167"/>
                </a:cxn>
                <a:cxn ang="0">
                  <a:pos x="56" y="183"/>
                </a:cxn>
                <a:cxn ang="0">
                  <a:pos x="35" y="198"/>
                </a:cxn>
                <a:cxn ang="0">
                  <a:pos x="35" y="198"/>
                </a:cxn>
                <a:cxn ang="0">
                  <a:pos x="24" y="204"/>
                </a:cxn>
                <a:cxn ang="0">
                  <a:pos x="14" y="212"/>
                </a:cxn>
                <a:cxn ang="0">
                  <a:pos x="6" y="221"/>
                </a:cxn>
                <a:cxn ang="0">
                  <a:pos x="2" y="226"/>
                </a:cxn>
                <a:cxn ang="0">
                  <a:pos x="0" y="233"/>
                </a:cxn>
                <a:cxn ang="0">
                  <a:pos x="0" y="233"/>
                </a:cxn>
                <a:cxn ang="0">
                  <a:pos x="0" y="235"/>
                </a:cxn>
                <a:cxn ang="0">
                  <a:pos x="0" y="237"/>
                </a:cxn>
                <a:cxn ang="0">
                  <a:pos x="1" y="238"/>
                </a:cxn>
                <a:cxn ang="0">
                  <a:pos x="3" y="239"/>
                </a:cxn>
                <a:cxn ang="0">
                  <a:pos x="7" y="239"/>
                </a:cxn>
                <a:cxn ang="0">
                  <a:pos x="9" y="238"/>
                </a:cxn>
                <a:cxn ang="0">
                  <a:pos x="10" y="235"/>
                </a:cxn>
                <a:cxn ang="0">
                  <a:pos x="10" y="235"/>
                </a:cxn>
                <a:cxn ang="0">
                  <a:pos x="14" y="229"/>
                </a:cxn>
                <a:cxn ang="0">
                  <a:pos x="19" y="222"/>
                </a:cxn>
                <a:cxn ang="0">
                  <a:pos x="26" y="216"/>
                </a:cxn>
                <a:cxn ang="0">
                  <a:pos x="34" y="211"/>
                </a:cxn>
                <a:cxn ang="0">
                  <a:pos x="49" y="201"/>
                </a:cxn>
                <a:cxn ang="0">
                  <a:pos x="62" y="194"/>
                </a:cxn>
                <a:cxn ang="0">
                  <a:pos x="62" y="194"/>
                </a:cxn>
                <a:cxn ang="0">
                  <a:pos x="83" y="178"/>
                </a:cxn>
                <a:cxn ang="0">
                  <a:pos x="103" y="161"/>
                </a:cxn>
                <a:cxn ang="0">
                  <a:pos x="124" y="145"/>
                </a:cxn>
                <a:cxn ang="0">
                  <a:pos x="145" y="130"/>
                </a:cxn>
                <a:cxn ang="0">
                  <a:pos x="145" y="130"/>
                </a:cxn>
                <a:cxn ang="0">
                  <a:pos x="187" y="102"/>
                </a:cxn>
                <a:cxn ang="0">
                  <a:pos x="228" y="73"/>
                </a:cxn>
                <a:cxn ang="0">
                  <a:pos x="249" y="59"/>
                </a:cxn>
                <a:cxn ang="0">
                  <a:pos x="269" y="43"/>
                </a:cxn>
                <a:cxn ang="0">
                  <a:pos x="287" y="26"/>
                </a:cxn>
                <a:cxn ang="0">
                  <a:pos x="306" y="9"/>
                </a:cxn>
                <a:cxn ang="0">
                  <a:pos x="306" y="9"/>
                </a:cxn>
                <a:cxn ang="0">
                  <a:pos x="307" y="8"/>
                </a:cxn>
                <a:cxn ang="0">
                  <a:pos x="307" y="5"/>
                </a:cxn>
                <a:cxn ang="0">
                  <a:pos x="306" y="1"/>
                </a:cxn>
                <a:cxn ang="0">
                  <a:pos x="302" y="0"/>
                </a:cxn>
                <a:cxn ang="0">
                  <a:pos x="300" y="0"/>
                </a:cxn>
                <a:cxn ang="0">
                  <a:pos x="298" y="1"/>
                </a:cxn>
                <a:cxn ang="0">
                  <a:pos x="298" y="1"/>
                </a:cxn>
              </a:cxnLst>
              <a:rect l="0" t="0" r="r" b="b"/>
              <a:pathLst>
                <a:path w="307" h="239">
                  <a:moveTo>
                    <a:pt x="298" y="1"/>
                  </a:moveTo>
                  <a:lnTo>
                    <a:pt x="298" y="1"/>
                  </a:lnTo>
                  <a:lnTo>
                    <a:pt x="277" y="21"/>
                  </a:lnTo>
                  <a:lnTo>
                    <a:pt x="256" y="39"/>
                  </a:lnTo>
                  <a:lnTo>
                    <a:pt x="234" y="56"/>
                  </a:lnTo>
                  <a:lnTo>
                    <a:pt x="210" y="72"/>
                  </a:lnTo>
                  <a:lnTo>
                    <a:pt x="163" y="103"/>
                  </a:lnTo>
                  <a:lnTo>
                    <a:pt x="116" y="136"/>
                  </a:lnTo>
                  <a:lnTo>
                    <a:pt x="116" y="136"/>
                  </a:lnTo>
                  <a:lnTo>
                    <a:pt x="96" y="152"/>
                  </a:lnTo>
                  <a:lnTo>
                    <a:pt x="77" y="167"/>
                  </a:lnTo>
                  <a:lnTo>
                    <a:pt x="56" y="183"/>
                  </a:lnTo>
                  <a:lnTo>
                    <a:pt x="35" y="198"/>
                  </a:lnTo>
                  <a:lnTo>
                    <a:pt x="35" y="198"/>
                  </a:lnTo>
                  <a:lnTo>
                    <a:pt x="24" y="204"/>
                  </a:lnTo>
                  <a:lnTo>
                    <a:pt x="14" y="212"/>
                  </a:lnTo>
                  <a:lnTo>
                    <a:pt x="6" y="221"/>
                  </a:lnTo>
                  <a:lnTo>
                    <a:pt x="2" y="226"/>
                  </a:lnTo>
                  <a:lnTo>
                    <a:pt x="0" y="233"/>
                  </a:lnTo>
                  <a:lnTo>
                    <a:pt x="0" y="233"/>
                  </a:lnTo>
                  <a:lnTo>
                    <a:pt x="0" y="235"/>
                  </a:lnTo>
                  <a:lnTo>
                    <a:pt x="0" y="237"/>
                  </a:lnTo>
                  <a:lnTo>
                    <a:pt x="1" y="238"/>
                  </a:lnTo>
                  <a:lnTo>
                    <a:pt x="3" y="239"/>
                  </a:lnTo>
                  <a:lnTo>
                    <a:pt x="7" y="239"/>
                  </a:lnTo>
                  <a:lnTo>
                    <a:pt x="9" y="238"/>
                  </a:lnTo>
                  <a:lnTo>
                    <a:pt x="10" y="235"/>
                  </a:lnTo>
                  <a:lnTo>
                    <a:pt x="10" y="235"/>
                  </a:lnTo>
                  <a:lnTo>
                    <a:pt x="14" y="229"/>
                  </a:lnTo>
                  <a:lnTo>
                    <a:pt x="19" y="222"/>
                  </a:lnTo>
                  <a:lnTo>
                    <a:pt x="26" y="216"/>
                  </a:lnTo>
                  <a:lnTo>
                    <a:pt x="34" y="211"/>
                  </a:lnTo>
                  <a:lnTo>
                    <a:pt x="49" y="201"/>
                  </a:lnTo>
                  <a:lnTo>
                    <a:pt x="62" y="194"/>
                  </a:lnTo>
                  <a:lnTo>
                    <a:pt x="62" y="194"/>
                  </a:lnTo>
                  <a:lnTo>
                    <a:pt x="83" y="178"/>
                  </a:lnTo>
                  <a:lnTo>
                    <a:pt x="103" y="161"/>
                  </a:lnTo>
                  <a:lnTo>
                    <a:pt x="124" y="145"/>
                  </a:lnTo>
                  <a:lnTo>
                    <a:pt x="145" y="130"/>
                  </a:lnTo>
                  <a:lnTo>
                    <a:pt x="145" y="130"/>
                  </a:lnTo>
                  <a:lnTo>
                    <a:pt x="187" y="102"/>
                  </a:lnTo>
                  <a:lnTo>
                    <a:pt x="228" y="73"/>
                  </a:lnTo>
                  <a:lnTo>
                    <a:pt x="249" y="59"/>
                  </a:lnTo>
                  <a:lnTo>
                    <a:pt x="269" y="43"/>
                  </a:lnTo>
                  <a:lnTo>
                    <a:pt x="287" y="26"/>
                  </a:lnTo>
                  <a:lnTo>
                    <a:pt x="306" y="9"/>
                  </a:lnTo>
                  <a:lnTo>
                    <a:pt x="306" y="9"/>
                  </a:lnTo>
                  <a:lnTo>
                    <a:pt x="307" y="8"/>
                  </a:lnTo>
                  <a:lnTo>
                    <a:pt x="307" y="5"/>
                  </a:lnTo>
                  <a:lnTo>
                    <a:pt x="306" y="1"/>
                  </a:lnTo>
                  <a:lnTo>
                    <a:pt x="302" y="0"/>
                  </a:lnTo>
                  <a:lnTo>
                    <a:pt x="300" y="0"/>
                  </a:lnTo>
                  <a:lnTo>
                    <a:pt x="298" y="1"/>
                  </a:lnTo>
                  <a:lnTo>
                    <a:pt x="298" y="1"/>
                  </a:lnTo>
                  <a:close/>
                </a:path>
              </a:pathLst>
            </a:custGeom>
            <a:solidFill>
              <a:schemeClr val="bg1"/>
            </a:solidFill>
            <a:ln w="9525">
              <a:noFill/>
              <a:round/>
            </a:ln>
          </p:spPr>
          <p:txBody>
            <a:bodyPr vert="horz" wrap="square" lIns="79689" tIns="39844" rIns="79689" bIns="39844" numCol="1" anchor="t" anchorCtr="0" compatLnSpc="1"/>
            <a:lstStyle/>
            <a:p>
              <a:endParaRPr lang="zh-CN" altLang="en-US" sz="1570">
                <a:solidFill>
                  <a:schemeClr val="bg1"/>
                </a:solidFill>
                <a:cs typeface="+mn-ea"/>
                <a:sym typeface="+mn-lt"/>
              </a:endParaRPr>
            </a:p>
          </p:txBody>
        </p:sp>
        <p:sp>
          <p:nvSpPr>
            <p:cNvPr id="175" name="Freeform 391"/>
            <p:cNvSpPr/>
            <p:nvPr/>
          </p:nvSpPr>
          <p:spPr bwMode="auto">
            <a:xfrm>
              <a:off x="5329239" y="1193801"/>
              <a:ext cx="87313" cy="68263"/>
            </a:xfrm>
            <a:custGeom>
              <a:avLst/>
              <a:gdLst/>
              <a:ahLst/>
              <a:cxnLst>
                <a:cxn ang="0">
                  <a:pos x="210" y="0"/>
                </a:cxn>
                <a:cxn ang="0">
                  <a:pos x="210" y="0"/>
                </a:cxn>
                <a:cxn ang="0">
                  <a:pos x="203" y="2"/>
                </a:cxn>
                <a:cxn ang="0">
                  <a:pos x="193" y="5"/>
                </a:cxn>
                <a:cxn ang="0">
                  <a:pos x="176" y="13"/>
                </a:cxn>
                <a:cxn ang="0">
                  <a:pos x="161" y="22"/>
                </a:cxn>
                <a:cxn ang="0">
                  <a:pos x="145" y="34"/>
                </a:cxn>
                <a:cxn ang="0">
                  <a:pos x="116" y="59"/>
                </a:cxn>
                <a:cxn ang="0">
                  <a:pos x="87" y="81"/>
                </a:cxn>
                <a:cxn ang="0">
                  <a:pos x="87" y="81"/>
                </a:cxn>
                <a:cxn ang="0">
                  <a:pos x="56" y="106"/>
                </a:cxn>
                <a:cxn ang="0">
                  <a:pos x="40" y="119"/>
                </a:cxn>
                <a:cxn ang="0">
                  <a:pos x="26" y="133"/>
                </a:cxn>
                <a:cxn ang="0">
                  <a:pos x="26" y="133"/>
                </a:cxn>
                <a:cxn ang="0">
                  <a:pos x="12" y="146"/>
                </a:cxn>
                <a:cxn ang="0">
                  <a:pos x="5" y="154"/>
                </a:cxn>
                <a:cxn ang="0">
                  <a:pos x="0" y="163"/>
                </a:cxn>
                <a:cxn ang="0">
                  <a:pos x="0" y="163"/>
                </a:cxn>
                <a:cxn ang="0">
                  <a:pos x="0" y="166"/>
                </a:cxn>
                <a:cxn ang="0">
                  <a:pos x="1" y="169"/>
                </a:cxn>
                <a:cxn ang="0">
                  <a:pos x="1" y="169"/>
                </a:cxn>
                <a:cxn ang="0">
                  <a:pos x="2" y="170"/>
                </a:cxn>
                <a:cxn ang="0">
                  <a:pos x="2" y="170"/>
                </a:cxn>
                <a:cxn ang="0">
                  <a:pos x="5" y="171"/>
                </a:cxn>
                <a:cxn ang="0">
                  <a:pos x="6" y="171"/>
                </a:cxn>
                <a:cxn ang="0">
                  <a:pos x="10" y="169"/>
                </a:cxn>
                <a:cxn ang="0">
                  <a:pos x="12" y="167"/>
                </a:cxn>
                <a:cxn ang="0">
                  <a:pos x="13" y="166"/>
                </a:cxn>
                <a:cxn ang="0">
                  <a:pos x="12" y="163"/>
                </a:cxn>
                <a:cxn ang="0">
                  <a:pos x="10" y="162"/>
                </a:cxn>
                <a:cxn ang="0">
                  <a:pos x="10" y="162"/>
                </a:cxn>
                <a:cxn ang="0">
                  <a:pos x="102" y="85"/>
                </a:cxn>
                <a:cxn ang="0">
                  <a:pos x="102" y="85"/>
                </a:cxn>
                <a:cxn ang="0">
                  <a:pos x="127" y="64"/>
                </a:cxn>
                <a:cxn ang="0">
                  <a:pos x="154" y="42"/>
                </a:cxn>
                <a:cxn ang="0">
                  <a:pos x="169" y="31"/>
                </a:cxn>
                <a:cxn ang="0">
                  <a:pos x="183" y="22"/>
                </a:cxn>
                <a:cxn ang="0">
                  <a:pos x="197" y="16"/>
                </a:cxn>
                <a:cxn ang="0">
                  <a:pos x="213" y="12"/>
                </a:cxn>
                <a:cxn ang="0">
                  <a:pos x="213" y="12"/>
                </a:cxn>
                <a:cxn ang="0">
                  <a:pos x="216" y="10"/>
                </a:cxn>
                <a:cxn ang="0">
                  <a:pos x="217" y="9"/>
                </a:cxn>
                <a:cxn ang="0">
                  <a:pos x="218" y="6"/>
                </a:cxn>
                <a:cxn ang="0">
                  <a:pos x="217" y="5"/>
                </a:cxn>
                <a:cxn ang="0">
                  <a:pos x="216" y="1"/>
                </a:cxn>
                <a:cxn ang="0">
                  <a:pos x="213" y="0"/>
                </a:cxn>
                <a:cxn ang="0">
                  <a:pos x="210" y="0"/>
                </a:cxn>
                <a:cxn ang="0">
                  <a:pos x="210" y="0"/>
                </a:cxn>
              </a:cxnLst>
              <a:rect l="0" t="0" r="r" b="b"/>
              <a:pathLst>
                <a:path w="218" h="171">
                  <a:moveTo>
                    <a:pt x="210" y="0"/>
                  </a:moveTo>
                  <a:lnTo>
                    <a:pt x="210" y="0"/>
                  </a:lnTo>
                  <a:lnTo>
                    <a:pt x="203" y="2"/>
                  </a:lnTo>
                  <a:lnTo>
                    <a:pt x="193" y="5"/>
                  </a:lnTo>
                  <a:lnTo>
                    <a:pt x="176" y="13"/>
                  </a:lnTo>
                  <a:lnTo>
                    <a:pt x="161" y="22"/>
                  </a:lnTo>
                  <a:lnTo>
                    <a:pt x="145" y="34"/>
                  </a:lnTo>
                  <a:lnTo>
                    <a:pt x="116" y="59"/>
                  </a:lnTo>
                  <a:lnTo>
                    <a:pt x="87" y="81"/>
                  </a:lnTo>
                  <a:lnTo>
                    <a:pt x="87" y="81"/>
                  </a:lnTo>
                  <a:lnTo>
                    <a:pt x="56" y="106"/>
                  </a:lnTo>
                  <a:lnTo>
                    <a:pt x="40" y="119"/>
                  </a:lnTo>
                  <a:lnTo>
                    <a:pt x="26" y="133"/>
                  </a:lnTo>
                  <a:lnTo>
                    <a:pt x="26" y="133"/>
                  </a:lnTo>
                  <a:lnTo>
                    <a:pt x="12" y="146"/>
                  </a:lnTo>
                  <a:lnTo>
                    <a:pt x="5" y="154"/>
                  </a:lnTo>
                  <a:lnTo>
                    <a:pt x="0" y="163"/>
                  </a:lnTo>
                  <a:lnTo>
                    <a:pt x="0" y="163"/>
                  </a:lnTo>
                  <a:lnTo>
                    <a:pt x="0" y="166"/>
                  </a:lnTo>
                  <a:lnTo>
                    <a:pt x="1" y="169"/>
                  </a:lnTo>
                  <a:lnTo>
                    <a:pt x="1" y="169"/>
                  </a:lnTo>
                  <a:lnTo>
                    <a:pt x="2" y="170"/>
                  </a:lnTo>
                  <a:lnTo>
                    <a:pt x="2" y="170"/>
                  </a:lnTo>
                  <a:lnTo>
                    <a:pt x="5" y="171"/>
                  </a:lnTo>
                  <a:lnTo>
                    <a:pt x="6" y="171"/>
                  </a:lnTo>
                  <a:lnTo>
                    <a:pt x="10" y="169"/>
                  </a:lnTo>
                  <a:lnTo>
                    <a:pt x="12" y="167"/>
                  </a:lnTo>
                  <a:lnTo>
                    <a:pt x="13" y="166"/>
                  </a:lnTo>
                  <a:lnTo>
                    <a:pt x="12" y="163"/>
                  </a:lnTo>
                  <a:lnTo>
                    <a:pt x="10" y="162"/>
                  </a:lnTo>
                  <a:lnTo>
                    <a:pt x="10" y="162"/>
                  </a:lnTo>
                  <a:lnTo>
                    <a:pt x="102" y="85"/>
                  </a:lnTo>
                  <a:lnTo>
                    <a:pt x="102" y="85"/>
                  </a:lnTo>
                  <a:lnTo>
                    <a:pt x="127" y="64"/>
                  </a:lnTo>
                  <a:lnTo>
                    <a:pt x="154" y="42"/>
                  </a:lnTo>
                  <a:lnTo>
                    <a:pt x="169" y="31"/>
                  </a:lnTo>
                  <a:lnTo>
                    <a:pt x="183" y="22"/>
                  </a:lnTo>
                  <a:lnTo>
                    <a:pt x="197" y="16"/>
                  </a:lnTo>
                  <a:lnTo>
                    <a:pt x="213" y="12"/>
                  </a:lnTo>
                  <a:lnTo>
                    <a:pt x="213" y="12"/>
                  </a:lnTo>
                  <a:lnTo>
                    <a:pt x="216" y="10"/>
                  </a:lnTo>
                  <a:lnTo>
                    <a:pt x="217" y="9"/>
                  </a:lnTo>
                  <a:lnTo>
                    <a:pt x="218" y="6"/>
                  </a:lnTo>
                  <a:lnTo>
                    <a:pt x="217" y="5"/>
                  </a:lnTo>
                  <a:lnTo>
                    <a:pt x="216" y="1"/>
                  </a:lnTo>
                  <a:lnTo>
                    <a:pt x="213" y="0"/>
                  </a:lnTo>
                  <a:lnTo>
                    <a:pt x="210" y="0"/>
                  </a:lnTo>
                  <a:lnTo>
                    <a:pt x="210" y="0"/>
                  </a:lnTo>
                  <a:close/>
                </a:path>
              </a:pathLst>
            </a:custGeom>
            <a:solidFill>
              <a:schemeClr val="bg1"/>
            </a:solidFill>
            <a:ln w="9525">
              <a:noFill/>
              <a:round/>
            </a:ln>
          </p:spPr>
          <p:txBody>
            <a:bodyPr vert="horz" wrap="square" lIns="79689" tIns="39844" rIns="79689" bIns="39844" numCol="1" anchor="t" anchorCtr="0" compatLnSpc="1"/>
            <a:lstStyle/>
            <a:p>
              <a:endParaRPr lang="zh-CN" altLang="en-US" sz="1570">
                <a:solidFill>
                  <a:schemeClr val="bg1"/>
                </a:solidFill>
                <a:cs typeface="+mn-ea"/>
                <a:sym typeface="+mn-lt"/>
              </a:endParaRPr>
            </a:p>
          </p:txBody>
        </p:sp>
        <p:sp>
          <p:nvSpPr>
            <p:cNvPr id="176" name="Freeform 392"/>
            <p:cNvSpPr/>
            <p:nvPr/>
          </p:nvSpPr>
          <p:spPr bwMode="auto">
            <a:xfrm>
              <a:off x="5395914" y="1125538"/>
              <a:ext cx="141288" cy="26988"/>
            </a:xfrm>
            <a:custGeom>
              <a:avLst/>
              <a:gdLst/>
              <a:ahLst/>
              <a:cxnLst>
                <a:cxn ang="0">
                  <a:pos x="348" y="0"/>
                </a:cxn>
                <a:cxn ang="0">
                  <a:pos x="348" y="0"/>
                </a:cxn>
                <a:cxn ang="0">
                  <a:pos x="326" y="2"/>
                </a:cxn>
                <a:cxn ang="0">
                  <a:pos x="305" y="5"/>
                </a:cxn>
                <a:cxn ang="0">
                  <a:pos x="263" y="14"/>
                </a:cxn>
                <a:cxn ang="0">
                  <a:pos x="221" y="23"/>
                </a:cxn>
                <a:cxn ang="0">
                  <a:pos x="199" y="27"/>
                </a:cxn>
                <a:cxn ang="0">
                  <a:pos x="178" y="30"/>
                </a:cxn>
                <a:cxn ang="0">
                  <a:pos x="178" y="30"/>
                </a:cxn>
                <a:cxn ang="0">
                  <a:pos x="156" y="32"/>
                </a:cxn>
                <a:cxn ang="0">
                  <a:pos x="135" y="36"/>
                </a:cxn>
                <a:cxn ang="0">
                  <a:pos x="92" y="45"/>
                </a:cxn>
                <a:cxn ang="0">
                  <a:pos x="49" y="53"/>
                </a:cxn>
                <a:cxn ang="0">
                  <a:pos x="28" y="56"/>
                </a:cxn>
                <a:cxn ang="0">
                  <a:pos x="5" y="57"/>
                </a:cxn>
                <a:cxn ang="0">
                  <a:pos x="5" y="57"/>
                </a:cxn>
                <a:cxn ang="0">
                  <a:pos x="3" y="57"/>
                </a:cxn>
                <a:cxn ang="0">
                  <a:pos x="2" y="58"/>
                </a:cxn>
                <a:cxn ang="0">
                  <a:pos x="0" y="62"/>
                </a:cxn>
                <a:cxn ang="0">
                  <a:pos x="2" y="66"/>
                </a:cxn>
                <a:cxn ang="0">
                  <a:pos x="3" y="68"/>
                </a:cxn>
                <a:cxn ang="0">
                  <a:pos x="5" y="69"/>
                </a:cxn>
                <a:cxn ang="0">
                  <a:pos x="16" y="69"/>
                </a:cxn>
                <a:cxn ang="0">
                  <a:pos x="16" y="69"/>
                </a:cxn>
                <a:cxn ang="0">
                  <a:pos x="20" y="68"/>
                </a:cxn>
                <a:cxn ang="0">
                  <a:pos x="20" y="68"/>
                </a:cxn>
                <a:cxn ang="0">
                  <a:pos x="38" y="66"/>
                </a:cxn>
                <a:cxn ang="0">
                  <a:pos x="58" y="64"/>
                </a:cxn>
                <a:cxn ang="0">
                  <a:pos x="94" y="57"/>
                </a:cxn>
                <a:cxn ang="0">
                  <a:pos x="132" y="49"/>
                </a:cxn>
                <a:cxn ang="0">
                  <a:pos x="170" y="41"/>
                </a:cxn>
                <a:cxn ang="0">
                  <a:pos x="170" y="41"/>
                </a:cxn>
                <a:cxn ang="0">
                  <a:pos x="215" y="34"/>
                </a:cxn>
                <a:cxn ang="0">
                  <a:pos x="259" y="24"/>
                </a:cxn>
                <a:cxn ang="0">
                  <a:pos x="304" y="17"/>
                </a:cxn>
                <a:cxn ang="0">
                  <a:pos x="326" y="14"/>
                </a:cxn>
                <a:cxn ang="0">
                  <a:pos x="348" y="11"/>
                </a:cxn>
                <a:cxn ang="0">
                  <a:pos x="348" y="11"/>
                </a:cxn>
                <a:cxn ang="0">
                  <a:pos x="350" y="10"/>
                </a:cxn>
                <a:cxn ang="0">
                  <a:pos x="352" y="9"/>
                </a:cxn>
                <a:cxn ang="0">
                  <a:pos x="353" y="5"/>
                </a:cxn>
                <a:cxn ang="0">
                  <a:pos x="353" y="3"/>
                </a:cxn>
                <a:cxn ang="0">
                  <a:pos x="352" y="1"/>
                </a:cxn>
                <a:cxn ang="0">
                  <a:pos x="350" y="0"/>
                </a:cxn>
                <a:cxn ang="0">
                  <a:pos x="348" y="0"/>
                </a:cxn>
                <a:cxn ang="0">
                  <a:pos x="348" y="0"/>
                </a:cxn>
              </a:cxnLst>
              <a:rect l="0" t="0" r="r" b="b"/>
              <a:pathLst>
                <a:path w="353" h="69">
                  <a:moveTo>
                    <a:pt x="348" y="0"/>
                  </a:moveTo>
                  <a:lnTo>
                    <a:pt x="348" y="0"/>
                  </a:lnTo>
                  <a:lnTo>
                    <a:pt x="326" y="2"/>
                  </a:lnTo>
                  <a:lnTo>
                    <a:pt x="305" y="5"/>
                  </a:lnTo>
                  <a:lnTo>
                    <a:pt x="263" y="14"/>
                  </a:lnTo>
                  <a:lnTo>
                    <a:pt x="221" y="23"/>
                  </a:lnTo>
                  <a:lnTo>
                    <a:pt x="199" y="27"/>
                  </a:lnTo>
                  <a:lnTo>
                    <a:pt x="178" y="30"/>
                  </a:lnTo>
                  <a:lnTo>
                    <a:pt x="178" y="30"/>
                  </a:lnTo>
                  <a:lnTo>
                    <a:pt x="156" y="32"/>
                  </a:lnTo>
                  <a:lnTo>
                    <a:pt x="135" y="36"/>
                  </a:lnTo>
                  <a:lnTo>
                    <a:pt x="92" y="45"/>
                  </a:lnTo>
                  <a:lnTo>
                    <a:pt x="49" y="53"/>
                  </a:lnTo>
                  <a:lnTo>
                    <a:pt x="28" y="56"/>
                  </a:lnTo>
                  <a:lnTo>
                    <a:pt x="5" y="57"/>
                  </a:lnTo>
                  <a:lnTo>
                    <a:pt x="5" y="57"/>
                  </a:lnTo>
                  <a:lnTo>
                    <a:pt x="3" y="57"/>
                  </a:lnTo>
                  <a:lnTo>
                    <a:pt x="2" y="58"/>
                  </a:lnTo>
                  <a:lnTo>
                    <a:pt x="0" y="62"/>
                  </a:lnTo>
                  <a:lnTo>
                    <a:pt x="2" y="66"/>
                  </a:lnTo>
                  <a:lnTo>
                    <a:pt x="3" y="68"/>
                  </a:lnTo>
                  <a:lnTo>
                    <a:pt x="5" y="69"/>
                  </a:lnTo>
                  <a:lnTo>
                    <a:pt x="16" y="69"/>
                  </a:lnTo>
                  <a:lnTo>
                    <a:pt x="16" y="69"/>
                  </a:lnTo>
                  <a:lnTo>
                    <a:pt x="20" y="68"/>
                  </a:lnTo>
                  <a:lnTo>
                    <a:pt x="20" y="68"/>
                  </a:lnTo>
                  <a:lnTo>
                    <a:pt x="38" y="66"/>
                  </a:lnTo>
                  <a:lnTo>
                    <a:pt x="58" y="64"/>
                  </a:lnTo>
                  <a:lnTo>
                    <a:pt x="94" y="57"/>
                  </a:lnTo>
                  <a:lnTo>
                    <a:pt x="132" y="49"/>
                  </a:lnTo>
                  <a:lnTo>
                    <a:pt x="170" y="41"/>
                  </a:lnTo>
                  <a:lnTo>
                    <a:pt x="170" y="41"/>
                  </a:lnTo>
                  <a:lnTo>
                    <a:pt x="215" y="34"/>
                  </a:lnTo>
                  <a:lnTo>
                    <a:pt x="259" y="24"/>
                  </a:lnTo>
                  <a:lnTo>
                    <a:pt x="304" y="17"/>
                  </a:lnTo>
                  <a:lnTo>
                    <a:pt x="326" y="14"/>
                  </a:lnTo>
                  <a:lnTo>
                    <a:pt x="348" y="11"/>
                  </a:lnTo>
                  <a:lnTo>
                    <a:pt x="348" y="11"/>
                  </a:lnTo>
                  <a:lnTo>
                    <a:pt x="350" y="10"/>
                  </a:lnTo>
                  <a:lnTo>
                    <a:pt x="352" y="9"/>
                  </a:lnTo>
                  <a:lnTo>
                    <a:pt x="353" y="5"/>
                  </a:lnTo>
                  <a:lnTo>
                    <a:pt x="353" y="3"/>
                  </a:lnTo>
                  <a:lnTo>
                    <a:pt x="352" y="1"/>
                  </a:lnTo>
                  <a:lnTo>
                    <a:pt x="350" y="0"/>
                  </a:lnTo>
                  <a:lnTo>
                    <a:pt x="348" y="0"/>
                  </a:lnTo>
                  <a:lnTo>
                    <a:pt x="348" y="0"/>
                  </a:lnTo>
                  <a:close/>
                </a:path>
              </a:pathLst>
            </a:custGeom>
            <a:solidFill>
              <a:schemeClr val="bg1"/>
            </a:solidFill>
            <a:ln w="9525">
              <a:noFill/>
              <a:round/>
            </a:ln>
          </p:spPr>
          <p:txBody>
            <a:bodyPr vert="horz" wrap="square" lIns="79689" tIns="39844" rIns="79689" bIns="39844" numCol="1" anchor="t" anchorCtr="0" compatLnSpc="1"/>
            <a:lstStyle/>
            <a:p>
              <a:endParaRPr lang="zh-CN" altLang="en-US" sz="1570">
                <a:solidFill>
                  <a:schemeClr val="bg1"/>
                </a:solidFill>
                <a:cs typeface="+mn-ea"/>
                <a:sym typeface="+mn-lt"/>
              </a:endParaRPr>
            </a:p>
          </p:txBody>
        </p:sp>
        <p:sp>
          <p:nvSpPr>
            <p:cNvPr id="177" name="Freeform 393"/>
            <p:cNvSpPr/>
            <p:nvPr/>
          </p:nvSpPr>
          <p:spPr bwMode="auto">
            <a:xfrm>
              <a:off x="5421314" y="1193801"/>
              <a:ext cx="92075" cy="20638"/>
            </a:xfrm>
            <a:custGeom>
              <a:avLst/>
              <a:gdLst/>
              <a:ahLst/>
              <a:cxnLst>
                <a:cxn ang="0">
                  <a:pos x="225" y="1"/>
                </a:cxn>
                <a:cxn ang="0">
                  <a:pos x="225" y="1"/>
                </a:cxn>
                <a:cxn ang="0">
                  <a:pos x="217" y="4"/>
                </a:cxn>
                <a:cxn ang="0">
                  <a:pos x="209" y="5"/>
                </a:cxn>
                <a:cxn ang="0">
                  <a:pos x="194" y="5"/>
                </a:cxn>
                <a:cxn ang="0">
                  <a:pos x="194" y="5"/>
                </a:cxn>
                <a:cxn ang="0">
                  <a:pos x="179" y="6"/>
                </a:cxn>
                <a:cxn ang="0">
                  <a:pos x="166" y="10"/>
                </a:cxn>
                <a:cxn ang="0">
                  <a:pos x="139" y="17"/>
                </a:cxn>
                <a:cxn ang="0">
                  <a:pos x="139" y="17"/>
                </a:cxn>
                <a:cxn ang="0">
                  <a:pos x="72" y="31"/>
                </a:cxn>
                <a:cxn ang="0">
                  <a:pos x="38" y="36"/>
                </a:cxn>
                <a:cxn ang="0">
                  <a:pos x="22" y="39"/>
                </a:cxn>
                <a:cxn ang="0">
                  <a:pos x="5" y="40"/>
                </a:cxn>
                <a:cxn ang="0">
                  <a:pos x="5" y="40"/>
                </a:cxn>
                <a:cxn ang="0">
                  <a:pos x="3" y="40"/>
                </a:cxn>
                <a:cxn ang="0">
                  <a:pos x="1" y="42"/>
                </a:cxn>
                <a:cxn ang="0">
                  <a:pos x="0" y="46"/>
                </a:cxn>
                <a:cxn ang="0">
                  <a:pos x="1" y="50"/>
                </a:cxn>
                <a:cxn ang="0">
                  <a:pos x="3" y="51"/>
                </a:cxn>
                <a:cxn ang="0">
                  <a:pos x="5" y="51"/>
                </a:cxn>
                <a:cxn ang="0">
                  <a:pos x="5" y="51"/>
                </a:cxn>
                <a:cxn ang="0">
                  <a:pos x="21" y="51"/>
                </a:cxn>
                <a:cxn ang="0">
                  <a:pos x="37" y="48"/>
                </a:cxn>
                <a:cxn ang="0">
                  <a:pos x="68" y="43"/>
                </a:cxn>
                <a:cxn ang="0">
                  <a:pos x="131" y="30"/>
                </a:cxn>
                <a:cxn ang="0">
                  <a:pos x="131" y="30"/>
                </a:cxn>
                <a:cxn ang="0">
                  <a:pos x="166" y="22"/>
                </a:cxn>
                <a:cxn ang="0">
                  <a:pos x="184" y="18"/>
                </a:cxn>
                <a:cxn ang="0">
                  <a:pos x="201" y="17"/>
                </a:cxn>
                <a:cxn ang="0">
                  <a:pos x="201" y="17"/>
                </a:cxn>
                <a:cxn ang="0">
                  <a:pos x="217" y="16"/>
                </a:cxn>
                <a:cxn ang="0">
                  <a:pos x="224" y="14"/>
                </a:cxn>
                <a:cxn ang="0">
                  <a:pos x="230" y="10"/>
                </a:cxn>
                <a:cxn ang="0">
                  <a:pos x="230" y="10"/>
                </a:cxn>
                <a:cxn ang="0">
                  <a:pos x="233" y="9"/>
                </a:cxn>
                <a:cxn ang="0">
                  <a:pos x="233" y="6"/>
                </a:cxn>
                <a:cxn ang="0">
                  <a:pos x="233" y="2"/>
                </a:cxn>
                <a:cxn ang="0">
                  <a:pos x="229" y="0"/>
                </a:cxn>
                <a:cxn ang="0">
                  <a:pos x="228" y="0"/>
                </a:cxn>
                <a:cxn ang="0">
                  <a:pos x="225" y="1"/>
                </a:cxn>
                <a:cxn ang="0">
                  <a:pos x="225" y="1"/>
                </a:cxn>
              </a:cxnLst>
              <a:rect l="0" t="0" r="r" b="b"/>
              <a:pathLst>
                <a:path w="233" h="51">
                  <a:moveTo>
                    <a:pt x="225" y="1"/>
                  </a:moveTo>
                  <a:lnTo>
                    <a:pt x="225" y="1"/>
                  </a:lnTo>
                  <a:lnTo>
                    <a:pt x="217" y="4"/>
                  </a:lnTo>
                  <a:lnTo>
                    <a:pt x="209" y="5"/>
                  </a:lnTo>
                  <a:lnTo>
                    <a:pt x="194" y="5"/>
                  </a:lnTo>
                  <a:lnTo>
                    <a:pt x="194" y="5"/>
                  </a:lnTo>
                  <a:lnTo>
                    <a:pt x="179" y="6"/>
                  </a:lnTo>
                  <a:lnTo>
                    <a:pt x="166" y="10"/>
                  </a:lnTo>
                  <a:lnTo>
                    <a:pt x="139" y="17"/>
                  </a:lnTo>
                  <a:lnTo>
                    <a:pt x="139" y="17"/>
                  </a:lnTo>
                  <a:lnTo>
                    <a:pt x="72" y="31"/>
                  </a:lnTo>
                  <a:lnTo>
                    <a:pt x="38" y="36"/>
                  </a:lnTo>
                  <a:lnTo>
                    <a:pt x="22" y="39"/>
                  </a:lnTo>
                  <a:lnTo>
                    <a:pt x="5" y="40"/>
                  </a:lnTo>
                  <a:lnTo>
                    <a:pt x="5" y="40"/>
                  </a:lnTo>
                  <a:lnTo>
                    <a:pt x="3" y="40"/>
                  </a:lnTo>
                  <a:lnTo>
                    <a:pt x="1" y="42"/>
                  </a:lnTo>
                  <a:lnTo>
                    <a:pt x="0" y="46"/>
                  </a:lnTo>
                  <a:lnTo>
                    <a:pt x="1" y="50"/>
                  </a:lnTo>
                  <a:lnTo>
                    <a:pt x="3" y="51"/>
                  </a:lnTo>
                  <a:lnTo>
                    <a:pt x="5" y="51"/>
                  </a:lnTo>
                  <a:lnTo>
                    <a:pt x="5" y="51"/>
                  </a:lnTo>
                  <a:lnTo>
                    <a:pt x="21" y="51"/>
                  </a:lnTo>
                  <a:lnTo>
                    <a:pt x="37" y="48"/>
                  </a:lnTo>
                  <a:lnTo>
                    <a:pt x="68" y="43"/>
                  </a:lnTo>
                  <a:lnTo>
                    <a:pt x="131" y="30"/>
                  </a:lnTo>
                  <a:lnTo>
                    <a:pt x="131" y="30"/>
                  </a:lnTo>
                  <a:lnTo>
                    <a:pt x="166" y="22"/>
                  </a:lnTo>
                  <a:lnTo>
                    <a:pt x="184" y="18"/>
                  </a:lnTo>
                  <a:lnTo>
                    <a:pt x="201" y="17"/>
                  </a:lnTo>
                  <a:lnTo>
                    <a:pt x="201" y="17"/>
                  </a:lnTo>
                  <a:lnTo>
                    <a:pt x="217" y="16"/>
                  </a:lnTo>
                  <a:lnTo>
                    <a:pt x="224" y="14"/>
                  </a:lnTo>
                  <a:lnTo>
                    <a:pt x="230" y="10"/>
                  </a:lnTo>
                  <a:lnTo>
                    <a:pt x="230" y="10"/>
                  </a:lnTo>
                  <a:lnTo>
                    <a:pt x="233" y="9"/>
                  </a:lnTo>
                  <a:lnTo>
                    <a:pt x="233" y="6"/>
                  </a:lnTo>
                  <a:lnTo>
                    <a:pt x="233" y="2"/>
                  </a:lnTo>
                  <a:lnTo>
                    <a:pt x="229" y="0"/>
                  </a:lnTo>
                  <a:lnTo>
                    <a:pt x="228" y="0"/>
                  </a:lnTo>
                  <a:lnTo>
                    <a:pt x="225" y="1"/>
                  </a:lnTo>
                  <a:lnTo>
                    <a:pt x="225" y="1"/>
                  </a:lnTo>
                  <a:close/>
                </a:path>
              </a:pathLst>
            </a:custGeom>
            <a:solidFill>
              <a:schemeClr val="bg1"/>
            </a:solidFill>
            <a:ln w="9525">
              <a:noFill/>
              <a:round/>
            </a:ln>
          </p:spPr>
          <p:txBody>
            <a:bodyPr vert="horz" wrap="square" lIns="79689" tIns="39844" rIns="79689" bIns="39844" numCol="1" anchor="t" anchorCtr="0" compatLnSpc="1"/>
            <a:lstStyle/>
            <a:p>
              <a:endParaRPr lang="zh-CN" altLang="en-US" sz="1570">
                <a:solidFill>
                  <a:schemeClr val="bg1"/>
                </a:solidFill>
                <a:cs typeface="+mn-ea"/>
                <a:sym typeface="+mn-lt"/>
              </a:endParaRPr>
            </a:p>
          </p:txBody>
        </p:sp>
        <p:sp>
          <p:nvSpPr>
            <p:cNvPr id="178" name="Freeform 394"/>
            <p:cNvSpPr/>
            <p:nvPr/>
          </p:nvSpPr>
          <p:spPr bwMode="auto">
            <a:xfrm>
              <a:off x="5537201" y="1117601"/>
              <a:ext cx="44450" cy="11113"/>
            </a:xfrm>
            <a:custGeom>
              <a:avLst/>
              <a:gdLst/>
              <a:ahLst/>
              <a:cxnLst>
                <a:cxn ang="0">
                  <a:pos x="108" y="0"/>
                </a:cxn>
                <a:cxn ang="0">
                  <a:pos x="108" y="0"/>
                </a:cxn>
                <a:cxn ang="0">
                  <a:pos x="57" y="11"/>
                </a:cxn>
                <a:cxn ang="0">
                  <a:pos x="32" y="15"/>
                </a:cxn>
                <a:cxn ang="0">
                  <a:pos x="6" y="17"/>
                </a:cxn>
                <a:cxn ang="0">
                  <a:pos x="6" y="17"/>
                </a:cxn>
                <a:cxn ang="0">
                  <a:pos x="4" y="17"/>
                </a:cxn>
                <a:cxn ang="0">
                  <a:pos x="2" y="19"/>
                </a:cxn>
                <a:cxn ang="0">
                  <a:pos x="0" y="23"/>
                </a:cxn>
                <a:cxn ang="0">
                  <a:pos x="2" y="26"/>
                </a:cxn>
                <a:cxn ang="0">
                  <a:pos x="4" y="28"/>
                </a:cxn>
                <a:cxn ang="0">
                  <a:pos x="6" y="29"/>
                </a:cxn>
                <a:cxn ang="0">
                  <a:pos x="6" y="29"/>
                </a:cxn>
                <a:cxn ang="0">
                  <a:pos x="20" y="28"/>
                </a:cxn>
                <a:cxn ang="0">
                  <a:pos x="33" y="26"/>
                </a:cxn>
                <a:cxn ang="0">
                  <a:pos x="58" y="21"/>
                </a:cxn>
                <a:cxn ang="0">
                  <a:pos x="110" y="11"/>
                </a:cxn>
                <a:cxn ang="0">
                  <a:pos x="110" y="11"/>
                </a:cxn>
                <a:cxn ang="0">
                  <a:pos x="113" y="11"/>
                </a:cxn>
                <a:cxn ang="0">
                  <a:pos x="114" y="8"/>
                </a:cxn>
                <a:cxn ang="0">
                  <a:pos x="114" y="7"/>
                </a:cxn>
                <a:cxn ang="0">
                  <a:pos x="114" y="4"/>
                </a:cxn>
                <a:cxn ang="0">
                  <a:pos x="112" y="2"/>
                </a:cxn>
                <a:cxn ang="0">
                  <a:pos x="110" y="0"/>
                </a:cxn>
                <a:cxn ang="0">
                  <a:pos x="108" y="0"/>
                </a:cxn>
                <a:cxn ang="0">
                  <a:pos x="108" y="0"/>
                </a:cxn>
              </a:cxnLst>
              <a:rect l="0" t="0" r="r" b="b"/>
              <a:pathLst>
                <a:path w="114" h="29">
                  <a:moveTo>
                    <a:pt x="108" y="0"/>
                  </a:moveTo>
                  <a:lnTo>
                    <a:pt x="108" y="0"/>
                  </a:lnTo>
                  <a:lnTo>
                    <a:pt x="57" y="11"/>
                  </a:lnTo>
                  <a:lnTo>
                    <a:pt x="32" y="15"/>
                  </a:lnTo>
                  <a:lnTo>
                    <a:pt x="6" y="17"/>
                  </a:lnTo>
                  <a:lnTo>
                    <a:pt x="6" y="17"/>
                  </a:lnTo>
                  <a:lnTo>
                    <a:pt x="4" y="17"/>
                  </a:lnTo>
                  <a:lnTo>
                    <a:pt x="2" y="19"/>
                  </a:lnTo>
                  <a:lnTo>
                    <a:pt x="0" y="23"/>
                  </a:lnTo>
                  <a:lnTo>
                    <a:pt x="2" y="26"/>
                  </a:lnTo>
                  <a:lnTo>
                    <a:pt x="4" y="28"/>
                  </a:lnTo>
                  <a:lnTo>
                    <a:pt x="6" y="29"/>
                  </a:lnTo>
                  <a:lnTo>
                    <a:pt x="6" y="29"/>
                  </a:lnTo>
                  <a:lnTo>
                    <a:pt x="20" y="28"/>
                  </a:lnTo>
                  <a:lnTo>
                    <a:pt x="33" y="26"/>
                  </a:lnTo>
                  <a:lnTo>
                    <a:pt x="58" y="21"/>
                  </a:lnTo>
                  <a:lnTo>
                    <a:pt x="110" y="11"/>
                  </a:lnTo>
                  <a:lnTo>
                    <a:pt x="110" y="11"/>
                  </a:lnTo>
                  <a:lnTo>
                    <a:pt x="113" y="11"/>
                  </a:lnTo>
                  <a:lnTo>
                    <a:pt x="114" y="8"/>
                  </a:lnTo>
                  <a:lnTo>
                    <a:pt x="114" y="7"/>
                  </a:lnTo>
                  <a:lnTo>
                    <a:pt x="114" y="4"/>
                  </a:lnTo>
                  <a:lnTo>
                    <a:pt x="112" y="2"/>
                  </a:lnTo>
                  <a:lnTo>
                    <a:pt x="110" y="0"/>
                  </a:lnTo>
                  <a:lnTo>
                    <a:pt x="108" y="0"/>
                  </a:lnTo>
                  <a:lnTo>
                    <a:pt x="108" y="0"/>
                  </a:lnTo>
                  <a:close/>
                </a:path>
              </a:pathLst>
            </a:custGeom>
            <a:solidFill>
              <a:schemeClr val="bg1"/>
            </a:solidFill>
            <a:ln w="9525">
              <a:noFill/>
              <a:round/>
            </a:ln>
          </p:spPr>
          <p:txBody>
            <a:bodyPr vert="horz" wrap="square" lIns="79689" tIns="39844" rIns="79689" bIns="39844" numCol="1" anchor="t" anchorCtr="0" compatLnSpc="1"/>
            <a:lstStyle/>
            <a:p>
              <a:endParaRPr lang="zh-CN" altLang="en-US" sz="1570">
                <a:solidFill>
                  <a:schemeClr val="bg1"/>
                </a:solidFill>
                <a:cs typeface="+mn-ea"/>
                <a:sym typeface="+mn-lt"/>
              </a:endParaRPr>
            </a:p>
          </p:txBody>
        </p:sp>
        <p:sp>
          <p:nvSpPr>
            <p:cNvPr id="179" name="Freeform 395"/>
            <p:cNvSpPr/>
            <p:nvPr/>
          </p:nvSpPr>
          <p:spPr bwMode="auto">
            <a:xfrm>
              <a:off x="5481639" y="1184276"/>
              <a:ext cx="198438" cy="82550"/>
            </a:xfrm>
            <a:custGeom>
              <a:avLst/>
              <a:gdLst/>
              <a:ahLst/>
              <a:cxnLst>
                <a:cxn ang="0">
                  <a:pos x="492" y="0"/>
                </a:cxn>
                <a:cxn ang="0">
                  <a:pos x="492" y="0"/>
                </a:cxn>
                <a:cxn ang="0">
                  <a:pos x="478" y="1"/>
                </a:cxn>
                <a:cxn ang="0">
                  <a:pos x="463" y="5"/>
                </a:cxn>
                <a:cxn ang="0">
                  <a:pos x="449" y="10"/>
                </a:cxn>
                <a:cxn ang="0">
                  <a:pos x="434" y="15"/>
                </a:cxn>
                <a:cxn ang="0">
                  <a:pos x="407" y="28"/>
                </a:cxn>
                <a:cxn ang="0">
                  <a:pos x="381" y="40"/>
                </a:cxn>
                <a:cxn ang="0">
                  <a:pos x="381" y="40"/>
                </a:cxn>
                <a:cxn ang="0">
                  <a:pos x="314" y="66"/>
                </a:cxn>
                <a:cxn ang="0">
                  <a:pos x="247" y="91"/>
                </a:cxn>
                <a:cxn ang="0">
                  <a:pos x="247" y="91"/>
                </a:cxn>
                <a:cxn ang="0">
                  <a:pos x="188" y="113"/>
                </a:cxn>
                <a:cxn ang="0">
                  <a:pos x="158" y="125"/>
                </a:cxn>
                <a:cxn ang="0">
                  <a:pos x="128" y="137"/>
                </a:cxn>
                <a:cxn ang="0">
                  <a:pos x="128" y="137"/>
                </a:cxn>
                <a:cxn ang="0">
                  <a:pos x="114" y="145"/>
                </a:cxn>
                <a:cxn ang="0">
                  <a:pos x="98" y="153"/>
                </a:cxn>
                <a:cxn ang="0">
                  <a:pos x="68" y="170"/>
                </a:cxn>
                <a:cxn ang="0">
                  <a:pos x="54" y="177"/>
                </a:cxn>
                <a:cxn ang="0">
                  <a:pos x="38" y="184"/>
                </a:cxn>
                <a:cxn ang="0">
                  <a:pos x="21" y="189"/>
                </a:cxn>
                <a:cxn ang="0">
                  <a:pos x="4" y="193"/>
                </a:cxn>
                <a:cxn ang="0">
                  <a:pos x="4" y="193"/>
                </a:cxn>
                <a:cxn ang="0">
                  <a:pos x="3" y="194"/>
                </a:cxn>
                <a:cxn ang="0">
                  <a:pos x="1" y="196"/>
                </a:cxn>
                <a:cxn ang="0">
                  <a:pos x="0" y="197"/>
                </a:cxn>
                <a:cxn ang="0">
                  <a:pos x="0" y="200"/>
                </a:cxn>
                <a:cxn ang="0">
                  <a:pos x="3" y="204"/>
                </a:cxn>
                <a:cxn ang="0">
                  <a:pos x="5" y="205"/>
                </a:cxn>
                <a:cxn ang="0">
                  <a:pos x="8" y="205"/>
                </a:cxn>
                <a:cxn ang="0">
                  <a:pos x="8" y="205"/>
                </a:cxn>
                <a:cxn ang="0">
                  <a:pos x="21" y="201"/>
                </a:cxn>
                <a:cxn ang="0">
                  <a:pos x="35" y="197"/>
                </a:cxn>
                <a:cxn ang="0">
                  <a:pos x="48" y="192"/>
                </a:cxn>
                <a:cxn ang="0">
                  <a:pos x="62" y="187"/>
                </a:cxn>
                <a:cxn ang="0">
                  <a:pos x="86" y="172"/>
                </a:cxn>
                <a:cxn ang="0">
                  <a:pos x="110" y="159"/>
                </a:cxn>
                <a:cxn ang="0">
                  <a:pos x="110" y="159"/>
                </a:cxn>
                <a:cxn ang="0">
                  <a:pos x="126" y="151"/>
                </a:cxn>
                <a:cxn ang="0">
                  <a:pos x="140" y="145"/>
                </a:cxn>
                <a:cxn ang="0">
                  <a:pos x="171" y="132"/>
                </a:cxn>
                <a:cxn ang="0">
                  <a:pos x="203" y="121"/>
                </a:cxn>
                <a:cxn ang="0">
                  <a:pos x="233" y="109"/>
                </a:cxn>
                <a:cxn ang="0">
                  <a:pos x="233" y="109"/>
                </a:cxn>
                <a:cxn ang="0">
                  <a:pos x="293" y="86"/>
                </a:cxn>
                <a:cxn ang="0">
                  <a:pos x="355" y="62"/>
                </a:cxn>
                <a:cxn ang="0">
                  <a:pos x="355" y="62"/>
                </a:cxn>
                <a:cxn ang="0">
                  <a:pos x="423" y="35"/>
                </a:cxn>
                <a:cxn ang="0">
                  <a:pos x="423" y="35"/>
                </a:cxn>
                <a:cxn ang="0">
                  <a:pos x="457" y="21"/>
                </a:cxn>
                <a:cxn ang="0">
                  <a:pos x="474" y="14"/>
                </a:cxn>
                <a:cxn ang="0">
                  <a:pos x="483" y="11"/>
                </a:cxn>
                <a:cxn ang="0">
                  <a:pos x="492" y="10"/>
                </a:cxn>
                <a:cxn ang="0">
                  <a:pos x="492" y="10"/>
                </a:cxn>
                <a:cxn ang="0">
                  <a:pos x="493" y="10"/>
                </a:cxn>
                <a:cxn ang="0">
                  <a:pos x="496" y="9"/>
                </a:cxn>
                <a:cxn ang="0">
                  <a:pos x="497" y="5"/>
                </a:cxn>
                <a:cxn ang="0">
                  <a:pos x="497" y="2"/>
                </a:cxn>
                <a:cxn ang="0">
                  <a:pos x="496" y="1"/>
                </a:cxn>
                <a:cxn ang="0">
                  <a:pos x="493" y="0"/>
                </a:cxn>
                <a:cxn ang="0">
                  <a:pos x="492" y="0"/>
                </a:cxn>
                <a:cxn ang="0">
                  <a:pos x="492" y="0"/>
                </a:cxn>
              </a:cxnLst>
              <a:rect l="0" t="0" r="r" b="b"/>
              <a:pathLst>
                <a:path w="497" h="205">
                  <a:moveTo>
                    <a:pt x="492" y="0"/>
                  </a:moveTo>
                  <a:lnTo>
                    <a:pt x="492" y="0"/>
                  </a:lnTo>
                  <a:lnTo>
                    <a:pt x="478" y="1"/>
                  </a:lnTo>
                  <a:lnTo>
                    <a:pt x="463" y="5"/>
                  </a:lnTo>
                  <a:lnTo>
                    <a:pt x="449" y="10"/>
                  </a:lnTo>
                  <a:lnTo>
                    <a:pt x="434" y="15"/>
                  </a:lnTo>
                  <a:lnTo>
                    <a:pt x="407" y="28"/>
                  </a:lnTo>
                  <a:lnTo>
                    <a:pt x="381" y="40"/>
                  </a:lnTo>
                  <a:lnTo>
                    <a:pt x="381" y="40"/>
                  </a:lnTo>
                  <a:lnTo>
                    <a:pt x="314" y="66"/>
                  </a:lnTo>
                  <a:lnTo>
                    <a:pt x="247" y="91"/>
                  </a:lnTo>
                  <a:lnTo>
                    <a:pt x="247" y="91"/>
                  </a:lnTo>
                  <a:lnTo>
                    <a:pt x="188" y="113"/>
                  </a:lnTo>
                  <a:lnTo>
                    <a:pt x="158" y="125"/>
                  </a:lnTo>
                  <a:lnTo>
                    <a:pt x="128" y="137"/>
                  </a:lnTo>
                  <a:lnTo>
                    <a:pt x="128" y="137"/>
                  </a:lnTo>
                  <a:lnTo>
                    <a:pt x="114" y="145"/>
                  </a:lnTo>
                  <a:lnTo>
                    <a:pt x="98" y="153"/>
                  </a:lnTo>
                  <a:lnTo>
                    <a:pt x="68" y="170"/>
                  </a:lnTo>
                  <a:lnTo>
                    <a:pt x="54" y="177"/>
                  </a:lnTo>
                  <a:lnTo>
                    <a:pt x="38" y="184"/>
                  </a:lnTo>
                  <a:lnTo>
                    <a:pt x="21" y="189"/>
                  </a:lnTo>
                  <a:lnTo>
                    <a:pt x="4" y="193"/>
                  </a:lnTo>
                  <a:lnTo>
                    <a:pt x="4" y="193"/>
                  </a:lnTo>
                  <a:lnTo>
                    <a:pt x="3" y="194"/>
                  </a:lnTo>
                  <a:lnTo>
                    <a:pt x="1" y="196"/>
                  </a:lnTo>
                  <a:lnTo>
                    <a:pt x="0" y="197"/>
                  </a:lnTo>
                  <a:lnTo>
                    <a:pt x="0" y="200"/>
                  </a:lnTo>
                  <a:lnTo>
                    <a:pt x="3" y="204"/>
                  </a:lnTo>
                  <a:lnTo>
                    <a:pt x="5" y="205"/>
                  </a:lnTo>
                  <a:lnTo>
                    <a:pt x="8" y="205"/>
                  </a:lnTo>
                  <a:lnTo>
                    <a:pt x="8" y="205"/>
                  </a:lnTo>
                  <a:lnTo>
                    <a:pt x="21" y="201"/>
                  </a:lnTo>
                  <a:lnTo>
                    <a:pt x="35" y="197"/>
                  </a:lnTo>
                  <a:lnTo>
                    <a:pt x="48" y="192"/>
                  </a:lnTo>
                  <a:lnTo>
                    <a:pt x="62" y="187"/>
                  </a:lnTo>
                  <a:lnTo>
                    <a:pt x="86" y="172"/>
                  </a:lnTo>
                  <a:lnTo>
                    <a:pt x="110" y="159"/>
                  </a:lnTo>
                  <a:lnTo>
                    <a:pt x="110" y="159"/>
                  </a:lnTo>
                  <a:lnTo>
                    <a:pt x="126" y="151"/>
                  </a:lnTo>
                  <a:lnTo>
                    <a:pt x="140" y="145"/>
                  </a:lnTo>
                  <a:lnTo>
                    <a:pt x="171" y="132"/>
                  </a:lnTo>
                  <a:lnTo>
                    <a:pt x="203" y="121"/>
                  </a:lnTo>
                  <a:lnTo>
                    <a:pt x="233" y="109"/>
                  </a:lnTo>
                  <a:lnTo>
                    <a:pt x="233" y="109"/>
                  </a:lnTo>
                  <a:lnTo>
                    <a:pt x="293" y="86"/>
                  </a:lnTo>
                  <a:lnTo>
                    <a:pt x="355" y="62"/>
                  </a:lnTo>
                  <a:lnTo>
                    <a:pt x="355" y="62"/>
                  </a:lnTo>
                  <a:lnTo>
                    <a:pt x="423" y="35"/>
                  </a:lnTo>
                  <a:lnTo>
                    <a:pt x="423" y="35"/>
                  </a:lnTo>
                  <a:lnTo>
                    <a:pt x="457" y="21"/>
                  </a:lnTo>
                  <a:lnTo>
                    <a:pt x="474" y="14"/>
                  </a:lnTo>
                  <a:lnTo>
                    <a:pt x="483" y="11"/>
                  </a:lnTo>
                  <a:lnTo>
                    <a:pt x="492" y="10"/>
                  </a:lnTo>
                  <a:lnTo>
                    <a:pt x="492" y="10"/>
                  </a:lnTo>
                  <a:lnTo>
                    <a:pt x="493" y="10"/>
                  </a:lnTo>
                  <a:lnTo>
                    <a:pt x="496" y="9"/>
                  </a:lnTo>
                  <a:lnTo>
                    <a:pt x="497" y="5"/>
                  </a:lnTo>
                  <a:lnTo>
                    <a:pt x="497" y="2"/>
                  </a:lnTo>
                  <a:lnTo>
                    <a:pt x="496" y="1"/>
                  </a:lnTo>
                  <a:lnTo>
                    <a:pt x="493" y="0"/>
                  </a:lnTo>
                  <a:lnTo>
                    <a:pt x="492" y="0"/>
                  </a:lnTo>
                  <a:lnTo>
                    <a:pt x="492" y="0"/>
                  </a:lnTo>
                  <a:close/>
                </a:path>
              </a:pathLst>
            </a:custGeom>
            <a:solidFill>
              <a:schemeClr val="bg1"/>
            </a:solidFill>
            <a:ln w="9525">
              <a:noFill/>
              <a:round/>
            </a:ln>
          </p:spPr>
          <p:txBody>
            <a:bodyPr vert="horz" wrap="square" lIns="79689" tIns="39844" rIns="79689" bIns="39844" numCol="1" anchor="t" anchorCtr="0" compatLnSpc="1"/>
            <a:lstStyle/>
            <a:p>
              <a:endParaRPr lang="zh-CN" altLang="en-US" sz="1570">
                <a:solidFill>
                  <a:schemeClr val="bg1"/>
                </a:solidFill>
                <a:cs typeface="+mn-ea"/>
                <a:sym typeface="+mn-lt"/>
              </a:endParaRPr>
            </a:p>
          </p:txBody>
        </p:sp>
        <p:sp>
          <p:nvSpPr>
            <p:cNvPr id="180" name="Freeform 396"/>
            <p:cNvSpPr/>
            <p:nvPr/>
          </p:nvSpPr>
          <p:spPr bwMode="auto">
            <a:xfrm>
              <a:off x="5664201" y="1103313"/>
              <a:ext cx="76200" cy="76200"/>
            </a:xfrm>
            <a:custGeom>
              <a:avLst/>
              <a:gdLst/>
              <a:ahLst/>
              <a:cxnLst>
                <a:cxn ang="0">
                  <a:pos x="186" y="0"/>
                </a:cxn>
                <a:cxn ang="0">
                  <a:pos x="186" y="0"/>
                </a:cxn>
                <a:cxn ang="0">
                  <a:pos x="178" y="3"/>
                </a:cxn>
                <a:cxn ang="0">
                  <a:pos x="171" y="7"/>
                </a:cxn>
                <a:cxn ang="0">
                  <a:pos x="166" y="12"/>
                </a:cxn>
                <a:cxn ang="0">
                  <a:pos x="161" y="19"/>
                </a:cxn>
                <a:cxn ang="0">
                  <a:pos x="161" y="19"/>
                </a:cxn>
                <a:cxn ang="0">
                  <a:pos x="135" y="49"/>
                </a:cxn>
                <a:cxn ang="0">
                  <a:pos x="107" y="77"/>
                </a:cxn>
                <a:cxn ang="0">
                  <a:pos x="107" y="77"/>
                </a:cxn>
                <a:cxn ang="0">
                  <a:pos x="82" y="105"/>
                </a:cxn>
                <a:cxn ang="0">
                  <a:pos x="57" y="134"/>
                </a:cxn>
                <a:cxn ang="0">
                  <a:pos x="44" y="147"/>
                </a:cxn>
                <a:cxn ang="0">
                  <a:pos x="31" y="160"/>
                </a:cxn>
                <a:cxn ang="0">
                  <a:pos x="17" y="173"/>
                </a:cxn>
                <a:cxn ang="0">
                  <a:pos x="3" y="183"/>
                </a:cxn>
                <a:cxn ang="0">
                  <a:pos x="3" y="183"/>
                </a:cxn>
                <a:cxn ang="0">
                  <a:pos x="0" y="185"/>
                </a:cxn>
                <a:cxn ang="0">
                  <a:pos x="0" y="187"/>
                </a:cxn>
                <a:cxn ang="0">
                  <a:pos x="0" y="191"/>
                </a:cxn>
                <a:cxn ang="0">
                  <a:pos x="4" y="194"/>
                </a:cxn>
                <a:cxn ang="0">
                  <a:pos x="5" y="194"/>
                </a:cxn>
                <a:cxn ang="0">
                  <a:pos x="8" y="193"/>
                </a:cxn>
                <a:cxn ang="0">
                  <a:pos x="8" y="193"/>
                </a:cxn>
                <a:cxn ang="0">
                  <a:pos x="20" y="185"/>
                </a:cxn>
                <a:cxn ang="0">
                  <a:pos x="31" y="174"/>
                </a:cxn>
                <a:cxn ang="0">
                  <a:pos x="54" y="153"/>
                </a:cxn>
                <a:cxn ang="0">
                  <a:pos x="74" y="131"/>
                </a:cxn>
                <a:cxn ang="0">
                  <a:pos x="94" y="109"/>
                </a:cxn>
                <a:cxn ang="0">
                  <a:pos x="94" y="109"/>
                </a:cxn>
                <a:cxn ang="0">
                  <a:pos x="140" y="55"/>
                </a:cxn>
                <a:cxn ang="0">
                  <a:pos x="140" y="55"/>
                </a:cxn>
                <a:cxn ang="0">
                  <a:pos x="150" y="43"/>
                </a:cxn>
                <a:cxn ang="0">
                  <a:pos x="162" y="30"/>
                </a:cxn>
                <a:cxn ang="0">
                  <a:pos x="169" y="24"/>
                </a:cxn>
                <a:cxn ang="0">
                  <a:pos x="175" y="17"/>
                </a:cxn>
                <a:cxn ang="0">
                  <a:pos x="183" y="13"/>
                </a:cxn>
                <a:cxn ang="0">
                  <a:pos x="190" y="11"/>
                </a:cxn>
                <a:cxn ang="0">
                  <a:pos x="190" y="11"/>
                </a:cxn>
                <a:cxn ang="0">
                  <a:pos x="191" y="9"/>
                </a:cxn>
                <a:cxn ang="0">
                  <a:pos x="192" y="8"/>
                </a:cxn>
                <a:cxn ang="0">
                  <a:pos x="194" y="7"/>
                </a:cxn>
                <a:cxn ang="0">
                  <a:pos x="194" y="4"/>
                </a:cxn>
                <a:cxn ang="0">
                  <a:pos x="191" y="0"/>
                </a:cxn>
                <a:cxn ang="0">
                  <a:pos x="188" y="0"/>
                </a:cxn>
                <a:cxn ang="0">
                  <a:pos x="186" y="0"/>
                </a:cxn>
                <a:cxn ang="0">
                  <a:pos x="186" y="0"/>
                </a:cxn>
              </a:cxnLst>
              <a:rect l="0" t="0" r="r" b="b"/>
              <a:pathLst>
                <a:path w="194" h="194">
                  <a:moveTo>
                    <a:pt x="186" y="0"/>
                  </a:moveTo>
                  <a:lnTo>
                    <a:pt x="186" y="0"/>
                  </a:lnTo>
                  <a:lnTo>
                    <a:pt x="178" y="3"/>
                  </a:lnTo>
                  <a:lnTo>
                    <a:pt x="171" y="7"/>
                  </a:lnTo>
                  <a:lnTo>
                    <a:pt x="166" y="12"/>
                  </a:lnTo>
                  <a:lnTo>
                    <a:pt x="161" y="19"/>
                  </a:lnTo>
                  <a:lnTo>
                    <a:pt x="161" y="19"/>
                  </a:lnTo>
                  <a:lnTo>
                    <a:pt x="135" y="49"/>
                  </a:lnTo>
                  <a:lnTo>
                    <a:pt x="107" y="77"/>
                  </a:lnTo>
                  <a:lnTo>
                    <a:pt x="107" y="77"/>
                  </a:lnTo>
                  <a:lnTo>
                    <a:pt x="82" y="105"/>
                  </a:lnTo>
                  <a:lnTo>
                    <a:pt x="57" y="134"/>
                  </a:lnTo>
                  <a:lnTo>
                    <a:pt x="44" y="147"/>
                  </a:lnTo>
                  <a:lnTo>
                    <a:pt x="31" y="160"/>
                  </a:lnTo>
                  <a:lnTo>
                    <a:pt x="17" y="173"/>
                  </a:lnTo>
                  <a:lnTo>
                    <a:pt x="3" y="183"/>
                  </a:lnTo>
                  <a:lnTo>
                    <a:pt x="3" y="183"/>
                  </a:lnTo>
                  <a:lnTo>
                    <a:pt x="0" y="185"/>
                  </a:lnTo>
                  <a:lnTo>
                    <a:pt x="0" y="187"/>
                  </a:lnTo>
                  <a:lnTo>
                    <a:pt x="0" y="191"/>
                  </a:lnTo>
                  <a:lnTo>
                    <a:pt x="4" y="194"/>
                  </a:lnTo>
                  <a:lnTo>
                    <a:pt x="5" y="194"/>
                  </a:lnTo>
                  <a:lnTo>
                    <a:pt x="8" y="193"/>
                  </a:lnTo>
                  <a:lnTo>
                    <a:pt x="8" y="193"/>
                  </a:lnTo>
                  <a:lnTo>
                    <a:pt x="20" y="185"/>
                  </a:lnTo>
                  <a:lnTo>
                    <a:pt x="31" y="174"/>
                  </a:lnTo>
                  <a:lnTo>
                    <a:pt x="54" y="153"/>
                  </a:lnTo>
                  <a:lnTo>
                    <a:pt x="74" y="131"/>
                  </a:lnTo>
                  <a:lnTo>
                    <a:pt x="94" y="109"/>
                  </a:lnTo>
                  <a:lnTo>
                    <a:pt x="94" y="109"/>
                  </a:lnTo>
                  <a:lnTo>
                    <a:pt x="140" y="55"/>
                  </a:lnTo>
                  <a:lnTo>
                    <a:pt x="140" y="55"/>
                  </a:lnTo>
                  <a:lnTo>
                    <a:pt x="150" y="43"/>
                  </a:lnTo>
                  <a:lnTo>
                    <a:pt x="162" y="30"/>
                  </a:lnTo>
                  <a:lnTo>
                    <a:pt x="169" y="24"/>
                  </a:lnTo>
                  <a:lnTo>
                    <a:pt x="175" y="17"/>
                  </a:lnTo>
                  <a:lnTo>
                    <a:pt x="183" y="13"/>
                  </a:lnTo>
                  <a:lnTo>
                    <a:pt x="190" y="11"/>
                  </a:lnTo>
                  <a:lnTo>
                    <a:pt x="190" y="11"/>
                  </a:lnTo>
                  <a:lnTo>
                    <a:pt x="191" y="9"/>
                  </a:lnTo>
                  <a:lnTo>
                    <a:pt x="192" y="8"/>
                  </a:lnTo>
                  <a:lnTo>
                    <a:pt x="194" y="7"/>
                  </a:lnTo>
                  <a:lnTo>
                    <a:pt x="194" y="4"/>
                  </a:lnTo>
                  <a:lnTo>
                    <a:pt x="191" y="0"/>
                  </a:lnTo>
                  <a:lnTo>
                    <a:pt x="188" y="0"/>
                  </a:lnTo>
                  <a:lnTo>
                    <a:pt x="186" y="0"/>
                  </a:lnTo>
                  <a:lnTo>
                    <a:pt x="186" y="0"/>
                  </a:lnTo>
                  <a:close/>
                </a:path>
              </a:pathLst>
            </a:custGeom>
            <a:solidFill>
              <a:schemeClr val="bg1"/>
            </a:solidFill>
            <a:ln w="9525">
              <a:noFill/>
              <a:round/>
            </a:ln>
          </p:spPr>
          <p:txBody>
            <a:bodyPr vert="horz" wrap="square" lIns="79689" tIns="39844" rIns="79689" bIns="39844" numCol="1" anchor="t" anchorCtr="0" compatLnSpc="1"/>
            <a:lstStyle/>
            <a:p>
              <a:endParaRPr lang="zh-CN" altLang="en-US" sz="1570">
                <a:solidFill>
                  <a:schemeClr val="bg1"/>
                </a:solidFill>
                <a:cs typeface="+mn-ea"/>
                <a:sym typeface="+mn-lt"/>
              </a:endParaRPr>
            </a:p>
          </p:txBody>
        </p:sp>
        <p:sp>
          <p:nvSpPr>
            <p:cNvPr id="181" name="Freeform 397"/>
            <p:cNvSpPr/>
            <p:nvPr/>
          </p:nvSpPr>
          <p:spPr bwMode="auto">
            <a:xfrm>
              <a:off x="5715001" y="1112838"/>
              <a:ext cx="82550" cy="103188"/>
            </a:xfrm>
            <a:custGeom>
              <a:avLst/>
              <a:gdLst/>
              <a:ahLst/>
              <a:cxnLst>
                <a:cxn ang="0">
                  <a:pos x="195" y="1"/>
                </a:cxn>
                <a:cxn ang="0">
                  <a:pos x="195" y="1"/>
                </a:cxn>
                <a:cxn ang="0">
                  <a:pos x="170" y="28"/>
                </a:cxn>
                <a:cxn ang="0">
                  <a:pos x="145" y="57"/>
                </a:cxn>
                <a:cxn ang="0">
                  <a:pos x="121" y="87"/>
                </a:cxn>
                <a:cxn ang="0">
                  <a:pos x="99" y="116"/>
                </a:cxn>
                <a:cxn ang="0">
                  <a:pos x="99" y="116"/>
                </a:cxn>
                <a:cxn ang="0">
                  <a:pos x="72" y="154"/>
                </a:cxn>
                <a:cxn ang="0">
                  <a:pos x="59" y="173"/>
                </a:cxn>
                <a:cxn ang="0">
                  <a:pos x="44" y="192"/>
                </a:cxn>
                <a:cxn ang="0">
                  <a:pos x="44" y="192"/>
                </a:cxn>
                <a:cxn ang="0">
                  <a:pos x="34" y="207"/>
                </a:cxn>
                <a:cxn ang="0">
                  <a:pos x="23" y="223"/>
                </a:cxn>
                <a:cxn ang="0">
                  <a:pos x="13" y="238"/>
                </a:cxn>
                <a:cxn ang="0">
                  <a:pos x="1" y="252"/>
                </a:cxn>
                <a:cxn ang="0">
                  <a:pos x="1" y="252"/>
                </a:cxn>
                <a:cxn ang="0">
                  <a:pos x="0" y="255"/>
                </a:cxn>
                <a:cxn ang="0">
                  <a:pos x="0" y="257"/>
                </a:cxn>
                <a:cxn ang="0">
                  <a:pos x="1" y="260"/>
                </a:cxn>
                <a:cxn ang="0">
                  <a:pos x="5" y="262"/>
                </a:cxn>
                <a:cxn ang="0">
                  <a:pos x="8" y="262"/>
                </a:cxn>
                <a:cxn ang="0">
                  <a:pos x="9" y="260"/>
                </a:cxn>
                <a:cxn ang="0">
                  <a:pos x="9" y="260"/>
                </a:cxn>
                <a:cxn ang="0">
                  <a:pos x="19" y="248"/>
                </a:cxn>
                <a:cxn ang="0">
                  <a:pos x="28" y="235"/>
                </a:cxn>
                <a:cxn ang="0">
                  <a:pos x="36" y="222"/>
                </a:cxn>
                <a:cxn ang="0">
                  <a:pos x="46" y="209"/>
                </a:cxn>
                <a:cxn ang="0">
                  <a:pos x="46" y="209"/>
                </a:cxn>
                <a:cxn ang="0">
                  <a:pos x="69" y="179"/>
                </a:cxn>
                <a:cxn ang="0">
                  <a:pos x="90" y="147"/>
                </a:cxn>
                <a:cxn ang="0">
                  <a:pos x="90" y="147"/>
                </a:cxn>
                <a:cxn ang="0">
                  <a:pos x="116" y="111"/>
                </a:cxn>
                <a:cxn ang="0">
                  <a:pos x="144" y="75"/>
                </a:cxn>
                <a:cxn ang="0">
                  <a:pos x="172" y="41"/>
                </a:cxn>
                <a:cxn ang="0">
                  <a:pos x="204" y="9"/>
                </a:cxn>
                <a:cxn ang="0">
                  <a:pos x="204" y="9"/>
                </a:cxn>
                <a:cxn ang="0">
                  <a:pos x="205" y="7"/>
                </a:cxn>
                <a:cxn ang="0">
                  <a:pos x="205" y="5"/>
                </a:cxn>
                <a:cxn ang="0">
                  <a:pos x="204" y="1"/>
                </a:cxn>
                <a:cxn ang="0">
                  <a:pos x="200" y="0"/>
                </a:cxn>
                <a:cxn ang="0">
                  <a:pos x="197" y="0"/>
                </a:cxn>
                <a:cxn ang="0">
                  <a:pos x="195" y="1"/>
                </a:cxn>
                <a:cxn ang="0">
                  <a:pos x="195" y="1"/>
                </a:cxn>
              </a:cxnLst>
              <a:rect l="0" t="0" r="r" b="b"/>
              <a:pathLst>
                <a:path w="205" h="262">
                  <a:moveTo>
                    <a:pt x="195" y="1"/>
                  </a:moveTo>
                  <a:lnTo>
                    <a:pt x="195" y="1"/>
                  </a:lnTo>
                  <a:lnTo>
                    <a:pt x="170" y="28"/>
                  </a:lnTo>
                  <a:lnTo>
                    <a:pt x="145" y="57"/>
                  </a:lnTo>
                  <a:lnTo>
                    <a:pt x="121" y="87"/>
                  </a:lnTo>
                  <a:lnTo>
                    <a:pt x="99" y="116"/>
                  </a:lnTo>
                  <a:lnTo>
                    <a:pt x="99" y="116"/>
                  </a:lnTo>
                  <a:lnTo>
                    <a:pt x="72" y="154"/>
                  </a:lnTo>
                  <a:lnTo>
                    <a:pt x="59" y="173"/>
                  </a:lnTo>
                  <a:lnTo>
                    <a:pt x="44" y="192"/>
                  </a:lnTo>
                  <a:lnTo>
                    <a:pt x="44" y="192"/>
                  </a:lnTo>
                  <a:lnTo>
                    <a:pt x="34" y="207"/>
                  </a:lnTo>
                  <a:lnTo>
                    <a:pt x="23" y="223"/>
                  </a:lnTo>
                  <a:lnTo>
                    <a:pt x="13" y="238"/>
                  </a:lnTo>
                  <a:lnTo>
                    <a:pt x="1" y="252"/>
                  </a:lnTo>
                  <a:lnTo>
                    <a:pt x="1" y="252"/>
                  </a:lnTo>
                  <a:lnTo>
                    <a:pt x="0" y="255"/>
                  </a:lnTo>
                  <a:lnTo>
                    <a:pt x="0" y="257"/>
                  </a:lnTo>
                  <a:lnTo>
                    <a:pt x="1" y="260"/>
                  </a:lnTo>
                  <a:lnTo>
                    <a:pt x="5" y="262"/>
                  </a:lnTo>
                  <a:lnTo>
                    <a:pt x="8" y="262"/>
                  </a:lnTo>
                  <a:lnTo>
                    <a:pt x="9" y="260"/>
                  </a:lnTo>
                  <a:lnTo>
                    <a:pt x="9" y="260"/>
                  </a:lnTo>
                  <a:lnTo>
                    <a:pt x="19" y="248"/>
                  </a:lnTo>
                  <a:lnTo>
                    <a:pt x="28" y="235"/>
                  </a:lnTo>
                  <a:lnTo>
                    <a:pt x="36" y="222"/>
                  </a:lnTo>
                  <a:lnTo>
                    <a:pt x="46" y="209"/>
                  </a:lnTo>
                  <a:lnTo>
                    <a:pt x="46" y="209"/>
                  </a:lnTo>
                  <a:lnTo>
                    <a:pt x="69" y="179"/>
                  </a:lnTo>
                  <a:lnTo>
                    <a:pt x="90" y="147"/>
                  </a:lnTo>
                  <a:lnTo>
                    <a:pt x="90" y="147"/>
                  </a:lnTo>
                  <a:lnTo>
                    <a:pt x="116" y="111"/>
                  </a:lnTo>
                  <a:lnTo>
                    <a:pt x="144" y="75"/>
                  </a:lnTo>
                  <a:lnTo>
                    <a:pt x="172" y="41"/>
                  </a:lnTo>
                  <a:lnTo>
                    <a:pt x="204" y="9"/>
                  </a:lnTo>
                  <a:lnTo>
                    <a:pt x="204" y="9"/>
                  </a:lnTo>
                  <a:lnTo>
                    <a:pt x="205" y="7"/>
                  </a:lnTo>
                  <a:lnTo>
                    <a:pt x="205" y="5"/>
                  </a:lnTo>
                  <a:lnTo>
                    <a:pt x="204" y="1"/>
                  </a:lnTo>
                  <a:lnTo>
                    <a:pt x="200" y="0"/>
                  </a:lnTo>
                  <a:lnTo>
                    <a:pt x="197" y="0"/>
                  </a:lnTo>
                  <a:lnTo>
                    <a:pt x="195" y="1"/>
                  </a:lnTo>
                  <a:lnTo>
                    <a:pt x="195" y="1"/>
                  </a:lnTo>
                  <a:close/>
                </a:path>
              </a:pathLst>
            </a:custGeom>
            <a:solidFill>
              <a:schemeClr val="bg1"/>
            </a:solidFill>
            <a:ln w="9525">
              <a:noFill/>
              <a:round/>
            </a:ln>
          </p:spPr>
          <p:txBody>
            <a:bodyPr vert="horz" wrap="square" lIns="79689" tIns="39844" rIns="79689" bIns="39844" numCol="1" anchor="t" anchorCtr="0" compatLnSpc="1"/>
            <a:lstStyle/>
            <a:p>
              <a:endParaRPr lang="zh-CN" altLang="en-US" sz="1570">
                <a:solidFill>
                  <a:schemeClr val="bg1"/>
                </a:solidFill>
                <a:cs typeface="+mn-ea"/>
                <a:sym typeface="+mn-lt"/>
              </a:endParaRPr>
            </a:p>
          </p:txBody>
        </p:sp>
        <p:sp>
          <p:nvSpPr>
            <p:cNvPr id="182" name="Freeform 398"/>
            <p:cNvSpPr/>
            <p:nvPr/>
          </p:nvSpPr>
          <p:spPr bwMode="auto">
            <a:xfrm>
              <a:off x="5797551" y="1162051"/>
              <a:ext cx="90488" cy="42863"/>
            </a:xfrm>
            <a:custGeom>
              <a:avLst/>
              <a:gdLst/>
              <a:ahLst/>
              <a:cxnLst>
                <a:cxn ang="0">
                  <a:pos x="221" y="0"/>
                </a:cxn>
                <a:cxn ang="0">
                  <a:pos x="221" y="0"/>
                </a:cxn>
                <a:cxn ang="0">
                  <a:pos x="170" y="20"/>
                </a:cxn>
                <a:cxn ang="0">
                  <a:pos x="145" y="30"/>
                </a:cxn>
                <a:cxn ang="0">
                  <a:pos x="122" y="42"/>
                </a:cxn>
                <a:cxn ang="0">
                  <a:pos x="122" y="42"/>
                </a:cxn>
                <a:cxn ang="0">
                  <a:pos x="107" y="47"/>
                </a:cxn>
                <a:cxn ang="0">
                  <a:pos x="94" y="52"/>
                </a:cxn>
                <a:cxn ang="0">
                  <a:pos x="81" y="58"/>
                </a:cxn>
                <a:cxn ang="0">
                  <a:pos x="68" y="64"/>
                </a:cxn>
                <a:cxn ang="0">
                  <a:pos x="68" y="64"/>
                </a:cxn>
                <a:cxn ang="0">
                  <a:pos x="54" y="73"/>
                </a:cxn>
                <a:cxn ang="0">
                  <a:pos x="38" y="84"/>
                </a:cxn>
                <a:cxn ang="0">
                  <a:pos x="31" y="88"/>
                </a:cxn>
                <a:cxn ang="0">
                  <a:pos x="22" y="93"/>
                </a:cxn>
                <a:cxn ang="0">
                  <a:pos x="14" y="96"/>
                </a:cxn>
                <a:cxn ang="0">
                  <a:pos x="5" y="97"/>
                </a:cxn>
                <a:cxn ang="0">
                  <a:pos x="5" y="97"/>
                </a:cxn>
                <a:cxn ang="0">
                  <a:pos x="3" y="98"/>
                </a:cxn>
                <a:cxn ang="0">
                  <a:pos x="1" y="99"/>
                </a:cxn>
                <a:cxn ang="0">
                  <a:pos x="0" y="103"/>
                </a:cxn>
                <a:cxn ang="0">
                  <a:pos x="0" y="106"/>
                </a:cxn>
                <a:cxn ang="0">
                  <a:pos x="1" y="107"/>
                </a:cxn>
                <a:cxn ang="0">
                  <a:pos x="3" y="109"/>
                </a:cxn>
                <a:cxn ang="0">
                  <a:pos x="5" y="109"/>
                </a:cxn>
                <a:cxn ang="0">
                  <a:pos x="5" y="109"/>
                </a:cxn>
                <a:cxn ang="0">
                  <a:pos x="18" y="106"/>
                </a:cxn>
                <a:cxn ang="0">
                  <a:pos x="30" y="102"/>
                </a:cxn>
                <a:cxn ang="0">
                  <a:pos x="42" y="96"/>
                </a:cxn>
                <a:cxn ang="0">
                  <a:pos x="54" y="89"/>
                </a:cxn>
                <a:cxn ang="0">
                  <a:pos x="76" y="75"/>
                </a:cxn>
                <a:cxn ang="0">
                  <a:pos x="86" y="68"/>
                </a:cxn>
                <a:cxn ang="0">
                  <a:pos x="98" y="63"/>
                </a:cxn>
                <a:cxn ang="0">
                  <a:pos x="98" y="63"/>
                </a:cxn>
                <a:cxn ang="0">
                  <a:pos x="161" y="37"/>
                </a:cxn>
                <a:cxn ang="0">
                  <a:pos x="192" y="24"/>
                </a:cxn>
                <a:cxn ang="0">
                  <a:pos x="224" y="12"/>
                </a:cxn>
                <a:cxn ang="0">
                  <a:pos x="224" y="12"/>
                </a:cxn>
                <a:cxn ang="0">
                  <a:pos x="226" y="11"/>
                </a:cxn>
                <a:cxn ang="0">
                  <a:pos x="228" y="8"/>
                </a:cxn>
                <a:cxn ang="0">
                  <a:pos x="228" y="4"/>
                </a:cxn>
                <a:cxn ang="0">
                  <a:pos x="226" y="1"/>
                </a:cxn>
                <a:cxn ang="0">
                  <a:pos x="225" y="0"/>
                </a:cxn>
                <a:cxn ang="0">
                  <a:pos x="224" y="0"/>
                </a:cxn>
                <a:cxn ang="0">
                  <a:pos x="221" y="0"/>
                </a:cxn>
                <a:cxn ang="0">
                  <a:pos x="221" y="0"/>
                </a:cxn>
              </a:cxnLst>
              <a:rect l="0" t="0" r="r" b="b"/>
              <a:pathLst>
                <a:path w="228" h="109">
                  <a:moveTo>
                    <a:pt x="221" y="0"/>
                  </a:moveTo>
                  <a:lnTo>
                    <a:pt x="221" y="0"/>
                  </a:lnTo>
                  <a:lnTo>
                    <a:pt x="170" y="20"/>
                  </a:lnTo>
                  <a:lnTo>
                    <a:pt x="145" y="30"/>
                  </a:lnTo>
                  <a:lnTo>
                    <a:pt x="122" y="42"/>
                  </a:lnTo>
                  <a:lnTo>
                    <a:pt x="122" y="42"/>
                  </a:lnTo>
                  <a:lnTo>
                    <a:pt x="107" y="47"/>
                  </a:lnTo>
                  <a:lnTo>
                    <a:pt x="94" y="52"/>
                  </a:lnTo>
                  <a:lnTo>
                    <a:pt x="81" y="58"/>
                  </a:lnTo>
                  <a:lnTo>
                    <a:pt x="68" y="64"/>
                  </a:lnTo>
                  <a:lnTo>
                    <a:pt x="68" y="64"/>
                  </a:lnTo>
                  <a:lnTo>
                    <a:pt x="54" y="73"/>
                  </a:lnTo>
                  <a:lnTo>
                    <a:pt x="38" y="84"/>
                  </a:lnTo>
                  <a:lnTo>
                    <a:pt x="31" y="88"/>
                  </a:lnTo>
                  <a:lnTo>
                    <a:pt x="22" y="93"/>
                  </a:lnTo>
                  <a:lnTo>
                    <a:pt x="14" y="96"/>
                  </a:lnTo>
                  <a:lnTo>
                    <a:pt x="5" y="97"/>
                  </a:lnTo>
                  <a:lnTo>
                    <a:pt x="5" y="97"/>
                  </a:lnTo>
                  <a:lnTo>
                    <a:pt x="3" y="98"/>
                  </a:lnTo>
                  <a:lnTo>
                    <a:pt x="1" y="99"/>
                  </a:lnTo>
                  <a:lnTo>
                    <a:pt x="0" y="103"/>
                  </a:lnTo>
                  <a:lnTo>
                    <a:pt x="0" y="106"/>
                  </a:lnTo>
                  <a:lnTo>
                    <a:pt x="1" y="107"/>
                  </a:lnTo>
                  <a:lnTo>
                    <a:pt x="3" y="109"/>
                  </a:lnTo>
                  <a:lnTo>
                    <a:pt x="5" y="109"/>
                  </a:lnTo>
                  <a:lnTo>
                    <a:pt x="5" y="109"/>
                  </a:lnTo>
                  <a:lnTo>
                    <a:pt x="18" y="106"/>
                  </a:lnTo>
                  <a:lnTo>
                    <a:pt x="30" y="102"/>
                  </a:lnTo>
                  <a:lnTo>
                    <a:pt x="42" y="96"/>
                  </a:lnTo>
                  <a:lnTo>
                    <a:pt x="54" y="89"/>
                  </a:lnTo>
                  <a:lnTo>
                    <a:pt x="76" y="75"/>
                  </a:lnTo>
                  <a:lnTo>
                    <a:pt x="86" y="68"/>
                  </a:lnTo>
                  <a:lnTo>
                    <a:pt x="98" y="63"/>
                  </a:lnTo>
                  <a:lnTo>
                    <a:pt x="98" y="63"/>
                  </a:lnTo>
                  <a:lnTo>
                    <a:pt x="161" y="37"/>
                  </a:lnTo>
                  <a:lnTo>
                    <a:pt x="192" y="24"/>
                  </a:lnTo>
                  <a:lnTo>
                    <a:pt x="224" y="12"/>
                  </a:lnTo>
                  <a:lnTo>
                    <a:pt x="224" y="12"/>
                  </a:lnTo>
                  <a:lnTo>
                    <a:pt x="226" y="11"/>
                  </a:lnTo>
                  <a:lnTo>
                    <a:pt x="228" y="8"/>
                  </a:lnTo>
                  <a:lnTo>
                    <a:pt x="228" y="4"/>
                  </a:lnTo>
                  <a:lnTo>
                    <a:pt x="226" y="1"/>
                  </a:lnTo>
                  <a:lnTo>
                    <a:pt x="225" y="0"/>
                  </a:lnTo>
                  <a:lnTo>
                    <a:pt x="224" y="0"/>
                  </a:lnTo>
                  <a:lnTo>
                    <a:pt x="221" y="0"/>
                  </a:lnTo>
                  <a:lnTo>
                    <a:pt x="221" y="0"/>
                  </a:lnTo>
                  <a:close/>
                </a:path>
              </a:pathLst>
            </a:custGeom>
            <a:solidFill>
              <a:schemeClr val="bg1"/>
            </a:solidFill>
            <a:ln w="9525">
              <a:noFill/>
              <a:round/>
            </a:ln>
          </p:spPr>
          <p:txBody>
            <a:bodyPr vert="horz" wrap="square" lIns="79689" tIns="39844" rIns="79689" bIns="39844" numCol="1" anchor="t" anchorCtr="0" compatLnSpc="1"/>
            <a:lstStyle/>
            <a:p>
              <a:endParaRPr lang="zh-CN" altLang="en-US" sz="1570">
                <a:solidFill>
                  <a:schemeClr val="bg1"/>
                </a:solidFill>
                <a:cs typeface="+mn-ea"/>
                <a:sym typeface="+mn-lt"/>
              </a:endParaRPr>
            </a:p>
          </p:txBody>
        </p:sp>
        <p:sp>
          <p:nvSpPr>
            <p:cNvPr id="183" name="Freeform 399"/>
            <p:cNvSpPr/>
            <p:nvPr/>
          </p:nvSpPr>
          <p:spPr bwMode="auto">
            <a:xfrm>
              <a:off x="5772151" y="1168401"/>
              <a:ext cx="136525" cy="65088"/>
            </a:xfrm>
            <a:custGeom>
              <a:avLst/>
              <a:gdLst/>
              <a:ahLst/>
              <a:cxnLst>
                <a:cxn ang="0">
                  <a:pos x="333" y="1"/>
                </a:cxn>
                <a:cxn ang="0">
                  <a:pos x="325" y="4"/>
                </a:cxn>
                <a:cxn ang="0">
                  <a:pos x="316" y="4"/>
                </a:cxn>
                <a:cxn ang="0">
                  <a:pos x="293" y="16"/>
                </a:cxn>
                <a:cxn ang="0">
                  <a:pos x="268" y="26"/>
                </a:cxn>
                <a:cxn ang="0">
                  <a:pos x="259" y="29"/>
                </a:cxn>
                <a:cxn ang="0">
                  <a:pos x="233" y="43"/>
                </a:cxn>
                <a:cxn ang="0">
                  <a:pos x="217" y="50"/>
                </a:cxn>
                <a:cxn ang="0">
                  <a:pos x="172" y="65"/>
                </a:cxn>
                <a:cxn ang="0">
                  <a:pos x="148" y="77"/>
                </a:cxn>
                <a:cxn ang="0">
                  <a:pos x="76" y="118"/>
                </a:cxn>
                <a:cxn ang="0">
                  <a:pos x="58" y="127"/>
                </a:cxn>
                <a:cxn ang="0">
                  <a:pos x="19" y="144"/>
                </a:cxn>
                <a:cxn ang="0">
                  <a:pos x="2" y="156"/>
                </a:cxn>
                <a:cxn ang="0">
                  <a:pos x="0" y="158"/>
                </a:cxn>
                <a:cxn ang="0">
                  <a:pos x="0" y="162"/>
                </a:cxn>
                <a:cxn ang="0">
                  <a:pos x="6" y="165"/>
                </a:cxn>
                <a:cxn ang="0">
                  <a:pos x="9" y="164"/>
                </a:cxn>
                <a:cxn ang="0">
                  <a:pos x="19" y="157"/>
                </a:cxn>
                <a:cxn ang="0">
                  <a:pos x="50" y="141"/>
                </a:cxn>
                <a:cxn ang="0">
                  <a:pos x="92" y="122"/>
                </a:cxn>
                <a:cxn ang="0">
                  <a:pos x="119" y="106"/>
                </a:cxn>
                <a:cxn ang="0">
                  <a:pos x="173" y="79"/>
                </a:cxn>
                <a:cxn ang="0">
                  <a:pos x="203" y="68"/>
                </a:cxn>
                <a:cxn ang="0">
                  <a:pos x="223" y="60"/>
                </a:cxn>
                <a:cxn ang="0">
                  <a:pos x="283" y="34"/>
                </a:cxn>
                <a:cxn ang="0">
                  <a:pos x="304" y="22"/>
                </a:cxn>
                <a:cxn ang="0">
                  <a:pos x="325" y="14"/>
                </a:cxn>
                <a:cxn ang="0">
                  <a:pos x="334" y="14"/>
                </a:cxn>
                <a:cxn ang="0">
                  <a:pos x="342" y="11"/>
                </a:cxn>
                <a:cxn ang="0">
                  <a:pos x="342" y="8"/>
                </a:cxn>
                <a:cxn ang="0">
                  <a:pos x="340" y="1"/>
                </a:cxn>
                <a:cxn ang="0">
                  <a:pos x="336" y="0"/>
                </a:cxn>
                <a:cxn ang="0">
                  <a:pos x="333" y="1"/>
                </a:cxn>
              </a:cxnLst>
              <a:rect l="0" t="0" r="r" b="b"/>
              <a:pathLst>
                <a:path w="343" h="165">
                  <a:moveTo>
                    <a:pt x="333" y="1"/>
                  </a:moveTo>
                  <a:lnTo>
                    <a:pt x="333" y="1"/>
                  </a:lnTo>
                  <a:lnTo>
                    <a:pt x="330" y="4"/>
                  </a:lnTo>
                  <a:lnTo>
                    <a:pt x="325" y="4"/>
                  </a:lnTo>
                  <a:lnTo>
                    <a:pt x="319" y="4"/>
                  </a:lnTo>
                  <a:lnTo>
                    <a:pt x="316" y="4"/>
                  </a:lnTo>
                  <a:lnTo>
                    <a:pt x="316" y="4"/>
                  </a:lnTo>
                  <a:lnTo>
                    <a:pt x="293" y="16"/>
                  </a:lnTo>
                  <a:lnTo>
                    <a:pt x="282" y="21"/>
                  </a:lnTo>
                  <a:lnTo>
                    <a:pt x="268" y="26"/>
                  </a:lnTo>
                  <a:lnTo>
                    <a:pt x="268" y="26"/>
                  </a:lnTo>
                  <a:lnTo>
                    <a:pt x="259" y="29"/>
                  </a:lnTo>
                  <a:lnTo>
                    <a:pt x="250" y="33"/>
                  </a:lnTo>
                  <a:lnTo>
                    <a:pt x="233" y="43"/>
                  </a:lnTo>
                  <a:lnTo>
                    <a:pt x="233" y="43"/>
                  </a:lnTo>
                  <a:lnTo>
                    <a:pt x="217" y="50"/>
                  </a:lnTo>
                  <a:lnTo>
                    <a:pt x="203" y="55"/>
                  </a:lnTo>
                  <a:lnTo>
                    <a:pt x="172" y="65"/>
                  </a:lnTo>
                  <a:lnTo>
                    <a:pt x="172" y="65"/>
                  </a:lnTo>
                  <a:lnTo>
                    <a:pt x="148" y="77"/>
                  </a:lnTo>
                  <a:lnTo>
                    <a:pt x="123" y="89"/>
                  </a:lnTo>
                  <a:lnTo>
                    <a:pt x="76" y="118"/>
                  </a:lnTo>
                  <a:lnTo>
                    <a:pt x="76" y="118"/>
                  </a:lnTo>
                  <a:lnTo>
                    <a:pt x="58" y="127"/>
                  </a:lnTo>
                  <a:lnTo>
                    <a:pt x="38" y="135"/>
                  </a:lnTo>
                  <a:lnTo>
                    <a:pt x="19" y="144"/>
                  </a:lnTo>
                  <a:lnTo>
                    <a:pt x="11" y="149"/>
                  </a:lnTo>
                  <a:lnTo>
                    <a:pt x="2" y="156"/>
                  </a:lnTo>
                  <a:lnTo>
                    <a:pt x="2" y="156"/>
                  </a:lnTo>
                  <a:lnTo>
                    <a:pt x="0" y="158"/>
                  </a:lnTo>
                  <a:lnTo>
                    <a:pt x="0" y="160"/>
                  </a:lnTo>
                  <a:lnTo>
                    <a:pt x="0" y="162"/>
                  </a:lnTo>
                  <a:lnTo>
                    <a:pt x="2" y="164"/>
                  </a:lnTo>
                  <a:lnTo>
                    <a:pt x="6" y="165"/>
                  </a:lnTo>
                  <a:lnTo>
                    <a:pt x="8" y="165"/>
                  </a:lnTo>
                  <a:lnTo>
                    <a:pt x="9" y="164"/>
                  </a:lnTo>
                  <a:lnTo>
                    <a:pt x="9" y="164"/>
                  </a:lnTo>
                  <a:lnTo>
                    <a:pt x="19" y="157"/>
                  </a:lnTo>
                  <a:lnTo>
                    <a:pt x="29" y="152"/>
                  </a:lnTo>
                  <a:lnTo>
                    <a:pt x="50" y="141"/>
                  </a:lnTo>
                  <a:lnTo>
                    <a:pt x="72" y="132"/>
                  </a:lnTo>
                  <a:lnTo>
                    <a:pt x="92" y="122"/>
                  </a:lnTo>
                  <a:lnTo>
                    <a:pt x="92" y="122"/>
                  </a:lnTo>
                  <a:lnTo>
                    <a:pt x="119" y="106"/>
                  </a:lnTo>
                  <a:lnTo>
                    <a:pt x="145" y="92"/>
                  </a:lnTo>
                  <a:lnTo>
                    <a:pt x="173" y="79"/>
                  </a:lnTo>
                  <a:lnTo>
                    <a:pt x="187" y="73"/>
                  </a:lnTo>
                  <a:lnTo>
                    <a:pt x="203" y="68"/>
                  </a:lnTo>
                  <a:lnTo>
                    <a:pt x="203" y="68"/>
                  </a:lnTo>
                  <a:lnTo>
                    <a:pt x="223" y="60"/>
                  </a:lnTo>
                  <a:lnTo>
                    <a:pt x="244" y="52"/>
                  </a:lnTo>
                  <a:lnTo>
                    <a:pt x="283" y="34"/>
                  </a:lnTo>
                  <a:lnTo>
                    <a:pt x="283" y="34"/>
                  </a:lnTo>
                  <a:lnTo>
                    <a:pt x="304" y="22"/>
                  </a:lnTo>
                  <a:lnTo>
                    <a:pt x="314" y="17"/>
                  </a:lnTo>
                  <a:lnTo>
                    <a:pt x="325" y="14"/>
                  </a:lnTo>
                  <a:lnTo>
                    <a:pt x="325" y="14"/>
                  </a:lnTo>
                  <a:lnTo>
                    <a:pt x="334" y="14"/>
                  </a:lnTo>
                  <a:lnTo>
                    <a:pt x="338" y="13"/>
                  </a:lnTo>
                  <a:lnTo>
                    <a:pt x="342" y="11"/>
                  </a:lnTo>
                  <a:lnTo>
                    <a:pt x="342" y="11"/>
                  </a:lnTo>
                  <a:lnTo>
                    <a:pt x="342" y="8"/>
                  </a:lnTo>
                  <a:lnTo>
                    <a:pt x="343" y="5"/>
                  </a:lnTo>
                  <a:lnTo>
                    <a:pt x="340" y="1"/>
                  </a:lnTo>
                  <a:lnTo>
                    <a:pt x="339" y="0"/>
                  </a:lnTo>
                  <a:lnTo>
                    <a:pt x="336" y="0"/>
                  </a:lnTo>
                  <a:lnTo>
                    <a:pt x="335" y="0"/>
                  </a:lnTo>
                  <a:lnTo>
                    <a:pt x="333" y="1"/>
                  </a:lnTo>
                  <a:lnTo>
                    <a:pt x="333" y="1"/>
                  </a:lnTo>
                  <a:close/>
                </a:path>
              </a:pathLst>
            </a:custGeom>
            <a:solidFill>
              <a:schemeClr val="bg1"/>
            </a:solidFill>
            <a:ln w="9525">
              <a:noFill/>
              <a:round/>
            </a:ln>
          </p:spPr>
          <p:txBody>
            <a:bodyPr vert="horz" wrap="square" lIns="79689" tIns="39844" rIns="79689" bIns="39844" numCol="1" anchor="t" anchorCtr="0" compatLnSpc="1"/>
            <a:lstStyle/>
            <a:p>
              <a:endParaRPr lang="zh-CN" altLang="en-US" sz="1570">
                <a:solidFill>
                  <a:schemeClr val="bg1"/>
                </a:solidFill>
                <a:cs typeface="+mn-ea"/>
                <a:sym typeface="+mn-lt"/>
              </a:endParaRPr>
            </a:p>
          </p:txBody>
        </p:sp>
        <p:sp>
          <p:nvSpPr>
            <p:cNvPr id="184" name="Freeform 400"/>
            <p:cNvSpPr/>
            <p:nvPr/>
          </p:nvSpPr>
          <p:spPr bwMode="auto">
            <a:xfrm>
              <a:off x="5813426" y="1204913"/>
              <a:ext cx="111125" cy="57150"/>
            </a:xfrm>
            <a:custGeom>
              <a:avLst/>
              <a:gdLst/>
              <a:ahLst/>
              <a:cxnLst>
                <a:cxn ang="0">
                  <a:pos x="270" y="0"/>
                </a:cxn>
                <a:cxn ang="0">
                  <a:pos x="270" y="0"/>
                </a:cxn>
                <a:cxn ang="0">
                  <a:pos x="238" y="18"/>
                </a:cxn>
                <a:cxn ang="0">
                  <a:pos x="204" y="35"/>
                </a:cxn>
                <a:cxn ang="0">
                  <a:pos x="137" y="68"/>
                </a:cxn>
                <a:cxn ang="0">
                  <a:pos x="69" y="99"/>
                </a:cxn>
                <a:cxn ang="0">
                  <a:pos x="2" y="132"/>
                </a:cxn>
                <a:cxn ang="0">
                  <a:pos x="2" y="132"/>
                </a:cxn>
                <a:cxn ang="0">
                  <a:pos x="0" y="133"/>
                </a:cxn>
                <a:cxn ang="0">
                  <a:pos x="0" y="134"/>
                </a:cxn>
                <a:cxn ang="0">
                  <a:pos x="0" y="137"/>
                </a:cxn>
                <a:cxn ang="0">
                  <a:pos x="0" y="140"/>
                </a:cxn>
                <a:cxn ang="0">
                  <a:pos x="4" y="142"/>
                </a:cxn>
                <a:cxn ang="0">
                  <a:pos x="5" y="142"/>
                </a:cxn>
                <a:cxn ang="0">
                  <a:pos x="7" y="141"/>
                </a:cxn>
                <a:cxn ang="0">
                  <a:pos x="7" y="141"/>
                </a:cxn>
                <a:cxn ang="0">
                  <a:pos x="76" y="109"/>
                </a:cxn>
                <a:cxn ang="0">
                  <a:pos x="142" y="77"/>
                </a:cxn>
                <a:cxn ang="0">
                  <a:pos x="210" y="45"/>
                </a:cxn>
                <a:cxn ang="0">
                  <a:pos x="243" y="28"/>
                </a:cxn>
                <a:cxn ang="0">
                  <a:pos x="276" y="10"/>
                </a:cxn>
                <a:cxn ang="0">
                  <a:pos x="276" y="10"/>
                </a:cxn>
                <a:cxn ang="0">
                  <a:pos x="278" y="9"/>
                </a:cxn>
                <a:cxn ang="0">
                  <a:pos x="278" y="6"/>
                </a:cxn>
                <a:cxn ang="0">
                  <a:pos x="278" y="2"/>
                </a:cxn>
                <a:cxn ang="0">
                  <a:pos x="274" y="0"/>
                </a:cxn>
                <a:cxn ang="0">
                  <a:pos x="273" y="0"/>
                </a:cxn>
                <a:cxn ang="0">
                  <a:pos x="270" y="0"/>
                </a:cxn>
                <a:cxn ang="0">
                  <a:pos x="270" y="0"/>
                </a:cxn>
              </a:cxnLst>
              <a:rect l="0" t="0" r="r" b="b"/>
              <a:pathLst>
                <a:path w="278" h="142">
                  <a:moveTo>
                    <a:pt x="270" y="0"/>
                  </a:moveTo>
                  <a:lnTo>
                    <a:pt x="270" y="0"/>
                  </a:lnTo>
                  <a:lnTo>
                    <a:pt x="238" y="18"/>
                  </a:lnTo>
                  <a:lnTo>
                    <a:pt x="204" y="35"/>
                  </a:lnTo>
                  <a:lnTo>
                    <a:pt x="137" y="68"/>
                  </a:lnTo>
                  <a:lnTo>
                    <a:pt x="69" y="99"/>
                  </a:lnTo>
                  <a:lnTo>
                    <a:pt x="2" y="132"/>
                  </a:lnTo>
                  <a:lnTo>
                    <a:pt x="2" y="132"/>
                  </a:lnTo>
                  <a:lnTo>
                    <a:pt x="0" y="133"/>
                  </a:lnTo>
                  <a:lnTo>
                    <a:pt x="0" y="134"/>
                  </a:lnTo>
                  <a:lnTo>
                    <a:pt x="0" y="137"/>
                  </a:lnTo>
                  <a:lnTo>
                    <a:pt x="0" y="140"/>
                  </a:lnTo>
                  <a:lnTo>
                    <a:pt x="4" y="142"/>
                  </a:lnTo>
                  <a:lnTo>
                    <a:pt x="5" y="142"/>
                  </a:lnTo>
                  <a:lnTo>
                    <a:pt x="7" y="141"/>
                  </a:lnTo>
                  <a:lnTo>
                    <a:pt x="7" y="141"/>
                  </a:lnTo>
                  <a:lnTo>
                    <a:pt x="76" y="109"/>
                  </a:lnTo>
                  <a:lnTo>
                    <a:pt x="142" y="77"/>
                  </a:lnTo>
                  <a:lnTo>
                    <a:pt x="210" y="45"/>
                  </a:lnTo>
                  <a:lnTo>
                    <a:pt x="243" y="28"/>
                  </a:lnTo>
                  <a:lnTo>
                    <a:pt x="276" y="10"/>
                  </a:lnTo>
                  <a:lnTo>
                    <a:pt x="276" y="10"/>
                  </a:lnTo>
                  <a:lnTo>
                    <a:pt x="278" y="9"/>
                  </a:lnTo>
                  <a:lnTo>
                    <a:pt x="278" y="6"/>
                  </a:lnTo>
                  <a:lnTo>
                    <a:pt x="278" y="2"/>
                  </a:lnTo>
                  <a:lnTo>
                    <a:pt x="274" y="0"/>
                  </a:lnTo>
                  <a:lnTo>
                    <a:pt x="273" y="0"/>
                  </a:lnTo>
                  <a:lnTo>
                    <a:pt x="270" y="0"/>
                  </a:lnTo>
                  <a:lnTo>
                    <a:pt x="270" y="0"/>
                  </a:lnTo>
                  <a:close/>
                </a:path>
              </a:pathLst>
            </a:custGeom>
            <a:solidFill>
              <a:schemeClr val="bg1"/>
            </a:solidFill>
            <a:ln w="9525">
              <a:noFill/>
              <a:round/>
            </a:ln>
          </p:spPr>
          <p:txBody>
            <a:bodyPr vert="horz" wrap="square" lIns="79689" tIns="39844" rIns="79689" bIns="39844" numCol="1" anchor="t" anchorCtr="0" compatLnSpc="1"/>
            <a:lstStyle/>
            <a:p>
              <a:endParaRPr lang="zh-CN" altLang="en-US" sz="1570">
                <a:solidFill>
                  <a:schemeClr val="bg1"/>
                </a:solidFill>
                <a:cs typeface="+mn-ea"/>
                <a:sym typeface="+mn-lt"/>
              </a:endParaRPr>
            </a:p>
          </p:txBody>
        </p:sp>
        <p:sp>
          <p:nvSpPr>
            <p:cNvPr id="185" name="Freeform 401"/>
            <p:cNvSpPr>
              <a:spLocks noEditPoints="1"/>
            </p:cNvSpPr>
            <p:nvPr/>
          </p:nvSpPr>
          <p:spPr bwMode="auto">
            <a:xfrm>
              <a:off x="5248276" y="1095376"/>
              <a:ext cx="727075" cy="561975"/>
            </a:xfrm>
            <a:custGeom>
              <a:avLst/>
              <a:gdLst/>
              <a:ahLst/>
              <a:cxnLst>
                <a:cxn ang="0">
                  <a:pos x="1801" y="361"/>
                </a:cxn>
                <a:cxn ang="0">
                  <a:pos x="1711" y="258"/>
                </a:cxn>
                <a:cxn ang="0">
                  <a:pos x="1610" y="119"/>
                </a:cxn>
                <a:cxn ang="0">
                  <a:pos x="1511" y="36"/>
                </a:cxn>
                <a:cxn ang="0">
                  <a:pos x="1477" y="7"/>
                </a:cxn>
                <a:cxn ang="0">
                  <a:pos x="1446" y="15"/>
                </a:cxn>
                <a:cxn ang="0">
                  <a:pos x="899" y="0"/>
                </a:cxn>
                <a:cxn ang="0">
                  <a:pos x="331" y="8"/>
                </a:cxn>
                <a:cxn ang="0">
                  <a:pos x="308" y="32"/>
                </a:cxn>
                <a:cxn ang="0">
                  <a:pos x="228" y="115"/>
                </a:cxn>
                <a:cxn ang="0">
                  <a:pos x="41" y="325"/>
                </a:cxn>
                <a:cxn ang="0">
                  <a:pos x="0" y="431"/>
                </a:cxn>
                <a:cxn ang="0">
                  <a:pos x="4" y="448"/>
                </a:cxn>
                <a:cxn ang="0">
                  <a:pos x="64" y="551"/>
                </a:cxn>
                <a:cxn ang="0">
                  <a:pos x="229" y="780"/>
                </a:cxn>
                <a:cxn ang="0">
                  <a:pos x="433" y="983"/>
                </a:cxn>
                <a:cxn ang="0">
                  <a:pos x="556" y="1103"/>
                </a:cxn>
                <a:cxn ang="0">
                  <a:pos x="729" y="1265"/>
                </a:cxn>
                <a:cxn ang="0">
                  <a:pos x="869" y="1377"/>
                </a:cxn>
                <a:cxn ang="0">
                  <a:pos x="914" y="1413"/>
                </a:cxn>
                <a:cxn ang="0">
                  <a:pos x="962" y="1400"/>
                </a:cxn>
                <a:cxn ang="0">
                  <a:pos x="1071" y="1317"/>
                </a:cxn>
                <a:cxn ang="0">
                  <a:pos x="1238" y="1188"/>
                </a:cxn>
                <a:cxn ang="0">
                  <a:pos x="1364" y="1054"/>
                </a:cxn>
                <a:cxn ang="0">
                  <a:pos x="1527" y="896"/>
                </a:cxn>
                <a:cxn ang="0">
                  <a:pos x="1677" y="741"/>
                </a:cxn>
                <a:cxn ang="0">
                  <a:pos x="1777" y="599"/>
                </a:cxn>
                <a:cxn ang="0">
                  <a:pos x="1825" y="518"/>
                </a:cxn>
                <a:cxn ang="0">
                  <a:pos x="1826" y="423"/>
                </a:cxn>
                <a:cxn ang="0">
                  <a:pos x="1756" y="547"/>
                </a:cxn>
                <a:cxn ang="0">
                  <a:pos x="1711" y="619"/>
                </a:cxn>
                <a:cxn ang="0">
                  <a:pos x="1541" y="819"/>
                </a:cxn>
                <a:cxn ang="0">
                  <a:pos x="1344" y="1009"/>
                </a:cxn>
                <a:cxn ang="0">
                  <a:pos x="1185" y="1173"/>
                </a:cxn>
                <a:cxn ang="0">
                  <a:pos x="980" y="1324"/>
                </a:cxn>
                <a:cxn ang="0">
                  <a:pos x="922" y="1355"/>
                </a:cxn>
                <a:cxn ang="0">
                  <a:pos x="911" y="1349"/>
                </a:cxn>
                <a:cxn ang="0">
                  <a:pos x="826" y="1286"/>
                </a:cxn>
                <a:cxn ang="0">
                  <a:pos x="699" y="1170"/>
                </a:cxn>
                <a:cxn ang="0">
                  <a:pos x="598" y="1075"/>
                </a:cxn>
                <a:cxn ang="0">
                  <a:pos x="530" y="1009"/>
                </a:cxn>
                <a:cxn ang="0">
                  <a:pos x="432" y="921"/>
                </a:cxn>
                <a:cxn ang="0">
                  <a:pos x="202" y="677"/>
                </a:cxn>
                <a:cxn ang="0">
                  <a:pos x="106" y="529"/>
                </a:cxn>
                <a:cxn ang="0">
                  <a:pos x="49" y="418"/>
                </a:cxn>
                <a:cxn ang="0">
                  <a:pos x="97" y="333"/>
                </a:cxn>
                <a:cxn ang="0">
                  <a:pos x="247" y="164"/>
                </a:cxn>
                <a:cxn ang="0">
                  <a:pos x="343" y="62"/>
                </a:cxn>
                <a:cxn ang="0">
                  <a:pos x="765" y="49"/>
                </a:cxn>
                <a:cxn ang="0">
                  <a:pos x="1316" y="58"/>
                </a:cxn>
                <a:cxn ang="0">
                  <a:pos x="1478" y="64"/>
                </a:cxn>
                <a:cxn ang="0">
                  <a:pos x="1586" y="163"/>
                </a:cxn>
                <a:cxn ang="0">
                  <a:pos x="1695" y="309"/>
                </a:cxn>
                <a:cxn ang="0">
                  <a:pos x="1765" y="389"/>
                </a:cxn>
                <a:cxn ang="0">
                  <a:pos x="1786" y="484"/>
                </a:cxn>
              </a:cxnLst>
              <a:rect l="0" t="0" r="r" b="b"/>
              <a:pathLst>
                <a:path w="1833" h="1415">
                  <a:moveTo>
                    <a:pt x="1812" y="374"/>
                  </a:moveTo>
                  <a:lnTo>
                    <a:pt x="1812" y="374"/>
                  </a:lnTo>
                  <a:lnTo>
                    <a:pt x="1808" y="367"/>
                  </a:lnTo>
                  <a:lnTo>
                    <a:pt x="1801" y="361"/>
                  </a:lnTo>
                  <a:lnTo>
                    <a:pt x="1801" y="361"/>
                  </a:lnTo>
                  <a:lnTo>
                    <a:pt x="1801" y="361"/>
                  </a:lnTo>
                  <a:lnTo>
                    <a:pt x="1801" y="361"/>
                  </a:lnTo>
                  <a:lnTo>
                    <a:pt x="1795" y="351"/>
                  </a:lnTo>
                  <a:lnTo>
                    <a:pt x="1788" y="342"/>
                  </a:lnTo>
                  <a:lnTo>
                    <a:pt x="1773" y="322"/>
                  </a:lnTo>
                  <a:lnTo>
                    <a:pt x="1737" y="288"/>
                  </a:lnTo>
                  <a:lnTo>
                    <a:pt x="1737" y="288"/>
                  </a:lnTo>
                  <a:lnTo>
                    <a:pt x="1724" y="274"/>
                  </a:lnTo>
                  <a:lnTo>
                    <a:pt x="1711" y="258"/>
                  </a:lnTo>
                  <a:lnTo>
                    <a:pt x="1689" y="227"/>
                  </a:lnTo>
                  <a:lnTo>
                    <a:pt x="1668" y="193"/>
                  </a:lnTo>
                  <a:lnTo>
                    <a:pt x="1657" y="177"/>
                  </a:lnTo>
                  <a:lnTo>
                    <a:pt x="1646" y="161"/>
                  </a:lnTo>
                  <a:lnTo>
                    <a:pt x="1646" y="161"/>
                  </a:lnTo>
                  <a:lnTo>
                    <a:pt x="1629" y="140"/>
                  </a:lnTo>
                  <a:lnTo>
                    <a:pt x="1610" y="119"/>
                  </a:lnTo>
                  <a:lnTo>
                    <a:pt x="1591" y="100"/>
                  </a:lnTo>
                  <a:lnTo>
                    <a:pt x="1570" y="83"/>
                  </a:lnTo>
                  <a:lnTo>
                    <a:pt x="1570" y="83"/>
                  </a:lnTo>
                  <a:lnTo>
                    <a:pt x="1552" y="70"/>
                  </a:lnTo>
                  <a:lnTo>
                    <a:pt x="1531" y="53"/>
                  </a:lnTo>
                  <a:lnTo>
                    <a:pt x="1520" y="45"/>
                  </a:lnTo>
                  <a:lnTo>
                    <a:pt x="1511" y="36"/>
                  </a:lnTo>
                  <a:lnTo>
                    <a:pt x="1503" y="27"/>
                  </a:lnTo>
                  <a:lnTo>
                    <a:pt x="1497" y="19"/>
                  </a:lnTo>
                  <a:lnTo>
                    <a:pt x="1497" y="19"/>
                  </a:lnTo>
                  <a:lnTo>
                    <a:pt x="1494" y="13"/>
                  </a:lnTo>
                  <a:lnTo>
                    <a:pt x="1489" y="11"/>
                  </a:lnTo>
                  <a:lnTo>
                    <a:pt x="1484" y="8"/>
                  </a:lnTo>
                  <a:lnTo>
                    <a:pt x="1477" y="7"/>
                  </a:lnTo>
                  <a:lnTo>
                    <a:pt x="1463" y="7"/>
                  </a:lnTo>
                  <a:lnTo>
                    <a:pt x="1463" y="7"/>
                  </a:lnTo>
                  <a:lnTo>
                    <a:pt x="1457" y="8"/>
                  </a:lnTo>
                  <a:lnTo>
                    <a:pt x="1452" y="10"/>
                  </a:lnTo>
                  <a:lnTo>
                    <a:pt x="1448" y="12"/>
                  </a:lnTo>
                  <a:lnTo>
                    <a:pt x="1446" y="15"/>
                  </a:lnTo>
                  <a:lnTo>
                    <a:pt x="1446" y="15"/>
                  </a:lnTo>
                  <a:lnTo>
                    <a:pt x="1376" y="13"/>
                  </a:lnTo>
                  <a:lnTo>
                    <a:pt x="1308" y="12"/>
                  </a:lnTo>
                  <a:lnTo>
                    <a:pt x="1172" y="7"/>
                  </a:lnTo>
                  <a:lnTo>
                    <a:pt x="1036" y="2"/>
                  </a:lnTo>
                  <a:lnTo>
                    <a:pt x="967" y="0"/>
                  </a:lnTo>
                  <a:lnTo>
                    <a:pt x="899" y="0"/>
                  </a:lnTo>
                  <a:lnTo>
                    <a:pt x="899" y="0"/>
                  </a:lnTo>
                  <a:lnTo>
                    <a:pt x="832" y="0"/>
                  </a:lnTo>
                  <a:lnTo>
                    <a:pt x="765" y="3"/>
                  </a:lnTo>
                  <a:lnTo>
                    <a:pt x="699" y="6"/>
                  </a:lnTo>
                  <a:lnTo>
                    <a:pt x="632" y="7"/>
                  </a:lnTo>
                  <a:lnTo>
                    <a:pt x="335" y="7"/>
                  </a:lnTo>
                  <a:lnTo>
                    <a:pt x="335" y="7"/>
                  </a:lnTo>
                  <a:lnTo>
                    <a:pt x="331" y="8"/>
                  </a:lnTo>
                  <a:lnTo>
                    <a:pt x="327" y="8"/>
                  </a:lnTo>
                  <a:lnTo>
                    <a:pt x="321" y="13"/>
                  </a:lnTo>
                  <a:lnTo>
                    <a:pt x="321" y="13"/>
                  </a:lnTo>
                  <a:lnTo>
                    <a:pt x="318" y="16"/>
                  </a:lnTo>
                  <a:lnTo>
                    <a:pt x="315" y="19"/>
                  </a:lnTo>
                  <a:lnTo>
                    <a:pt x="315" y="19"/>
                  </a:lnTo>
                  <a:lnTo>
                    <a:pt x="308" y="32"/>
                  </a:lnTo>
                  <a:lnTo>
                    <a:pt x="298" y="45"/>
                  </a:lnTo>
                  <a:lnTo>
                    <a:pt x="288" y="58"/>
                  </a:lnTo>
                  <a:lnTo>
                    <a:pt x="275" y="70"/>
                  </a:lnTo>
                  <a:lnTo>
                    <a:pt x="251" y="92"/>
                  </a:lnTo>
                  <a:lnTo>
                    <a:pt x="238" y="104"/>
                  </a:lnTo>
                  <a:lnTo>
                    <a:pt x="228" y="115"/>
                  </a:lnTo>
                  <a:lnTo>
                    <a:pt x="228" y="115"/>
                  </a:lnTo>
                  <a:lnTo>
                    <a:pt x="171" y="177"/>
                  </a:lnTo>
                  <a:lnTo>
                    <a:pt x="114" y="236"/>
                  </a:lnTo>
                  <a:lnTo>
                    <a:pt x="114" y="236"/>
                  </a:lnTo>
                  <a:lnTo>
                    <a:pt x="96" y="255"/>
                  </a:lnTo>
                  <a:lnTo>
                    <a:pt x="77" y="278"/>
                  </a:lnTo>
                  <a:lnTo>
                    <a:pt x="59" y="301"/>
                  </a:lnTo>
                  <a:lnTo>
                    <a:pt x="41" y="325"/>
                  </a:lnTo>
                  <a:lnTo>
                    <a:pt x="26" y="351"/>
                  </a:lnTo>
                  <a:lnTo>
                    <a:pt x="20" y="364"/>
                  </a:lnTo>
                  <a:lnTo>
                    <a:pt x="13" y="377"/>
                  </a:lnTo>
                  <a:lnTo>
                    <a:pt x="8" y="390"/>
                  </a:lnTo>
                  <a:lnTo>
                    <a:pt x="5" y="403"/>
                  </a:lnTo>
                  <a:lnTo>
                    <a:pt x="3" y="416"/>
                  </a:lnTo>
                  <a:lnTo>
                    <a:pt x="0" y="431"/>
                  </a:lnTo>
                  <a:lnTo>
                    <a:pt x="0" y="431"/>
                  </a:lnTo>
                  <a:lnTo>
                    <a:pt x="0" y="433"/>
                  </a:lnTo>
                  <a:lnTo>
                    <a:pt x="0" y="436"/>
                  </a:lnTo>
                  <a:lnTo>
                    <a:pt x="0" y="436"/>
                  </a:lnTo>
                  <a:lnTo>
                    <a:pt x="1" y="442"/>
                  </a:lnTo>
                  <a:lnTo>
                    <a:pt x="4" y="448"/>
                  </a:lnTo>
                  <a:lnTo>
                    <a:pt x="4" y="448"/>
                  </a:lnTo>
                  <a:lnTo>
                    <a:pt x="8" y="462"/>
                  </a:lnTo>
                  <a:lnTo>
                    <a:pt x="15" y="475"/>
                  </a:lnTo>
                  <a:lnTo>
                    <a:pt x="22" y="490"/>
                  </a:lnTo>
                  <a:lnTo>
                    <a:pt x="30" y="503"/>
                  </a:lnTo>
                  <a:lnTo>
                    <a:pt x="47" y="527"/>
                  </a:lnTo>
                  <a:lnTo>
                    <a:pt x="64" y="551"/>
                  </a:lnTo>
                  <a:lnTo>
                    <a:pt x="64" y="551"/>
                  </a:lnTo>
                  <a:lnTo>
                    <a:pt x="90" y="590"/>
                  </a:lnTo>
                  <a:lnTo>
                    <a:pt x="115" y="629"/>
                  </a:lnTo>
                  <a:lnTo>
                    <a:pt x="141" y="667"/>
                  </a:lnTo>
                  <a:lnTo>
                    <a:pt x="169" y="705"/>
                  </a:lnTo>
                  <a:lnTo>
                    <a:pt x="169" y="705"/>
                  </a:lnTo>
                  <a:lnTo>
                    <a:pt x="198" y="743"/>
                  </a:lnTo>
                  <a:lnTo>
                    <a:pt x="229" y="780"/>
                  </a:lnTo>
                  <a:lnTo>
                    <a:pt x="260" y="816"/>
                  </a:lnTo>
                  <a:lnTo>
                    <a:pt x="293" y="850"/>
                  </a:lnTo>
                  <a:lnTo>
                    <a:pt x="327" y="886"/>
                  </a:lnTo>
                  <a:lnTo>
                    <a:pt x="362" y="918"/>
                  </a:lnTo>
                  <a:lnTo>
                    <a:pt x="398" y="951"/>
                  </a:lnTo>
                  <a:lnTo>
                    <a:pt x="433" y="983"/>
                  </a:lnTo>
                  <a:lnTo>
                    <a:pt x="433" y="983"/>
                  </a:lnTo>
                  <a:lnTo>
                    <a:pt x="449" y="998"/>
                  </a:lnTo>
                  <a:lnTo>
                    <a:pt x="465" y="1013"/>
                  </a:lnTo>
                  <a:lnTo>
                    <a:pt x="495" y="1044"/>
                  </a:lnTo>
                  <a:lnTo>
                    <a:pt x="525" y="1074"/>
                  </a:lnTo>
                  <a:lnTo>
                    <a:pt x="539" y="1090"/>
                  </a:lnTo>
                  <a:lnTo>
                    <a:pt x="556" y="1103"/>
                  </a:lnTo>
                  <a:lnTo>
                    <a:pt x="556" y="1103"/>
                  </a:lnTo>
                  <a:lnTo>
                    <a:pt x="593" y="1133"/>
                  </a:lnTo>
                  <a:lnTo>
                    <a:pt x="627" y="1164"/>
                  </a:lnTo>
                  <a:lnTo>
                    <a:pt x="661" y="1197"/>
                  </a:lnTo>
                  <a:lnTo>
                    <a:pt x="693" y="1231"/>
                  </a:lnTo>
                  <a:lnTo>
                    <a:pt x="693" y="1231"/>
                  </a:lnTo>
                  <a:lnTo>
                    <a:pt x="710" y="1248"/>
                  </a:lnTo>
                  <a:lnTo>
                    <a:pt x="729" y="1265"/>
                  </a:lnTo>
                  <a:lnTo>
                    <a:pt x="747" y="1281"/>
                  </a:lnTo>
                  <a:lnTo>
                    <a:pt x="765" y="1295"/>
                  </a:lnTo>
                  <a:lnTo>
                    <a:pt x="803" y="1324"/>
                  </a:lnTo>
                  <a:lnTo>
                    <a:pt x="841" y="1354"/>
                  </a:lnTo>
                  <a:lnTo>
                    <a:pt x="841" y="1354"/>
                  </a:lnTo>
                  <a:lnTo>
                    <a:pt x="853" y="1364"/>
                  </a:lnTo>
                  <a:lnTo>
                    <a:pt x="869" y="1377"/>
                  </a:lnTo>
                  <a:lnTo>
                    <a:pt x="884" y="1391"/>
                  </a:lnTo>
                  <a:lnTo>
                    <a:pt x="892" y="1396"/>
                  </a:lnTo>
                  <a:lnTo>
                    <a:pt x="900" y="1398"/>
                  </a:lnTo>
                  <a:lnTo>
                    <a:pt x="900" y="1398"/>
                  </a:lnTo>
                  <a:lnTo>
                    <a:pt x="904" y="1406"/>
                  </a:lnTo>
                  <a:lnTo>
                    <a:pt x="911" y="1411"/>
                  </a:lnTo>
                  <a:lnTo>
                    <a:pt x="914" y="1413"/>
                  </a:lnTo>
                  <a:lnTo>
                    <a:pt x="918" y="1414"/>
                  </a:lnTo>
                  <a:lnTo>
                    <a:pt x="922" y="1415"/>
                  </a:lnTo>
                  <a:lnTo>
                    <a:pt x="928" y="1414"/>
                  </a:lnTo>
                  <a:lnTo>
                    <a:pt x="928" y="1414"/>
                  </a:lnTo>
                  <a:lnTo>
                    <a:pt x="941" y="1411"/>
                  </a:lnTo>
                  <a:lnTo>
                    <a:pt x="951" y="1406"/>
                  </a:lnTo>
                  <a:lnTo>
                    <a:pt x="962" y="1400"/>
                  </a:lnTo>
                  <a:lnTo>
                    <a:pt x="972" y="1391"/>
                  </a:lnTo>
                  <a:lnTo>
                    <a:pt x="972" y="1391"/>
                  </a:lnTo>
                  <a:lnTo>
                    <a:pt x="996" y="1371"/>
                  </a:lnTo>
                  <a:lnTo>
                    <a:pt x="1020" y="1353"/>
                  </a:lnTo>
                  <a:lnTo>
                    <a:pt x="1045" y="1334"/>
                  </a:lnTo>
                  <a:lnTo>
                    <a:pt x="1071" y="1317"/>
                  </a:lnTo>
                  <a:lnTo>
                    <a:pt x="1071" y="1317"/>
                  </a:lnTo>
                  <a:lnTo>
                    <a:pt x="1092" y="1303"/>
                  </a:lnTo>
                  <a:lnTo>
                    <a:pt x="1115" y="1287"/>
                  </a:lnTo>
                  <a:lnTo>
                    <a:pt x="1155" y="1255"/>
                  </a:lnTo>
                  <a:lnTo>
                    <a:pt x="1196" y="1221"/>
                  </a:lnTo>
                  <a:lnTo>
                    <a:pt x="1217" y="1204"/>
                  </a:lnTo>
                  <a:lnTo>
                    <a:pt x="1238" y="1188"/>
                  </a:lnTo>
                  <a:lnTo>
                    <a:pt x="1238" y="1188"/>
                  </a:lnTo>
                  <a:lnTo>
                    <a:pt x="1256" y="1175"/>
                  </a:lnTo>
                  <a:lnTo>
                    <a:pt x="1273" y="1159"/>
                  </a:lnTo>
                  <a:lnTo>
                    <a:pt x="1289" y="1143"/>
                  </a:lnTo>
                  <a:lnTo>
                    <a:pt x="1304" y="1126"/>
                  </a:lnTo>
                  <a:lnTo>
                    <a:pt x="1336" y="1091"/>
                  </a:lnTo>
                  <a:lnTo>
                    <a:pt x="1364" y="1054"/>
                  </a:lnTo>
                  <a:lnTo>
                    <a:pt x="1364" y="1054"/>
                  </a:lnTo>
                  <a:lnTo>
                    <a:pt x="1379" y="1037"/>
                  </a:lnTo>
                  <a:lnTo>
                    <a:pt x="1395" y="1020"/>
                  </a:lnTo>
                  <a:lnTo>
                    <a:pt x="1426" y="990"/>
                  </a:lnTo>
                  <a:lnTo>
                    <a:pt x="1460" y="960"/>
                  </a:lnTo>
                  <a:lnTo>
                    <a:pt x="1494" y="929"/>
                  </a:lnTo>
                  <a:lnTo>
                    <a:pt x="1494" y="929"/>
                  </a:lnTo>
                  <a:lnTo>
                    <a:pt x="1527" y="896"/>
                  </a:lnTo>
                  <a:lnTo>
                    <a:pt x="1559" y="862"/>
                  </a:lnTo>
                  <a:lnTo>
                    <a:pt x="1592" y="830"/>
                  </a:lnTo>
                  <a:lnTo>
                    <a:pt x="1626" y="796"/>
                  </a:lnTo>
                  <a:lnTo>
                    <a:pt x="1626" y="796"/>
                  </a:lnTo>
                  <a:lnTo>
                    <a:pt x="1644" y="779"/>
                  </a:lnTo>
                  <a:lnTo>
                    <a:pt x="1661" y="759"/>
                  </a:lnTo>
                  <a:lnTo>
                    <a:pt x="1677" y="741"/>
                  </a:lnTo>
                  <a:lnTo>
                    <a:pt x="1691" y="720"/>
                  </a:lnTo>
                  <a:lnTo>
                    <a:pt x="1722" y="680"/>
                  </a:lnTo>
                  <a:lnTo>
                    <a:pt x="1752" y="640"/>
                  </a:lnTo>
                  <a:lnTo>
                    <a:pt x="1752" y="640"/>
                  </a:lnTo>
                  <a:lnTo>
                    <a:pt x="1761" y="627"/>
                  </a:lnTo>
                  <a:lnTo>
                    <a:pt x="1770" y="614"/>
                  </a:lnTo>
                  <a:lnTo>
                    <a:pt x="1777" y="599"/>
                  </a:lnTo>
                  <a:lnTo>
                    <a:pt x="1783" y="585"/>
                  </a:lnTo>
                  <a:lnTo>
                    <a:pt x="1783" y="585"/>
                  </a:lnTo>
                  <a:lnTo>
                    <a:pt x="1787" y="575"/>
                  </a:lnTo>
                  <a:lnTo>
                    <a:pt x="1794" y="565"/>
                  </a:lnTo>
                  <a:lnTo>
                    <a:pt x="1807" y="547"/>
                  </a:lnTo>
                  <a:lnTo>
                    <a:pt x="1818" y="527"/>
                  </a:lnTo>
                  <a:lnTo>
                    <a:pt x="1825" y="518"/>
                  </a:lnTo>
                  <a:lnTo>
                    <a:pt x="1829" y="507"/>
                  </a:lnTo>
                  <a:lnTo>
                    <a:pt x="1829" y="507"/>
                  </a:lnTo>
                  <a:lnTo>
                    <a:pt x="1831" y="491"/>
                  </a:lnTo>
                  <a:lnTo>
                    <a:pt x="1833" y="474"/>
                  </a:lnTo>
                  <a:lnTo>
                    <a:pt x="1833" y="457"/>
                  </a:lnTo>
                  <a:lnTo>
                    <a:pt x="1830" y="440"/>
                  </a:lnTo>
                  <a:lnTo>
                    <a:pt x="1826" y="423"/>
                  </a:lnTo>
                  <a:lnTo>
                    <a:pt x="1821" y="406"/>
                  </a:lnTo>
                  <a:lnTo>
                    <a:pt x="1812" y="374"/>
                  </a:lnTo>
                  <a:lnTo>
                    <a:pt x="1812" y="374"/>
                  </a:lnTo>
                  <a:close/>
                  <a:moveTo>
                    <a:pt x="1778" y="513"/>
                  </a:moveTo>
                  <a:lnTo>
                    <a:pt x="1778" y="513"/>
                  </a:lnTo>
                  <a:lnTo>
                    <a:pt x="1767" y="531"/>
                  </a:lnTo>
                  <a:lnTo>
                    <a:pt x="1756" y="547"/>
                  </a:lnTo>
                  <a:lnTo>
                    <a:pt x="1744" y="564"/>
                  </a:lnTo>
                  <a:lnTo>
                    <a:pt x="1739" y="572"/>
                  </a:lnTo>
                  <a:lnTo>
                    <a:pt x="1735" y="582"/>
                  </a:lnTo>
                  <a:lnTo>
                    <a:pt x="1735" y="582"/>
                  </a:lnTo>
                  <a:lnTo>
                    <a:pt x="1729" y="592"/>
                  </a:lnTo>
                  <a:lnTo>
                    <a:pt x="1724" y="601"/>
                  </a:lnTo>
                  <a:lnTo>
                    <a:pt x="1711" y="619"/>
                  </a:lnTo>
                  <a:lnTo>
                    <a:pt x="1684" y="656"/>
                  </a:lnTo>
                  <a:lnTo>
                    <a:pt x="1684" y="656"/>
                  </a:lnTo>
                  <a:lnTo>
                    <a:pt x="1657" y="690"/>
                  </a:lnTo>
                  <a:lnTo>
                    <a:pt x="1630" y="722"/>
                  </a:lnTo>
                  <a:lnTo>
                    <a:pt x="1601" y="755"/>
                  </a:lnTo>
                  <a:lnTo>
                    <a:pt x="1571" y="788"/>
                  </a:lnTo>
                  <a:lnTo>
                    <a:pt x="1541" y="819"/>
                  </a:lnTo>
                  <a:lnTo>
                    <a:pt x="1511" y="849"/>
                  </a:lnTo>
                  <a:lnTo>
                    <a:pt x="1448" y="909"/>
                  </a:lnTo>
                  <a:lnTo>
                    <a:pt x="1448" y="909"/>
                  </a:lnTo>
                  <a:lnTo>
                    <a:pt x="1395" y="958"/>
                  </a:lnTo>
                  <a:lnTo>
                    <a:pt x="1368" y="983"/>
                  </a:lnTo>
                  <a:lnTo>
                    <a:pt x="1344" y="1009"/>
                  </a:lnTo>
                  <a:lnTo>
                    <a:pt x="1344" y="1009"/>
                  </a:lnTo>
                  <a:lnTo>
                    <a:pt x="1313" y="1043"/>
                  </a:lnTo>
                  <a:lnTo>
                    <a:pt x="1285" y="1077"/>
                  </a:lnTo>
                  <a:lnTo>
                    <a:pt x="1256" y="1109"/>
                  </a:lnTo>
                  <a:lnTo>
                    <a:pt x="1240" y="1125"/>
                  </a:lnTo>
                  <a:lnTo>
                    <a:pt x="1225" y="1141"/>
                  </a:lnTo>
                  <a:lnTo>
                    <a:pt x="1225" y="1141"/>
                  </a:lnTo>
                  <a:lnTo>
                    <a:pt x="1185" y="1173"/>
                  </a:lnTo>
                  <a:lnTo>
                    <a:pt x="1146" y="1206"/>
                  </a:lnTo>
                  <a:lnTo>
                    <a:pt x="1065" y="1266"/>
                  </a:lnTo>
                  <a:lnTo>
                    <a:pt x="1065" y="1266"/>
                  </a:lnTo>
                  <a:lnTo>
                    <a:pt x="1044" y="1282"/>
                  </a:lnTo>
                  <a:lnTo>
                    <a:pt x="1023" y="1295"/>
                  </a:lnTo>
                  <a:lnTo>
                    <a:pt x="980" y="1324"/>
                  </a:lnTo>
                  <a:lnTo>
                    <a:pt x="980" y="1324"/>
                  </a:lnTo>
                  <a:lnTo>
                    <a:pt x="968" y="1333"/>
                  </a:lnTo>
                  <a:lnTo>
                    <a:pt x="956" y="1343"/>
                  </a:lnTo>
                  <a:lnTo>
                    <a:pt x="945" y="1354"/>
                  </a:lnTo>
                  <a:lnTo>
                    <a:pt x="931" y="1363"/>
                  </a:lnTo>
                  <a:lnTo>
                    <a:pt x="931" y="1363"/>
                  </a:lnTo>
                  <a:lnTo>
                    <a:pt x="928" y="1358"/>
                  </a:lnTo>
                  <a:lnTo>
                    <a:pt x="922" y="1355"/>
                  </a:lnTo>
                  <a:lnTo>
                    <a:pt x="916" y="1354"/>
                  </a:lnTo>
                  <a:lnTo>
                    <a:pt x="908" y="1355"/>
                  </a:lnTo>
                  <a:lnTo>
                    <a:pt x="908" y="1355"/>
                  </a:lnTo>
                  <a:lnTo>
                    <a:pt x="911" y="1354"/>
                  </a:lnTo>
                  <a:lnTo>
                    <a:pt x="912" y="1353"/>
                  </a:lnTo>
                  <a:lnTo>
                    <a:pt x="912" y="1350"/>
                  </a:lnTo>
                  <a:lnTo>
                    <a:pt x="911" y="1349"/>
                  </a:lnTo>
                  <a:lnTo>
                    <a:pt x="907" y="1343"/>
                  </a:lnTo>
                  <a:lnTo>
                    <a:pt x="901" y="1340"/>
                  </a:lnTo>
                  <a:lnTo>
                    <a:pt x="886" y="1329"/>
                  </a:lnTo>
                  <a:lnTo>
                    <a:pt x="874" y="1321"/>
                  </a:lnTo>
                  <a:lnTo>
                    <a:pt x="874" y="1321"/>
                  </a:lnTo>
                  <a:lnTo>
                    <a:pt x="850" y="1303"/>
                  </a:lnTo>
                  <a:lnTo>
                    <a:pt x="826" y="1286"/>
                  </a:lnTo>
                  <a:lnTo>
                    <a:pt x="826" y="1286"/>
                  </a:lnTo>
                  <a:lnTo>
                    <a:pt x="807" y="1274"/>
                  </a:lnTo>
                  <a:lnTo>
                    <a:pt x="790" y="1261"/>
                  </a:lnTo>
                  <a:lnTo>
                    <a:pt x="775" y="1247"/>
                  </a:lnTo>
                  <a:lnTo>
                    <a:pt x="759" y="1232"/>
                  </a:lnTo>
                  <a:lnTo>
                    <a:pt x="729" y="1202"/>
                  </a:lnTo>
                  <a:lnTo>
                    <a:pt x="699" y="1170"/>
                  </a:lnTo>
                  <a:lnTo>
                    <a:pt x="699" y="1170"/>
                  </a:lnTo>
                  <a:lnTo>
                    <a:pt x="676" y="1146"/>
                  </a:lnTo>
                  <a:lnTo>
                    <a:pt x="652" y="1120"/>
                  </a:lnTo>
                  <a:lnTo>
                    <a:pt x="638" y="1107"/>
                  </a:lnTo>
                  <a:lnTo>
                    <a:pt x="625" y="1095"/>
                  </a:lnTo>
                  <a:lnTo>
                    <a:pt x="612" y="1085"/>
                  </a:lnTo>
                  <a:lnTo>
                    <a:pt x="598" y="1075"/>
                  </a:lnTo>
                  <a:lnTo>
                    <a:pt x="598" y="1075"/>
                  </a:lnTo>
                  <a:lnTo>
                    <a:pt x="587" y="1069"/>
                  </a:lnTo>
                  <a:lnTo>
                    <a:pt x="578" y="1062"/>
                  </a:lnTo>
                  <a:lnTo>
                    <a:pt x="561" y="1045"/>
                  </a:lnTo>
                  <a:lnTo>
                    <a:pt x="546" y="1027"/>
                  </a:lnTo>
                  <a:lnTo>
                    <a:pt x="530" y="1009"/>
                  </a:lnTo>
                  <a:lnTo>
                    <a:pt x="530" y="1009"/>
                  </a:lnTo>
                  <a:lnTo>
                    <a:pt x="523" y="1000"/>
                  </a:lnTo>
                  <a:lnTo>
                    <a:pt x="516" y="993"/>
                  </a:lnTo>
                  <a:lnTo>
                    <a:pt x="500" y="979"/>
                  </a:lnTo>
                  <a:lnTo>
                    <a:pt x="482" y="964"/>
                  </a:lnTo>
                  <a:lnTo>
                    <a:pt x="466" y="951"/>
                  </a:lnTo>
                  <a:lnTo>
                    <a:pt x="466" y="951"/>
                  </a:lnTo>
                  <a:lnTo>
                    <a:pt x="432" y="921"/>
                  </a:lnTo>
                  <a:lnTo>
                    <a:pt x="399" y="890"/>
                  </a:lnTo>
                  <a:lnTo>
                    <a:pt x="366" y="858"/>
                  </a:lnTo>
                  <a:lnTo>
                    <a:pt x="335" y="826"/>
                  </a:lnTo>
                  <a:lnTo>
                    <a:pt x="275" y="759"/>
                  </a:lnTo>
                  <a:lnTo>
                    <a:pt x="215" y="691"/>
                  </a:lnTo>
                  <a:lnTo>
                    <a:pt x="215" y="691"/>
                  </a:lnTo>
                  <a:lnTo>
                    <a:pt x="202" y="677"/>
                  </a:lnTo>
                  <a:lnTo>
                    <a:pt x="190" y="661"/>
                  </a:lnTo>
                  <a:lnTo>
                    <a:pt x="166" y="628"/>
                  </a:lnTo>
                  <a:lnTo>
                    <a:pt x="145" y="594"/>
                  </a:lnTo>
                  <a:lnTo>
                    <a:pt x="127" y="559"/>
                  </a:lnTo>
                  <a:lnTo>
                    <a:pt x="127" y="559"/>
                  </a:lnTo>
                  <a:lnTo>
                    <a:pt x="118" y="543"/>
                  </a:lnTo>
                  <a:lnTo>
                    <a:pt x="106" y="529"/>
                  </a:lnTo>
                  <a:lnTo>
                    <a:pt x="83" y="497"/>
                  </a:lnTo>
                  <a:lnTo>
                    <a:pt x="71" y="482"/>
                  </a:lnTo>
                  <a:lnTo>
                    <a:pt x="60" y="466"/>
                  </a:lnTo>
                  <a:lnTo>
                    <a:pt x="52" y="449"/>
                  </a:lnTo>
                  <a:lnTo>
                    <a:pt x="46" y="432"/>
                  </a:lnTo>
                  <a:lnTo>
                    <a:pt x="46" y="432"/>
                  </a:lnTo>
                  <a:lnTo>
                    <a:pt x="49" y="418"/>
                  </a:lnTo>
                  <a:lnTo>
                    <a:pt x="51" y="404"/>
                  </a:lnTo>
                  <a:lnTo>
                    <a:pt x="56" y="391"/>
                  </a:lnTo>
                  <a:lnTo>
                    <a:pt x="63" y="380"/>
                  </a:lnTo>
                  <a:lnTo>
                    <a:pt x="71" y="368"/>
                  </a:lnTo>
                  <a:lnTo>
                    <a:pt x="79" y="356"/>
                  </a:lnTo>
                  <a:lnTo>
                    <a:pt x="97" y="333"/>
                  </a:lnTo>
                  <a:lnTo>
                    <a:pt x="97" y="333"/>
                  </a:lnTo>
                  <a:lnTo>
                    <a:pt x="120" y="302"/>
                  </a:lnTo>
                  <a:lnTo>
                    <a:pt x="145" y="272"/>
                  </a:lnTo>
                  <a:lnTo>
                    <a:pt x="171" y="245"/>
                  </a:lnTo>
                  <a:lnTo>
                    <a:pt x="199" y="216"/>
                  </a:lnTo>
                  <a:lnTo>
                    <a:pt x="199" y="216"/>
                  </a:lnTo>
                  <a:lnTo>
                    <a:pt x="224" y="191"/>
                  </a:lnTo>
                  <a:lnTo>
                    <a:pt x="247" y="164"/>
                  </a:lnTo>
                  <a:lnTo>
                    <a:pt x="270" y="138"/>
                  </a:lnTo>
                  <a:lnTo>
                    <a:pt x="294" y="112"/>
                  </a:lnTo>
                  <a:lnTo>
                    <a:pt x="294" y="112"/>
                  </a:lnTo>
                  <a:lnTo>
                    <a:pt x="315" y="91"/>
                  </a:lnTo>
                  <a:lnTo>
                    <a:pt x="336" y="71"/>
                  </a:lnTo>
                  <a:lnTo>
                    <a:pt x="336" y="71"/>
                  </a:lnTo>
                  <a:lnTo>
                    <a:pt x="343" y="62"/>
                  </a:lnTo>
                  <a:lnTo>
                    <a:pt x="345" y="57"/>
                  </a:lnTo>
                  <a:lnTo>
                    <a:pt x="345" y="54"/>
                  </a:lnTo>
                  <a:lnTo>
                    <a:pt x="343" y="53"/>
                  </a:lnTo>
                  <a:lnTo>
                    <a:pt x="632" y="53"/>
                  </a:lnTo>
                  <a:lnTo>
                    <a:pt x="632" y="53"/>
                  </a:lnTo>
                  <a:lnTo>
                    <a:pt x="699" y="51"/>
                  </a:lnTo>
                  <a:lnTo>
                    <a:pt x="765" y="49"/>
                  </a:lnTo>
                  <a:lnTo>
                    <a:pt x="832" y="46"/>
                  </a:lnTo>
                  <a:lnTo>
                    <a:pt x="899" y="45"/>
                  </a:lnTo>
                  <a:lnTo>
                    <a:pt x="899" y="45"/>
                  </a:lnTo>
                  <a:lnTo>
                    <a:pt x="968" y="46"/>
                  </a:lnTo>
                  <a:lnTo>
                    <a:pt x="1037" y="47"/>
                  </a:lnTo>
                  <a:lnTo>
                    <a:pt x="1176" y="53"/>
                  </a:lnTo>
                  <a:lnTo>
                    <a:pt x="1316" y="58"/>
                  </a:lnTo>
                  <a:lnTo>
                    <a:pt x="1385" y="61"/>
                  </a:lnTo>
                  <a:lnTo>
                    <a:pt x="1455" y="61"/>
                  </a:lnTo>
                  <a:lnTo>
                    <a:pt x="1455" y="61"/>
                  </a:lnTo>
                  <a:lnTo>
                    <a:pt x="1463" y="59"/>
                  </a:lnTo>
                  <a:lnTo>
                    <a:pt x="1468" y="57"/>
                  </a:lnTo>
                  <a:lnTo>
                    <a:pt x="1468" y="57"/>
                  </a:lnTo>
                  <a:lnTo>
                    <a:pt x="1478" y="64"/>
                  </a:lnTo>
                  <a:lnTo>
                    <a:pt x="1489" y="72"/>
                  </a:lnTo>
                  <a:lnTo>
                    <a:pt x="1489" y="72"/>
                  </a:lnTo>
                  <a:lnTo>
                    <a:pt x="1515" y="93"/>
                  </a:lnTo>
                  <a:lnTo>
                    <a:pt x="1540" y="114"/>
                  </a:lnTo>
                  <a:lnTo>
                    <a:pt x="1563" y="138"/>
                  </a:lnTo>
                  <a:lnTo>
                    <a:pt x="1586" y="163"/>
                  </a:lnTo>
                  <a:lnTo>
                    <a:pt x="1586" y="163"/>
                  </a:lnTo>
                  <a:lnTo>
                    <a:pt x="1609" y="191"/>
                  </a:lnTo>
                  <a:lnTo>
                    <a:pt x="1633" y="221"/>
                  </a:lnTo>
                  <a:lnTo>
                    <a:pt x="1654" y="251"/>
                  </a:lnTo>
                  <a:lnTo>
                    <a:pt x="1674" y="283"/>
                  </a:lnTo>
                  <a:lnTo>
                    <a:pt x="1674" y="283"/>
                  </a:lnTo>
                  <a:lnTo>
                    <a:pt x="1685" y="296"/>
                  </a:lnTo>
                  <a:lnTo>
                    <a:pt x="1695" y="309"/>
                  </a:lnTo>
                  <a:lnTo>
                    <a:pt x="1720" y="333"/>
                  </a:lnTo>
                  <a:lnTo>
                    <a:pt x="1732" y="344"/>
                  </a:lnTo>
                  <a:lnTo>
                    <a:pt x="1744" y="357"/>
                  </a:lnTo>
                  <a:lnTo>
                    <a:pt x="1753" y="370"/>
                  </a:lnTo>
                  <a:lnTo>
                    <a:pt x="1762" y="384"/>
                  </a:lnTo>
                  <a:lnTo>
                    <a:pt x="1762" y="384"/>
                  </a:lnTo>
                  <a:lnTo>
                    <a:pt x="1765" y="389"/>
                  </a:lnTo>
                  <a:lnTo>
                    <a:pt x="1770" y="393"/>
                  </a:lnTo>
                  <a:lnTo>
                    <a:pt x="1770" y="393"/>
                  </a:lnTo>
                  <a:lnTo>
                    <a:pt x="1778" y="421"/>
                  </a:lnTo>
                  <a:lnTo>
                    <a:pt x="1782" y="437"/>
                  </a:lnTo>
                  <a:lnTo>
                    <a:pt x="1784" y="453"/>
                  </a:lnTo>
                  <a:lnTo>
                    <a:pt x="1786" y="469"/>
                  </a:lnTo>
                  <a:lnTo>
                    <a:pt x="1786" y="484"/>
                  </a:lnTo>
                  <a:lnTo>
                    <a:pt x="1783" y="500"/>
                  </a:lnTo>
                  <a:lnTo>
                    <a:pt x="1778" y="513"/>
                  </a:lnTo>
                  <a:lnTo>
                    <a:pt x="1778" y="513"/>
                  </a:lnTo>
                  <a:close/>
                </a:path>
              </a:pathLst>
            </a:custGeom>
            <a:solidFill>
              <a:schemeClr val="bg1"/>
            </a:solidFill>
            <a:ln w="9525">
              <a:noFill/>
              <a:round/>
            </a:ln>
          </p:spPr>
          <p:txBody>
            <a:bodyPr vert="horz" wrap="square" lIns="79689" tIns="39844" rIns="79689" bIns="39844" numCol="1" anchor="t" anchorCtr="0" compatLnSpc="1"/>
            <a:lstStyle/>
            <a:p>
              <a:endParaRPr lang="zh-CN" altLang="en-US" sz="1570">
                <a:solidFill>
                  <a:schemeClr val="bg1"/>
                </a:solidFill>
                <a:cs typeface="+mn-ea"/>
                <a:sym typeface="+mn-lt"/>
              </a:endParaRPr>
            </a:p>
          </p:txBody>
        </p:sp>
        <p:sp>
          <p:nvSpPr>
            <p:cNvPr id="186" name="Freeform 402"/>
            <p:cNvSpPr/>
            <p:nvPr/>
          </p:nvSpPr>
          <p:spPr bwMode="auto">
            <a:xfrm>
              <a:off x="5257801" y="1255713"/>
              <a:ext cx="703263" cy="26988"/>
            </a:xfrm>
            <a:custGeom>
              <a:avLst/>
              <a:gdLst/>
              <a:ahLst/>
              <a:cxnLst>
                <a:cxn ang="0">
                  <a:pos x="1763" y="29"/>
                </a:cxn>
                <a:cxn ang="0">
                  <a:pos x="1744" y="21"/>
                </a:cxn>
                <a:cxn ang="0">
                  <a:pos x="1720" y="18"/>
                </a:cxn>
                <a:cxn ang="0">
                  <a:pos x="1673" y="20"/>
                </a:cxn>
                <a:cxn ang="0">
                  <a:pos x="1592" y="22"/>
                </a:cxn>
                <a:cxn ang="0">
                  <a:pos x="1510" y="22"/>
                </a:cxn>
                <a:cxn ang="0">
                  <a:pos x="1451" y="21"/>
                </a:cxn>
                <a:cxn ang="0">
                  <a:pos x="1332" y="13"/>
                </a:cxn>
                <a:cxn ang="0">
                  <a:pos x="1273" y="12"/>
                </a:cxn>
                <a:cxn ang="0">
                  <a:pos x="1145" y="15"/>
                </a:cxn>
                <a:cxn ang="0">
                  <a:pos x="1016" y="16"/>
                </a:cxn>
                <a:cxn ang="0">
                  <a:pos x="769" y="13"/>
                </a:cxn>
                <a:cxn ang="0">
                  <a:pos x="273" y="3"/>
                </a:cxn>
                <a:cxn ang="0">
                  <a:pos x="26" y="0"/>
                </a:cxn>
                <a:cxn ang="0">
                  <a:pos x="20" y="0"/>
                </a:cxn>
                <a:cxn ang="0">
                  <a:pos x="10" y="4"/>
                </a:cxn>
                <a:cxn ang="0">
                  <a:pos x="4" y="11"/>
                </a:cxn>
                <a:cxn ang="0">
                  <a:pos x="0" y="18"/>
                </a:cxn>
                <a:cxn ang="0">
                  <a:pos x="0" y="28"/>
                </a:cxn>
                <a:cxn ang="0">
                  <a:pos x="4" y="35"/>
                </a:cxn>
                <a:cxn ang="0">
                  <a:pos x="10" y="42"/>
                </a:cxn>
                <a:cxn ang="0">
                  <a:pos x="20" y="45"/>
                </a:cxn>
                <a:cxn ang="0">
                  <a:pos x="26" y="46"/>
                </a:cxn>
                <a:cxn ang="0">
                  <a:pos x="256" y="49"/>
                </a:cxn>
                <a:cxn ang="0">
                  <a:pos x="717" y="59"/>
                </a:cxn>
                <a:cxn ang="0">
                  <a:pos x="947" y="60"/>
                </a:cxn>
                <a:cxn ang="0">
                  <a:pos x="1009" y="60"/>
                </a:cxn>
                <a:cxn ang="0">
                  <a:pos x="1196" y="55"/>
                </a:cxn>
                <a:cxn ang="0">
                  <a:pos x="1320" y="56"/>
                </a:cxn>
                <a:cxn ang="0">
                  <a:pos x="1413" y="62"/>
                </a:cxn>
                <a:cxn ang="0">
                  <a:pos x="1443" y="66"/>
                </a:cxn>
                <a:cxn ang="0">
                  <a:pos x="1527" y="69"/>
                </a:cxn>
                <a:cxn ang="0">
                  <a:pos x="1610" y="68"/>
                </a:cxn>
                <a:cxn ang="0">
                  <a:pos x="1673" y="66"/>
                </a:cxn>
                <a:cxn ang="0">
                  <a:pos x="1707" y="67"/>
                </a:cxn>
                <a:cxn ang="0">
                  <a:pos x="1727" y="64"/>
                </a:cxn>
                <a:cxn ang="0">
                  <a:pos x="1725" y="62"/>
                </a:cxn>
                <a:cxn ang="0">
                  <a:pos x="1731" y="66"/>
                </a:cxn>
                <a:cxn ang="0">
                  <a:pos x="1741" y="68"/>
                </a:cxn>
                <a:cxn ang="0">
                  <a:pos x="1750" y="68"/>
                </a:cxn>
                <a:cxn ang="0">
                  <a:pos x="1763" y="62"/>
                </a:cxn>
                <a:cxn ang="0">
                  <a:pos x="1770" y="50"/>
                </a:cxn>
                <a:cxn ang="0">
                  <a:pos x="1771" y="42"/>
                </a:cxn>
                <a:cxn ang="0">
                  <a:pos x="1767" y="34"/>
                </a:cxn>
                <a:cxn ang="0">
                  <a:pos x="1763" y="29"/>
                </a:cxn>
              </a:cxnLst>
              <a:rect l="0" t="0" r="r" b="b"/>
              <a:pathLst>
                <a:path w="1771" h="69">
                  <a:moveTo>
                    <a:pt x="1763" y="29"/>
                  </a:moveTo>
                  <a:lnTo>
                    <a:pt x="1763" y="29"/>
                  </a:lnTo>
                  <a:lnTo>
                    <a:pt x="1754" y="24"/>
                  </a:lnTo>
                  <a:lnTo>
                    <a:pt x="1744" y="21"/>
                  </a:lnTo>
                  <a:lnTo>
                    <a:pt x="1732" y="18"/>
                  </a:lnTo>
                  <a:lnTo>
                    <a:pt x="1720" y="18"/>
                  </a:lnTo>
                  <a:lnTo>
                    <a:pt x="1695" y="18"/>
                  </a:lnTo>
                  <a:lnTo>
                    <a:pt x="1673" y="20"/>
                  </a:lnTo>
                  <a:lnTo>
                    <a:pt x="1673" y="20"/>
                  </a:lnTo>
                  <a:lnTo>
                    <a:pt x="1592" y="22"/>
                  </a:lnTo>
                  <a:lnTo>
                    <a:pt x="1510" y="22"/>
                  </a:lnTo>
                  <a:lnTo>
                    <a:pt x="1510" y="22"/>
                  </a:lnTo>
                  <a:lnTo>
                    <a:pt x="1481" y="22"/>
                  </a:lnTo>
                  <a:lnTo>
                    <a:pt x="1451" y="21"/>
                  </a:lnTo>
                  <a:lnTo>
                    <a:pt x="1392" y="17"/>
                  </a:lnTo>
                  <a:lnTo>
                    <a:pt x="1332" y="13"/>
                  </a:lnTo>
                  <a:lnTo>
                    <a:pt x="1303" y="12"/>
                  </a:lnTo>
                  <a:lnTo>
                    <a:pt x="1273" y="12"/>
                  </a:lnTo>
                  <a:lnTo>
                    <a:pt x="1273" y="12"/>
                  </a:lnTo>
                  <a:lnTo>
                    <a:pt x="1145" y="15"/>
                  </a:lnTo>
                  <a:lnTo>
                    <a:pt x="1016" y="16"/>
                  </a:lnTo>
                  <a:lnTo>
                    <a:pt x="1016" y="16"/>
                  </a:lnTo>
                  <a:lnTo>
                    <a:pt x="893" y="15"/>
                  </a:lnTo>
                  <a:lnTo>
                    <a:pt x="769" y="13"/>
                  </a:lnTo>
                  <a:lnTo>
                    <a:pt x="521" y="8"/>
                  </a:lnTo>
                  <a:lnTo>
                    <a:pt x="273" y="3"/>
                  </a:lnTo>
                  <a:lnTo>
                    <a:pt x="149" y="0"/>
                  </a:lnTo>
                  <a:lnTo>
                    <a:pt x="26" y="0"/>
                  </a:lnTo>
                  <a:lnTo>
                    <a:pt x="26" y="0"/>
                  </a:lnTo>
                  <a:lnTo>
                    <a:pt x="20" y="0"/>
                  </a:lnTo>
                  <a:lnTo>
                    <a:pt x="14" y="1"/>
                  </a:lnTo>
                  <a:lnTo>
                    <a:pt x="10" y="4"/>
                  </a:lnTo>
                  <a:lnTo>
                    <a:pt x="7" y="7"/>
                  </a:lnTo>
                  <a:lnTo>
                    <a:pt x="4" y="11"/>
                  </a:lnTo>
                  <a:lnTo>
                    <a:pt x="1" y="15"/>
                  </a:lnTo>
                  <a:lnTo>
                    <a:pt x="0" y="18"/>
                  </a:lnTo>
                  <a:lnTo>
                    <a:pt x="0" y="22"/>
                  </a:lnTo>
                  <a:lnTo>
                    <a:pt x="0" y="28"/>
                  </a:lnTo>
                  <a:lnTo>
                    <a:pt x="1" y="32"/>
                  </a:lnTo>
                  <a:lnTo>
                    <a:pt x="4" y="35"/>
                  </a:lnTo>
                  <a:lnTo>
                    <a:pt x="7" y="38"/>
                  </a:lnTo>
                  <a:lnTo>
                    <a:pt x="10" y="42"/>
                  </a:lnTo>
                  <a:lnTo>
                    <a:pt x="14" y="43"/>
                  </a:lnTo>
                  <a:lnTo>
                    <a:pt x="20" y="45"/>
                  </a:lnTo>
                  <a:lnTo>
                    <a:pt x="26" y="46"/>
                  </a:lnTo>
                  <a:lnTo>
                    <a:pt x="26" y="46"/>
                  </a:lnTo>
                  <a:lnTo>
                    <a:pt x="141" y="46"/>
                  </a:lnTo>
                  <a:lnTo>
                    <a:pt x="256" y="49"/>
                  </a:lnTo>
                  <a:lnTo>
                    <a:pt x="487" y="54"/>
                  </a:lnTo>
                  <a:lnTo>
                    <a:pt x="717" y="59"/>
                  </a:lnTo>
                  <a:lnTo>
                    <a:pt x="832" y="60"/>
                  </a:lnTo>
                  <a:lnTo>
                    <a:pt x="947" y="60"/>
                  </a:lnTo>
                  <a:lnTo>
                    <a:pt x="947" y="60"/>
                  </a:lnTo>
                  <a:lnTo>
                    <a:pt x="1009" y="60"/>
                  </a:lnTo>
                  <a:lnTo>
                    <a:pt x="1071" y="59"/>
                  </a:lnTo>
                  <a:lnTo>
                    <a:pt x="1196" y="55"/>
                  </a:lnTo>
                  <a:lnTo>
                    <a:pt x="1258" y="55"/>
                  </a:lnTo>
                  <a:lnTo>
                    <a:pt x="1320" y="56"/>
                  </a:lnTo>
                  <a:lnTo>
                    <a:pt x="1381" y="59"/>
                  </a:lnTo>
                  <a:lnTo>
                    <a:pt x="1413" y="62"/>
                  </a:lnTo>
                  <a:lnTo>
                    <a:pt x="1443" y="66"/>
                  </a:lnTo>
                  <a:lnTo>
                    <a:pt x="1443" y="66"/>
                  </a:lnTo>
                  <a:lnTo>
                    <a:pt x="1485" y="68"/>
                  </a:lnTo>
                  <a:lnTo>
                    <a:pt x="1527" y="69"/>
                  </a:lnTo>
                  <a:lnTo>
                    <a:pt x="1568" y="69"/>
                  </a:lnTo>
                  <a:lnTo>
                    <a:pt x="1610" y="68"/>
                  </a:lnTo>
                  <a:lnTo>
                    <a:pt x="1610" y="68"/>
                  </a:lnTo>
                  <a:lnTo>
                    <a:pt x="1673" y="66"/>
                  </a:lnTo>
                  <a:lnTo>
                    <a:pt x="1673" y="66"/>
                  </a:lnTo>
                  <a:lnTo>
                    <a:pt x="1707" y="67"/>
                  </a:lnTo>
                  <a:lnTo>
                    <a:pt x="1723" y="66"/>
                  </a:lnTo>
                  <a:lnTo>
                    <a:pt x="1727" y="64"/>
                  </a:lnTo>
                  <a:lnTo>
                    <a:pt x="1727" y="63"/>
                  </a:lnTo>
                  <a:lnTo>
                    <a:pt x="1725" y="62"/>
                  </a:lnTo>
                  <a:lnTo>
                    <a:pt x="1725" y="62"/>
                  </a:lnTo>
                  <a:lnTo>
                    <a:pt x="1731" y="66"/>
                  </a:lnTo>
                  <a:lnTo>
                    <a:pt x="1736" y="67"/>
                  </a:lnTo>
                  <a:lnTo>
                    <a:pt x="1741" y="68"/>
                  </a:lnTo>
                  <a:lnTo>
                    <a:pt x="1745" y="68"/>
                  </a:lnTo>
                  <a:lnTo>
                    <a:pt x="1750" y="68"/>
                  </a:lnTo>
                  <a:lnTo>
                    <a:pt x="1755" y="66"/>
                  </a:lnTo>
                  <a:lnTo>
                    <a:pt x="1763" y="62"/>
                  </a:lnTo>
                  <a:lnTo>
                    <a:pt x="1769" y="54"/>
                  </a:lnTo>
                  <a:lnTo>
                    <a:pt x="1770" y="50"/>
                  </a:lnTo>
                  <a:lnTo>
                    <a:pt x="1771" y="46"/>
                  </a:lnTo>
                  <a:lnTo>
                    <a:pt x="1771" y="42"/>
                  </a:lnTo>
                  <a:lnTo>
                    <a:pt x="1770" y="38"/>
                  </a:lnTo>
                  <a:lnTo>
                    <a:pt x="1767" y="34"/>
                  </a:lnTo>
                  <a:lnTo>
                    <a:pt x="1763" y="29"/>
                  </a:lnTo>
                  <a:lnTo>
                    <a:pt x="1763" y="29"/>
                  </a:lnTo>
                  <a:close/>
                </a:path>
              </a:pathLst>
            </a:custGeom>
            <a:solidFill>
              <a:schemeClr val="bg1"/>
            </a:solidFill>
            <a:ln w="9525">
              <a:noFill/>
              <a:round/>
            </a:ln>
          </p:spPr>
          <p:txBody>
            <a:bodyPr vert="horz" wrap="square" lIns="79689" tIns="39844" rIns="79689" bIns="39844" numCol="1" anchor="t" anchorCtr="0" compatLnSpc="1"/>
            <a:lstStyle/>
            <a:p>
              <a:endParaRPr lang="zh-CN" altLang="en-US" sz="1570">
                <a:solidFill>
                  <a:schemeClr val="bg1"/>
                </a:solidFill>
                <a:cs typeface="+mn-ea"/>
                <a:sym typeface="+mn-lt"/>
              </a:endParaRPr>
            </a:p>
          </p:txBody>
        </p:sp>
        <p:sp>
          <p:nvSpPr>
            <p:cNvPr id="187" name="Freeform 403"/>
            <p:cNvSpPr/>
            <p:nvPr/>
          </p:nvSpPr>
          <p:spPr bwMode="auto">
            <a:xfrm>
              <a:off x="5435601" y="1260476"/>
              <a:ext cx="180975" cy="381000"/>
            </a:xfrm>
            <a:custGeom>
              <a:avLst/>
              <a:gdLst/>
              <a:ahLst/>
              <a:cxnLst>
                <a:cxn ang="0">
                  <a:pos x="454" y="924"/>
                </a:cxn>
                <a:cxn ang="0">
                  <a:pos x="432" y="877"/>
                </a:cxn>
                <a:cxn ang="0">
                  <a:pos x="394" y="782"/>
                </a:cxn>
                <a:cxn ang="0">
                  <a:pos x="373" y="735"/>
                </a:cxn>
                <a:cxn ang="0">
                  <a:pos x="343" y="672"/>
                </a:cxn>
                <a:cxn ang="0">
                  <a:pos x="245" y="488"/>
                </a:cxn>
                <a:cxn ang="0">
                  <a:pos x="232" y="464"/>
                </a:cxn>
                <a:cxn ang="0">
                  <a:pos x="187" y="395"/>
                </a:cxn>
                <a:cxn ang="0">
                  <a:pos x="160" y="348"/>
                </a:cxn>
                <a:cxn ang="0">
                  <a:pos x="135" y="298"/>
                </a:cxn>
                <a:cxn ang="0">
                  <a:pos x="122" y="264"/>
                </a:cxn>
                <a:cxn ang="0">
                  <a:pos x="100" y="193"/>
                </a:cxn>
                <a:cxn ang="0">
                  <a:pos x="87" y="158"/>
                </a:cxn>
                <a:cxn ang="0">
                  <a:pos x="62" y="91"/>
                </a:cxn>
                <a:cxn ang="0">
                  <a:pos x="51" y="57"/>
                </a:cxn>
                <a:cxn ang="0">
                  <a:pos x="46" y="22"/>
                </a:cxn>
                <a:cxn ang="0">
                  <a:pos x="45" y="17"/>
                </a:cxn>
                <a:cxn ang="0">
                  <a:pos x="41" y="9"/>
                </a:cxn>
                <a:cxn ang="0">
                  <a:pos x="34" y="4"/>
                </a:cxn>
                <a:cxn ang="0">
                  <a:pos x="23" y="0"/>
                </a:cxn>
                <a:cxn ang="0">
                  <a:pos x="10" y="4"/>
                </a:cxn>
                <a:cxn ang="0">
                  <a:pos x="4" y="9"/>
                </a:cxn>
                <a:cxn ang="0">
                  <a:pos x="0" y="17"/>
                </a:cxn>
                <a:cxn ang="0">
                  <a:pos x="0" y="22"/>
                </a:cxn>
                <a:cxn ang="0">
                  <a:pos x="4" y="52"/>
                </a:cxn>
                <a:cxn ang="0">
                  <a:pos x="19" y="108"/>
                </a:cxn>
                <a:cxn ang="0">
                  <a:pos x="29" y="136"/>
                </a:cxn>
                <a:cxn ang="0">
                  <a:pos x="51" y="199"/>
                </a:cxn>
                <a:cxn ang="0">
                  <a:pos x="71" y="261"/>
                </a:cxn>
                <a:cxn ang="0">
                  <a:pos x="81" y="289"/>
                </a:cxn>
                <a:cxn ang="0">
                  <a:pos x="118" y="369"/>
                </a:cxn>
                <a:cxn ang="0">
                  <a:pos x="126" y="383"/>
                </a:cxn>
                <a:cxn ang="0">
                  <a:pos x="152" y="422"/>
                </a:cxn>
                <a:cxn ang="0">
                  <a:pos x="178" y="462"/>
                </a:cxn>
                <a:cxn ang="0">
                  <a:pos x="186" y="475"/>
                </a:cxn>
                <a:cxn ang="0">
                  <a:pos x="220" y="539"/>
                </a:cxn>
                <a:cxn ang="0">
                  <a:pos x="254" y="601"/>
                </a:cxn>
                <a:cxn ang="0">
                  <a:pos x="269" y="635"/>
                </a:cxn>
                <a:cxn ang="0">
                  <a:pos x="291" y="690"/>
                </a:cxn>
                <a:cxn ang="0">
                  <a:pos x="309" y="724"/>
                </a:cxn>
                <a:cxn ang="0">
                  <a:pos x="320" y="739"/>
                </a:cxn>
                <a:cxn ang="0">
                  <a:pos x="333" y="758"/>
                </a:cxn>
                <a:cxn ang="0">
                  <a:pos x="339" y="781"/>
                </a:cxn>
                <a:cxn ang="0">
                  <a:pos x="351" y="812"/>
                </a:cxn>
                <a:cxn ang="0">
                  <a:pos x="356" y="821"/>
                </a:cxn>
                <a:cxn ang="0">
                  <a:pos x="373" y="851"/>
                </a:cxn>
                <a:cxn ang="0">
                  <a:pos x="388" y="883"/>
                </a:cxn>
                <a:cxn ang="0">
                  <a:pos x="407" y="931"/>
                </a:cxn>
                <a:cxn ang="0">
                  <a:pos x="415" y="947"/>
                </a:cxn>
                <a:cxn ang="0">
                  <a:pos x="420" y="955"/>
                </a:cxn>
                <a:cxn ang="0">
                  <a:pos x="428" y="958"/>
                </a:cxn>
                <a:cxn ang="0">
                  <a:pos x="437" y="958"/>
                </a:cxn>
                <a:cxn ang="0">
                  <a:pos x="452" y="949"/>
                </a:cxn>
                <a:cxn ang="0">
                  <a:pos x="456" y="941"/>
                </a:cxn>
                <a:cxn ang="0">
                  <a:pos x="457" y="934"/>
                </a:cxn>
                <a:cxn ang="0">
                  <a:pos x="454" y="924"/>
                </a:cxn>
              </a:cxnLst>
              <a:rect l="0" t="0" r="r" b="b"/>
              <a:pathLst>
                <a:path w="457" h="958">
                  <a:moveTo>
                    <a:pt x="454" y="924"/>
                  </a:moveTo>
                  <a:lnTo>
                    <a:pt x="454" y="924"/>
                  </a:lnTo>
                  <a:lnTo>
                    <a:pt x="442" y="901"/>
                  </a:lnTo>
                  <a:lnTo>
                    <a:pt x="432" y="877"/>
                  </a:lnTo>
                  <a:lnTo>
                    <a:pt x="412" y="830"/>
                  </a:lnTo>
                  <a:lnTo>
                    <a:pt x="394" y="782"/>
                  </a:lnTo>
                  <a:lnTo>
                    <a:pt x="384" y="758"/>
                  </a:lnTo>
                  <a:lnTo>
                    <a:pt x="373" y="735"/>
                  </a:lnTo>
                  <a:lnTo>
                    <a:pt x="373" y="735"/>
                  </a:lnTo>
                  <a:lnTo>
                    <a:pt x="343" y="672"/>
                  </a:lnTo>
                  <a:lnTo>
                    <a:pt x="310" y="611"/>
                  </a:lnTo>
                  <a:lnTo>
                    <a:pt x="245" y="488"/>
                  </a:lnTo>
                  <a:lnTo>
                    <a:pt x="245" y="488"/>
                  </a:lnTo>
                  <a:lnTo>
                    <a:pt x="232" y="464"/>
                  </a:lnTo>
                  <a:lnTo>
                    <a:pt x="217" y="441"/>
                  </a:lnTo>
                  <a:lnTo>
                    <a:pt x="187" y="395"/>
                  </a:lnTo>
                  <a:lnTo>
                    <a:pt x="173" y="371"/>
                  </a:lnTo>
                  <a:lnTo>
                    <a:pt x="160" y="348"/>
                  </a:lnTo>
                  <a:lnTo>
                    <a:pt x="147" y="324"/>
                  </a:lnTo>
                  <a:lnTo>
                    <a:pt x="135" y="298"/>
                  </a:lnTo>
                  <a:lnTo>
                    <a:pt x="135" y="298"/>
                  </a:lnTo>
                  <a:lnTo>
                    <a:pt x="122" y="264"/>
                  </a:lnTo>
                  <a:lnTo>
                    <a:pt x="110" y="229"/>
                  </a:lnTo>
                  <a:lnTo>
                    <a:pt x="100" y="193"/>
                  </a:lnTo>
                  <a:lnTo>
                    <a:pt x="87" y="158"/>
                  </a:lnTo>
                  <a:lnTo>
                    <a:pt x="87" y="158"/>
                  </a:lnTo>
                  <a:lnTo>
                    <a:pt x="74" y="125"/>
                  </a:lnTo>
                  <a:lnTo>
                    <a:pt x="62" y="91"/>
                  </a:lnTo>
                  <a:lnTo>
                    <a:pt x="55" y="74"/>
                  </a:lnTo>
                  <a:lnTo>
                    <a:pt x="51" y="57"/>
                  </a:lnTo>
                  <a:lnTo>
                    <a:pt x="47" y="40"/>
                  </a:lnTo>
                  <a:lnTo>
                    <a:pt x="46" y="22"/>
                  </a:lnTo>
                  <a:lnTo>
                    <a:pt x="46" y="22"/>
                  </a:lnTo>
                  <a:lnTo>
                    <a:pt x="45" y="17"/>
                  </a:lnTo>
                  <a:lnTo>
                    <a:pt x="44" y="13"/>
                  </a:lnTo>
                  <a:lnTo>
                    <a:pt x="41" y="9"/>
                  </a:lnTo>
                  <a:lnTo>
                    <a:pt x="38" y="5"/>
                  </a:lnTo>
                  <a:lnTo>
                    <a:pt x="34" y="4"/>
                  </a:lnTo>
                  <a:lnTo>
                    <a:pt x="30" y="1"/>
                  </a:lnTo>
                  <a:lnTo>
                    <a:pt x="23" y="0"/>
                  </a:lnTo>
                  <a:lnTo>
                    <a:pt x="13" y="1"/>
                  </a:lnTo>
                  <a:lnTo>
                    <a:pt x="10" y="4"/>
                  </a:lnTo>
                  <a:lnTo>
                    <a:pt x="7" y="5"/>
                  </a:lnTo>
                  <a:lnTo>
                    <a:pt x="4" y="9"/>
                  </a:lnTo>
                  <a:lnTo>
                    <a:pt x="2" y="13"/>
                  </a:lnTo>
                  <a:lnTo>
                    <a:pt x="0" y="17"/>
                  </a:lnTo>
                  <a:lnTo>
                    <a:pt x="0" y="22"/>
                  </a:lnTo>
                  <a:lnTo>
                    <a:pt x="0" y="22"/>
                  </a:lnTo>
                  <a:lnTo>
                    <a:pt x="2" y="36"/>
                  </a:lnTo>
                  <a:lnTo>
                    <a:pt x="4" y="52"/>
                  </a:lnTo>
                  <a:lnTo>
                    <a:pt x="10" y="80"/>
                  </a:lnTo>
                  <a:lnTo>
                    <a:pt x="19" y="108"/>
                  </a:lnTo>
                  <a:lnTo>
                    <a:pt x="29" y="136"/>
                  </a:lnTo>
                  <a:lnTo>
                    <a:pt x="29" y="136"/>
                  </a:lnTo>
                  <a:lnTo>
                    <a:pt x="41" y="167"/>
                  </a:lnTo>
                  <a:lnTo>
                    <a:pt x="51" y="199"/>
                  </a:lnTo>
                  <a:lnTo>
                    <a:pt x="61" y="230"/>
                  </a:lnTo>
                  <a:lnTo>
                    <a:pt x="71" y="261"/>
                  </a:lnTo>
                  <a:lnTo>
                    <a:pt x="71" y="261"/>
                  </a:lnTo>
                  <a:lnTo>
                    <a:pt x="81" y="289"/>
                  </a:lnTo>
                  <a:lnTo>
                    <a:pt x="93" y="315"/>
                  </a:lnTo>
                  <a:lnTo>
                    <a:pt x="118" y="369"/>
                  </a:lnTo>
                  <a:lnTo>
                    <a:pt x="118" y="369"/>
                  </a:lnTo>
                  <a:lnTo>
                    <a:pt x="126" y="383"/>
                  </a:lnTo>
                  <a:lnTo>
                    <a:pt x="134" y="396"/>
                  </a:lnTo>
                  <a:lnTo>
                    <a:pt x="152" y="422"/>
                  </a:lnTo>
                  <a:lnTo>
                    <a:pt x="170" y="448"/>
                  </a:lnTo>
                  <a:lnTo>
                    <a:pt x="178" y="462"/>
                  </a:lnTo>
                  <a:lnTo>
                    <a:pt x="186" y="475"/>
                  </a:lnTo>
                  <a:lnTo>
                    <a:pt x="186" y="475"/>
                  </a:lnTo>
                  <a:lnTo>
                    <a:pt x="202" y="507"/>
                  </a:lnTo>
                  <a:lnTo>
                    <a:pt x="220" y="539"/>
                  </a:lnTo>
                  <a:lnTo>
                    <a:pt x="254" y="601"/>
                  </a:lnTo>
                  <a:lnTo>
                    <a:pt x="254" y="601"/>
                  </a:lnTo>
                  <a:lnTo>
                    <a:pt x="262" y="617"/>
                  </a:lnTo>
                  <a:lnTo>
                    <a:pt x="269" y="635"/>
                  </a:lnTo>
                  <a:lnTo>
                    <a:pt x="283" y="672"/>
                  </a:lnTo>
                  <a:lnTo>
                    <a:pt x="291" y="690"/>
                  </a:lnTo>
                  <a:lnTo>
                    <a:pt x="300" y="709"/>
                  </a:lnTo>
                  <a:lnTo>
                    <a:pt x="309" y="724"/>
                  </a:lnTo>
                  <a:lnTo>
                    <a:pt x="320" y="739"/>
                  </a:lnTo>
                  <a:lnTo>
                    <a:pt x="320" y="739"/>
                  </a:lnTo>
                  <a:lnTo>
                    <a:pt x="326" y="748"/>
                  </a:lnTo>
                  <a:lnTo>
                    <a:pt x="333" y="758"/>
                  </a:lnTo>
                  <a:lnTo>
                    <a:pt x="337" y="770"/>
                  </a:lnTo>
                  <a:lnTo>
                    <a:pt x="339" y="781"/>
                  </a:lnTo>
                  <a:lnTo>
                    <a:pt x="346" y="802"/>
                  </a:lnTo>
                  <a:lnTo>
                    <a:pt x="351" y="812"/>
                  </a:lnTo>
                  <a:lnTo>
                    <a:pt x="356" y="821"/>
                  </a:lnTo>
                  <a:lnTo>
                    <a:pt x="356" y="821"/>
                  </a:lnTo>
                  <a:lnTo>
                    <a:pt x="365" y="836"/>
                  </a:lnTo>
                  <a:lnTo>
                    <a:pt x="373" y="851"/>
                  </a:lnTo>
                  <a:lnTo>
                    <a:pt x="381" y="867"/>
                  </a:lnTo>
                  <a:lnTo>
                    <a:pt x="388" y="883"/>
                  </a:lnTo>
                  <a:lnTo>
                    <a:pt x="399" y="915"/>
                  </a:lnTo>
                  <a:lnTo>
                    <a:pt x="407" y="931"/>
                  </a:lnTo>
                  <a:lnTo>
                    <a:pt x="415" y="947"/>
                  </a:lnTo>
                  <a:lnTo>
                    <a:pt x="415" y="947"/>
                  </a:lnTo>
                  <a:lnTo>
                    <a:pt x="418" y="951"/>
                  </a:lnTo>
                  <a:lnTo>
                    <a:pt x="420" y="955"/>
                  </a:lnTo>
                  <a:lnTo>
                    <a:pt x="424" y="957"/>
                  </a:lnTo>
                  <a:lnTo>
                    <a:pt x="428" y="958"/>
                  </a:lnTo>
                  <a:lnTo>
                    <a:pt x="433" y="958"/>
                  </a:lnTo>
                  <a:lnTo>
                    <a:pt x="437" y="958"/>
                  </a:lnTo>
                  <a:lnTo>
                    <a:pt x="445" y="955"/>
                  </a:lnTo>
                  <a:lnTo>
                    <a:pt x="452" y="949"/>
                  </a:lnTo>
                  <a:lnTo>
                    <a:pt x="454" y="945"/>
                  </a:lnTo>
                  <a:lnTo>
                    <a:pt x="456" y="941"/>
                  </a:lnTo>
                  <a:lnTo>
                    <a:pt x="457" y="938"/>
                  </a:lnTo>
                  <a:lnTo>
                    <a:pt x="457" y="934"/>
                  </a:lnTo>
                  <a:lnTo>
                    <a:pt x="456" y="928"/>
                  </a:lnTo>
                  <a:lnTo>
                    <a:pt x="454" y="924"/>
                  </a:lnTo>
                  <a:lnTo>
                    <a:pt x="454" y="924"/>
                  </a:lnTo>
                  <a:close/>
                </a:path>
              </a:pathLst>
            </a:custGeom>
            <a:solidFill>
              <a:schemeClr val="bg1"/>
            </a:solidFill>
            <a:ln w="9525">
              <a:noFill/>
              <a:round/>
            </a:ln>
          </p:spPr>
          <p:txBody>
            <a:bodyPr vert="horz" wrap="square" lIns="79689" tIns="39844" rIns="79689" bIns="39844" numCol="1" anchor="t" anchorCtr="0" compatLnSpc="1"/>
            <a:lstStyle/>
            <a:p>
              <a:endParaRPr lang="zh-CN" altLang="en-US" sz="1570">
                <a:solidFill>
                  <a:schemeClr val="bg1"/>
                </a:solidFill>
                <a:cs typeface="+mn-ea"/>
                <a:sym typeface="+mn-lt"/>
              </a:endParaRPr>
            </a:p>
          </p:txBody>
        </p:sp>
        <p:sp>
          <p:nvSpPr>
            <p:cNvPr id="188" name="Freeform 404"/>
            <p:cNvSpPr/>
            <p:nvPr/>
          </p:nvSpPr>
          <p:spPr bwMode="auto">
            <a:xfrm>
              <a:off x="5607051" y="1260476"/>
              <a:ext cx="146050" cy="387350"/>
            </a:xfrm>
            <a:custGeom>
              <a:avLst/>
              <a:gdLst/>
              <a:ahLst/>
              <a:cxnLst>
                <a:cxn ang="0">
                  <a:pos x="321" y="22"/>
                </a:cxn>
                <a:cxn ang="0">
                  <a:pos x="310" y="85"/>
                </a:cxn>
                <a:cxn ang="0">
                  <a:pos x="292" y="148"/>
                </a:cxn>
                <a:cxn ang="0">
                  <a:pos x="249" y="271"/>
                </a:cxn>
                <a:cxn ang="0">
                  <a:pos x="229" y="333"/>
                </a:cxn>
                <a:cxn ang="0">
                  <a:pos x="189" y="458"/>
                </a:cxn>
                <a:cxn ang="0">
                  <a:pos x="173" y="520"/>
                </a:cxn>
                <a:cxn ang="0">
                  <a:pos x="166" y="553"/>
                </a:cxn>
                <a:cxn ang="0">
                  <a:pos x="148" y="617"/>
                </a:cxn>
                <a:cxn ang="0">
                  <a:pos x="126" y="680"/>
                </a:cxn>
                <a:cxn ang="0">
                  <a:pos x="98" y="741"/>
                </a:cxn>
                <a:cxn ang="0">
                  <a:pos x="84" y="771"/>
                </a:cxn>
                <a:cxn ang="0">
                  <a:pos x="59" y="812"/>
                </a:cxn>
                <a:cxn ang="0">
                  <a:pos x="30" y="856"/>
                </a:cxn>
                <a:cxn ang="0">
                  <a:pos x="12" y="893"/>
                </a:cxn>
                <a:cxn ang="0">
                  <a:pos x="4" y="917"/>
                </a:cxn>
                <a:cxn ang="0">
                  <a:pos x="0" y="939"/>
                </a:cxn>
                <a:cxn ang="0">
                  <a:pos x="2" y="951"/>
                </a:cxn>
                <a:cxn ang="0">
                  <a:pos x="4" y="960"/>
                </a:cxn>
                <a:cxn ang="0">
                  <a:pos x="11" y="968"/>
                </a:cxn>
                <a:cxn ang="0">
                  <a:pos x="26" y="973"/>
                </a:cxn>
                <a:cxn ang="0">
                  <a:pos x="38" y="969"/>
                </a:cxn>
                <a:cxn ang="0">
                  <a:pos x="45" y="964"/>
                </a:cxn>
                <a:cxn ang="0">
                  <a:pos x="47" y="956"/>
                </a:cxn>
                <a:cxn ang="0">
                  <a:pos x="47" y="951"/>
                </a:cxn>
                <a:cxn ang="0">
                  <a:pos x="50" y="928"/>
                </a:cxn>
                <a:cxn ang="0">
                  <a:pos x="59" y="905"/>
                </a:cxn>
                <a:cxn ang="0">
                  <a:pos x="84" y="862"/>
                </a:cxn>
                <a:cxn ang="0">
                  <a:pos x="119" y="802"/>
                </a:cxn>
                <a:cxn ang="0">
                  <a:pos x="151" y="739"/>
                </a:cxn>
                <a:cxn ang="0">
                  <a:pos x="164" y="713"/>
                </a:cxn>
                <a:cxn ang="0">
                  <a:pos x="185" y="658"/>
                </a:cxn>
                <a:cxn ang="0">
                  <a:pos x="202" y="601"/>
                </a:cxn>
                <a:cxn ang="0">
                  <a:pos x="221" y="515"/>
                </a:cxn>
                <a:cxn ang="0">
                  <a:pos x="229" y="484"/>
                </a:cxn>
                <a:cxn ang="0">
                  <a:pos x="246" y="421"/>
                </a:cxn>
                <a:cxn ang="0">
                  <a:pos x="278" y="328"/>
                </a:cxn>
                <a:cxn ang="0">
                  <a:pos x="299" y="265"/>
                </a:cxn>
                <a:cxn ang="0">
                  <a:pos x="339" y="145"/>
                </a:cxn>
                <a:cxn ang="0">
                  <a:pos x="357" y="84"/>
                </a:cxn>
                <a:cxn ang="0">
                  <a:pos x="367" y="22"/>
                </a:cxn>
                <a:cxn ang="0">
                  <a:pos x="367" y="17"/>
                </a:cxn>
                <a:cxn ang="0">
                  <a:pos x="364" y="9"/>
                </a:cxn>
                <a:cxn ang="0">
                  <a:pos x="357" y="4"/>
                </a:cxn>
                <a:cxn ang="0">
                  <a:pos x="346" y="0"/>
                </a:cxn>
                <a:cxn ang="0">
                  <a:pos x="333" y="4"/>
                </a:cxn>
                <a:cxn ang="0">
                  <a:pos x="326" y="9"/>
                </a:cxn>
                <a:cxn ang="0">
                  <a:pos x="322" y="17"/>
                </a:cxn>
                <a:cxn ang="0">
                  <a:pos x="321" y="22"/>
                </a:cxn>
              </a:cxnLst>
              <a:rect l="0" t="0" r="r" b="b"/>
              <a:pathLst>
                <a:path w="367" h="973">
                  <a:moveTo>
                    <a:pt x="321" y="22"/>
                  </a:moveTo>
                  <a:lnTo>
                    <a:pt x="321" y="22"/>
                  </a:lnTo>
                  <a:lnTo>
                    <a:pt x="317" y="53"/>
                  </a:lnTo>
                  <a:lnTo>
                    <a:pt x="310" y="85"/>
                  </a:lnTo>
                  <a:lnTo>
                    <a:pt x="302" y="116"/>
                  </a:lnTo>
                  <a:lnTo>
                    <a:pt x="292" y="148"/>
                  </a:lnTo>
                  <a:lnTo>
                    <a:pt x="270" y="210"/>
                  </a:lnTo>
                  <a:lnTo>
                    <a:pt x="249" y="271"/>
                  </a:lnTo>
                  <a:lnTo>
                    <a:pt x="249" y="271"/>
                  </a:lnTo>
                  <a:lnTo>
                    <a:pt x="229" y="333"/>
                  </a:lnTo>
                  <a:lnTo>
                    <a:pt x="208" y="395"/>
                  </a:lnTo>
                  <a:lnTo>
                    <a:pt x="189" y="458"/>
                  </a:lnTo>
                  <a:lnTo>
                    <a:pt x="181" y="489"/>
                  </a:lnTo>
                  <a:lnTo>
                    <a:pt x="173" y="520"/>
                  </a:lnTo>
                  <a:lnTo>
                    <a:pt x="173" y="520"/>
                  </a:lnTo>
                  <a:lnTo>
                    <a:pt x="166" y="553"/>
                  </a:lnTo>
                  <a:lnTo>
                    <a:pt x="157" y="586"/>
                  </a:lnTo>
                  <a:lnTo>
                    <a:pt x="148" y="617"/>
                  </a:lnTo>
                  <a:lnTo>
                    <a:pt x="138" y="650"/>
                  </a:lnTo>
                  <a:lnTo>
                    <a:pt x="126" y="680"/>
                  </a:lnTo>
                  <a:lnTo>
                    <a:pt x="113" y="711"/>
                  </a:lnTo>
                  <a:lnTo>
                    <a:pt x="98" y="741"/>
                  </a:lnTo>
                  <a:lnTo>
                    <a:pt x="84" y="771"/>
                  </a:lnTo>
                  <a:lnTo>
                    <a:pt x="84" y="771"/>
                  </a:lnTo>
                  <a:lnTo>
                    <a:pt x="72" y="791"/>
                  </a:lnTo>
                  <a:lnTo>
                    <a:pt x="59" y="812"/>
                  </a:lnTo>
                  <a:lnTo>
                    <a:pt x="45" y="834"/>
                  </a:lnTo>
                  <a:lnTo>
                    <a:pt x="30" y="856"/>
                  </a:lnTo>
                  <a:lnTo>
                    <a:pt x="17" y="880"/>
                  </a:lnTo>
                  <a:lnTo>
                    <a:pt x="12" y="893"/>
                  </a:lnTo>
                  <a:lnTo>
                    <a:pt x="8" y="905"/>
                  </a:lnTo>
                  <a:lnTo>
                    <a:pt x="4" y="917"/>
                  </a:lnTo>
                  <a:lnTo>
                    <a:pt x="2" y="928"/>
                  </a:lnTo>
                  <a:lnTo>
                    <a:pt x="0" y="939"/>
                  </a:lnTo>
                  <a:lnTo>
                    <a:pt x="2" y="951"/>
                  </a:lnTo>
                  <a:lnTo>
                    <a:pt x="2" y="951"/>
                  </a:lnTo>
                  <a:lnTo>
                    <a:pt x="3" y="956"/>
                  </a:lnTo>
                  <a:lnTo>
                    <a:pt x="4" y="960"/>
                  </a:lnTo>
                  <a:lnTo>
                    <a:pt x="7" y="964"/>
                  </a:lnTo>
                  <a:lnTo>
                    <a:pt x="11" y="968"/>
                  </a:lnTo>
                  <a:lnTo>
                    <a:pt x="17" y="972"/>
                  </a:lnTo>
                  <a:lnTo>
                    <a:pt x="26" y="973"/>
                  </a:lnTo>
                  <a:lnTo>
                    <a:pt x="34" y="972"/>
                  </a:lnTo>
                  <a:lnTo>
                    <a:pt x="38" y="969"/>
                  </a:lnTo>
                  <a:lnTo>
                    <a:pt x="42" y="968"/>
                  </a:lnTo>
                  <a:lnTo>
                    <a:pt x="45" y="964"/>
                  </a:lnTo>
                  <a:lnTo>
                    <a:pt x="46" y="960"/>
                  </a:lnTo>
                  <a:lnTo>
                    <a:pt x="47" y="956"/>
                  </a:lnTo>
                  <a:lnTo>
                    <a:pt x="47" y="951"/>
                  </a:lnTo>
                  <a:lnTo>
                    <a:pt x="47" y="951"/>
                  </a:lnTo>
                  <a:lnTo>
                    <a:pt x="47" y="940"/>
                  </a:lnTo>
                  <a:lnTo>
                    <a:pt x="50" y="928"/>
                  </a:lnTo>
                  <a:lnTo>
                    <a:pt x="54" y="917"/>
                  </a:lnTo>
                  <a:lnTo>
                    <a:pt x="59" y="905"/>
                  </a:lnTo>
                  <a:lnTo>
                    <a:pt x="72" y="881"/>
                  </a:lnTo>
                  <a:lnTo>
                    <a:pt x="84" y="862"/>
                  </a:lnTo>
                  <a:lnTo>
                    <a:pt x="84" y="862"/>
                  </a:lnTo>
                  <a:lnTo>
                    <a:pt x="119" y="802"/>
                  </a:lnTo>
                  <a:lnTo>
                    <a:pt x="135" y="770"/>
                  </a:lnTo>
                  <a:lnTo>
                    <a:pt x="151" y="739"/>
                  </a:lnTo>
                  <a:lnTo>
                    <a:pt x="151" y="739"/>
                  </a:lnTo>
                  <a:lnTo>
                    <a:pt x="164" y="713"/>
                  </a:lnTo>
                  <a:lnTo>
                    <a:pt x="174" y="685"/>
                  </a:lnTo>
                  <a:lnTo>
                    <a:pt x="185" y="658"/>
                  </a:lnTo>
                  <a:lnTo>
                    <a:pt x="193" y="629"/>
                  </a:lnTo>
                  <a:lnTo>
                    <a:pt x="202" y="601"/>
                  </a:lnTo>
                  <a:lnTo>
                    <a:pt x="208" y="573"/>
                  </a:lnTo>
                  <a:lnTo>
                    <a:pt x="221" y="515"/>
                  </a:lnTo>
                  <a:lnTo>
                    <a:pt x="221" y="515"/>
                  </a:lnTo>
                  <a:lnTo>
                    <a:pt x="229" y="484"/>
                  </a:lnTo>
                  <a:lnTo>
                    <a:pt x="237" y="452"/>
                  </a:lnTo>
                  <a:lnTo>
                    <a:pt x="246" y="421"/>
                  </a:lnTo>
                  <a:lnTo>
                    <a:pt x="257" y="390"/>
                  </a:lnTo>
                  <a:lnTo>
                    <a:pt x="278" y="328"/>
                  </a:lnTo>
                  <a:lnTo>
                    <a:pt x="299" y="265"/>
                  </a:lnTo>
                  <a:lnTo>
                    <a:pt x="299" y="265"/>
                  </a:lnTo>
                  <a:lnTo>
                    <a:pt x="320" y="207"/>
                  </a:lnTo>
                  <a:lnTo>
                    <a:pt x="339" y="145"/>
                  </a:lnTo>
                  <a:lnTo>
                    <a:pt x="350" y="115"/>
                  </a:lnTo>
                  <a:lnTo>
                    <a:pt x="357" y="84"/>
                  </a:lnTo>
                  <a:lnTo>
                    <a:pt x="363" y="53"/>
                  </a:lnTo>
                  <a:lnTo>
                    <a:pt x="367" y="22"/>
                  </a:lnTo>
                  <a:lnTo>
                    <a:pt x="367" y="22"/>
                  </a:lnTo>
                  <a:lnTo>
                    <a:pt x="367" y="17"/>
                  </a:lnTo>
                  <a:lnTo>
                    <a:pt x="365" y="13"/>
                  </a:lnTo>
                  <a:lnTo>
                    <a:pt x="364" y="9"/>
                  </a:lnTo>
                  <a:lnTo>
                    <a:pt x="361" y="5"/>
                  </a:lnTo>
                  <a:lnTo>
                    <a:pt x="357" y="4"/>
                  </a:lnTo>
                  <a:lnTo>
                    <a:pt x="354" y="1"/>
                  </a:lnTo>
                  <a:lnTo>
                    <a:pt x="346" y="0"/>
                  </a:lnTo>
                  <a:lnTo>
                    <a:pt x="337" y="1"/>
                  </a:lnTo>
                  <a:lnTo>
                    <a:pt x="333" y="4"/>
                  </a:lnTo>
                  <a:lnTo>
                    <a:pt x="330" y="5"/>
                  </a:lnTo>
                  <a:lnTo>
                    <a:pt x="326" y="9"/>
                  </a:lnTo>
                  <a:lnTo>
                    <a:pt x="323" y="13"/>
                  </a:lnTo>
                  <a:lnTo>
                    <a:pt x="322" y="17"/>
                  </a:lnTo>
                  <a:lnTo>
                    <a:pt x="321" y="22"/>
                  </a:lnTo>
                  <a:lnTo>
                    <a:pt x="321" y="22"/>
                  </a:lnTo>
                  <a:close/>
                </a:path>
              </a:pathLst>
            </a:custGeom>
            <a:solidFill>
              <a:schemeClr val="bg1"/>
            </a:solidFill>
            <a:ln w="9525">
              <a:noFill/>
              <a:round/>
            </a:ln>
          </p:spPr>
          <p:txBody>
            <a:bodyPr vert="horz" wrap="square" lIns="79689" tIns="39844" rIns="79689" bIns="39844" numCol="1" anchor="t" anchorCtr="0" compatLnSpc="1"/>
            <a:lstStyle/>
            <a:p>
              <a:endParaRPr lang="zh-CN" altLang="en-US" sz="1570">
                <a:solidFill>
                  <a:schemeClr val="bg1"/>
                </a:solidFill>
                <a:cs typeface="+mn-ea"/>
                <a:sym typeface="+mn-lt"/>
              </a:endParaRPr>
            </a:p>
          </p:txBody>
        </p:sp>
        <p:sp>
          <p:nvSpPr>
            <p:cNvPr id="189" name="Freeform 405"/>
            <p:cNvSpPr/>
            <p:nvPr/>
          </p:nvSpPr>
          <p:spPr bwMode="auto">
            <a:xfrm>
              <a:off x="5372101" y="1096963"/>
              <a:ext cx="247650" cy="176213"/>
            </a:xfrm>
            <a:custGeom>
              <a:avLst/>
              <a:gdLst/>
              <a:ahLst/>
              <a:cxnLst>
                <a:cxn ang="0">
                  <a:pos x="586" y="6"/>
                </a:cxn>
                <a:cxn ang="0">
                  <a:pos x="529" y="63"/>
                </a:cxn>
                <a:cxn ang="0">
                  <a:pos x="407" y="169"/>
                </a:cxn>
                <a:cxn ang="0">
                  <a:pos x="346" y="220"/>
                </a:cxn>
                <a:cxn ang="0">
                  <a:pos x="321" y="243"/>
                </a:cxn>
                <a:cxn ang="0">
                  <a:pos x="276" y="293"/>
                </a:cxn>
                <a:cxn ang="0">
                  <a:pos x="253" y="316"/>
                </a:cxn>
                <a:cxn ang="0">
                  <a:pos x="241" y="328"/>
                </a:cxn>
                <a:cxn ang="0">
                  <a:pos x="210" y="367"/>
                </a:cxn>
                <a:cxn ang="0">
                  <a:pos x="198" y="379"/>
                </a:cxn>
                <a:cxn ang="0">
                  <a:pos x="186" y="390"/>
                </a:cxn>
                <a:cxn ang="0">
                  <a:pos x="180" y="384"/>
                </a:cxn>
                <a:cxn ang="0">
                  <a:pos x="169" y="341"/>
                </a:cxn>
                <a:cxn ang="0">
                  <a:pos x="146" y="256"/>
                </a:cxn>
                <a:cxn ang="0">
                  <a:pos x="131" y="216"/>
                </a:cxn>
                <a:cxn ang="0">
                  <a:pos x="92" y="115"/>
                </a:cxn>
                <a:cxn ang="0">
                  <a:pos x="70" y="64"/>
                </a:cxn>
                <a:cxn ang="0">
                  <a:pos x="44" y="20"/>
                </a:cxn>
                <a:cxn ang="0">
                  <a:pos x="41" y="16"/>
                </a:cxn>
                <a:cxn ang="0">
                  <a:pos x="33" y="10"/>
                </a:cxn>
                <a:cxn ang="0">
                  <a:pos x="24" y="9"/>
                </a:cxn>
                <a:cxn ang="0">
                  <a:pos x="12" y="13"/>
                </a:cxn>
                <a:cxn ang="0">
                  <a:pos x="3" y="21"/>
                </a:cxn>
                <a:cxn ang="0">
                  <a:pos x="0" y="29"/>
                </a:cxn>
                <a:cxn ang="0">
                  <a:pos x="2" y="38"/>
                </a:cxn>
                <a:cxn ang="0">
                  <a:pos x="4" y="42"/>
                </a:cxn>
                <a:cxn ang="0">
                  <a:pos x="28" y="84"/>
                </a:cxn>
                <a:cxn ang="0">
                  <a:pos x="45" y="128"/>
                </a:cxn>
                <a:cxn ang="0">
                  <a:pos x="71" y="196"/>
                </a:cxn>
                <a:cxn ang="0">
                  <a:pos x="82" y="217"/>
                </a:cxn>
                <a:cxn ang="0">
                  <a:pos x="102" y="264"/>
                </a:cxn>
                <a:cxn ang="0">
                  <a:pos x="117" y="315"/>
                </a:cxn>
                <a:cxn ang="0">
                  <a:pos x="139" y="417"/>
                </a:cxn>
                <a:cxn ang="0">
                  <a:pos x="142" y="422"/>
                </a:cxn>
                <a:cxn ang="0">
                  <a:pos x="148" y="430"/>
                </a:cxn>
                <a:cxn ang="0">
                  <a:pos x="157" y="434"/>
                </a:cxn>
                <a:cxn ang="0">
                  <a:pos x="168" y="433"/>
                </a:cxn>
                <a:cxn ang="0">
                  <a:pos x="173" y="430"/>
                </a:cxn>
                <a:cxn ang="0">
                  <a:pos x="181" y="438"/>
                </a:cxn>
                <a:cxn ang="0">
                  <a:pos x="191" y="442"/>
                </a:cxn>
                <a:cxn ang="0">
                  <a:pos x="203" y="439"/>
                </a:cxn>
                <a:cxn ang="0">
                  <a:pos x="211" y="430"/>
                </a:cxn>
                <a:cxn ang="0">
                  <a:pos x="215" y="425"/>
                </a:cxn>
                <a:cxn ang="0">
                  <a:pos x="231" y="408"/>
                </a:cxn>
                <a:cxn ang="0">
                  <a:pos x="252" y="387"/>
                </a:cxn>
                <a:cxn ang="0">
                  <a:pos x="274" y="361"/>
                </a:cxn>
                <a:cxn ang="0">
                  <a:pos x="299" y="336"/>
                </a:cxn>
                <a:cxn ang="0">
                  <a:pos x="312" y="326"/>
                </a:cxn>
                <a:cxn ang="0">
                  <a:pos x="344" y="289"/>
                </a:cxn>
                <a:cxn ang="0">
                  <a:pos x="378" y="252"/>
                </a:cxn>
                <a:cxn ang="0">
                  <a:pos x="392" y="241"/>
                </a:cxn>
                <a:cxn ang="0">
                  <a:pos x="508" y="142"/>
                </a:cxn>
                <a:cxn ang="0">
                  <a:pos x="619" y="39"/>
                </a:cxn>
                <a:cxn ang="0">
                  <a:pos x="622" y="35"/>
                </a:cxn>
                <a:cxn ang="0">
                  <a:pos x="626" y="27"/>
                </a:cxn>
                <a:cxn ang="0">
                  <a:pos x="624" y="18"/>
                </a:cxn>
                <a:cxn ang="0">
                  <a:pos x="619" y="8"/>
                </a:cxn>
                <a:cxn ang="0">
                  <a:pos x="607" y="1"/>
                </a:cxn>
                <a:cxn ang="0">
                  <a:pos x="600" y="0"/>
                </a:cxn>
                <a:cxn ang="0">
                  <a:pos x="590" y="4"/>
                </a:cxn>
                <a:cxn ang="0">
                  <a:pos x="586" y="6"/>
                </a:cxn>
              </a:cxnLst>
              <a:rect l="0" t="0" r="r" b="b"/>
              <a:pathLst>
                <a:path w="626" h="442">
                  <a:moveTo>
                    <a:pt x="586" y="6"/>
                  </a:moveTo>
                  <a:lnTo>
                    <a:pt x="586" y="6"/>
                  </a:lnTo>
                  <a:lnTo>
                    <a:pt x="558" y="35"/>
                  </a:lnTo>
                  <a:lnTo>
                    <a:pt x="529" y="63"/>
                  </a:lnTo>
                  <a:lnTo>
                    <a:pt x="469" y="116"/>
                  </a:lnTo>
                  <a:lnTo>
                    <a:pt x="407" y="169"/>
                  </a:lnTo>
                  <a:lnTo>
                    <a:pt x="346" y="220"/>
                  </a:lnTo>
                  <a:lnTo>
                    <a:pt x="346" y="220"/>
                  </a:lnTo>
                  <a:lnTo>
                    <a:pt x="333" y="231"/>
                  </a:lnTo>
                  <a:lnTo>
                    <a:pt x="321" y="243"/>
                  </a:lnTo>
                  <a:lnTo>
                    <a:pt x="299" y="268"/>
                  </a:lnTo>
                  <a:lnTo>
                    <a:pt x="276" y="293"/>
                  </a:lnTo>
                  <a:lnTo>
                    <a:pt x="265" y="305"/>
                  </a:lnTo>
                  <a:lnTo>
                    <a:pt x="253" y="316"/>
                  </a:lnTo>
                  <a:lnTo>
                    <a:pt x="253" y="316"/>
                  </a:lnTo>
                  <a:lnTo>
                    <a:pt x="241" y="328"/>
                  </a:lnTo>
                  <a:lnTo>
                    <a:pt x="231" y="341"/>
                  </a:lnTo>
                  <a:lnTo>
                    <a:pt x="210" y="367"/>
                  </a:lnTo>
                  <a:lnTo>
                    <a:pt x="210" y="367"/>
                  </a:lnTo>
                  <a:lnTo>
                    <a:pt x="198" y="379"/>
                  </a:lnTo>
                  <a:lnTo>
                    <a:pt x="186" y="390"/>
                  </a:lnTo>
                  <a:lnTo>
                    <a:pt x="186" y="390"/>
                  </a:lnTo>
                  <a:lnTo>
                    <a:pt x="184" y="387"/>
                  </a:lnTo>
                  <a:lnTo>
                    <a:pt x="180" y="384"/>
                  </a:lnTo>
                  <a:lnTo>
                    <a:pt x="180" y="384"/>
                  </a:lnTo>
                  <a:lnTo>
                    <a:pt x="169" y="341"/>
                  </a:lnTo>
                  <a:lnTo>
                    <a:pt x="159" y="298"/>
                  </a:lnTo>
                  <a:lnTo>
                    <a:pt x="146" y="256"/>
                  </a:lnTo>
                  <a:lnTo>
                    <a:pt x="131" y="216"/>
                  </a:lnTo>
                  <a:lnTo>
                    <a:pt x="131" y="216"/>
                  </a:lnTo>
                  <a:lnTo>
                    <a:pt x="112" y="166"/>
                  </a:lnTo>
                  <a:lnTo>
                    <a:pt x="92" y="115"/>
                  </a:lnTo>
                  <a:lnTo>
                    <a:pt x="82" y="89"/>
                  </a:lnTo>
                  <a:lnTo>
                    <a:pt x="70" y="64"/>
                  </a:lnTo>
                  <a:lnTo>
                    <a:pt x="58" y="40"/>
                  </a:lnTo>
                  <a:lnTo>
                    <a:pt x="44" y="20"/>
                  </a:lnTo>
                  <a:lnTo>
                    <a:pt x="44" y="20"/>
                  </a:lnTo>
                  <a:lnTo>
                    <a:pt x="41" y="16"/>
                  </a:lnTo>
                  <a:lnTo>
                    <a:pt x="37" y="12"/>
                  </a:lnTo>
                  <a:lnTo>
                    <a:pt x="33" y="10"/>
                  </a:lnTo>
                  <a:lnTo>
                    <a:pt x="28" y="9"/>
                  </a:lnTo>
                  <a:lnTo>
                    <a:pt x="24" y="9"/>
                  </a:lnTo>
                  <a:lnTo>
                    <a:pt x="20" y="9"/>
                  </a:lnTo>
                  <a:lnTo>
                    <a:pt x="12" y="13"/>
                  </a:lnTo>
                  <a:lnTo>
                    <a:pt x="6" y="18"/>
                  </a:lnTo>
                  <a:lnTo>
                    <a:pt x="3" y="21"/>
                  </a:lnTo>
                  <a:lnTo>
                    <a:pt x="2" y="25"/>
                  </a:lnTo>
                  <a:lnTo>
                    <a:pt x="0" y="29"/>
                  </a:lnTo>
                  <a:lnTo>
                    <a:pt x="0" y="34"/>
                  </a:lnTo>
                  <a:lnTo>
                    <a:pt x="2" y="38"/>
                  </a:lnTo>
                  <a:lnTo>
                    <a:pt x="4" y="42"/>
                  </a:lnTo>
                  <a:lnTo>
                    <a:pt x="4" y="42"/>
                  </a:lnTo>
                  <a:lnTo>
                    <a:pt x="17" y="63"/>
                  </a:lnTo>
                  <a:lnTo>
                    <a:pt x="28" y="84"/>
                  </a:lnTo>
                  <a:lnTo>
                    <a:pt x="37" y="106"/>
                  </a:lnTo>
                  <a:lnTo>
                    <a:pt x="45" y="128"/>
                  </a:lnTo>
                  <a:lnTo>
                    <a:pt x="62" y="174"/>
                  </a:lnTo>
                  <a:lnTo>
                    <a:pt x="71" y="196"/>
                  </a:lnTo>
                  <a:lnTo>
                    <a:pt x="82" y="217"/>
                  </a:lnTo>
                  <a:lnTo>
                    <a:pt x="82" y="217"/>
                  </a:lnTo>
                  <a:lnTo>
                    <a:pt x="92" y="239"/>
                  </a:lnTo>
                  <a:lnTo>
                    <a:pt x="102" y="264"/>
                  </a:lnTo>
                  <a:lnTo>
                    <a:pt x="110" y="289"/>
                  </a:lnTo>
                  <a:lnTo>
                    <a:pt x="117" y="315"/>
                  </a:lnTo>
                  <a:lnTo>
                    <a:pt x="130" y="367"/>
                  </a:lnTo>
                  <a:lnTo>
                    <a:pt x="139" y="417"/>
                  </a:lnTo>
                  <a:lnTo>
                    <a:pt x="139" y="417"/>
                  </a:lnTo>
                  <a:lnTo>
                    <a:pt x="142" y="422"/>
                  </a:lnTo>
                  <a:lnTo>
                    <a:pt x="144" y="426"/>
                  </a:lnTo>
                  <a:lnTo>
                    <a:pt x="148" y="430"/>
                  </a:lnTo>
                  <a:lnTo>
                    <a:pt x="152" y="433"/>
                  </a:lnTo>
                  <a:lnTo>
                    <a:pt x="157" y="434"/>
                  </a:lnTo>
                  <a:lnTo>
                    <a:pt x="163" y="434"/>
                  </a:lnTo>
                  <a:lnTo>
                    <a:pt x="168" y="433"/>
                  </a:lnTo>
                  <a:lnTo>
                    <a:pt x="173" y="430"/>
                  </a:lnTo>
                  <a:lnTo>
                    <a:pt x="173" y="430"/>
                  </a:lnTo>
                  <a:lnTo>
                    <a:pt x="177" y="435"/>
                  </a:lnTo>
                  <a:lnTo>
                    <a:pt x="181" y="438"/>
                  </a:lnTo>
                  <a:lnTo>
                    <a:pt x="186" y="441"/>
                  </a:lnTo>
                  <a:lnTo>
                    <a:pt x="191" y="442"/>
                  </a:lnTo>
                  <a:lnTo>
                    <a:pt x="198" y="441"/>
                  </a:lnTo>
                  <a:lnTo>
                    <a:pt x="203" y="439"/>
                  </a:lnTo>
                  <a:lnTo>
                    <a:pt x="207" y="435"/>
                  </a:lnTo>
                  <a:lnTo>
                    <a:pt x="211" y="430"/>
                  </a:lnTo>
                  <a:lnTo>
                    <a:pt x="211" y="430"/>
                  </a:lnTo>
                  <a:lnTo>
                    <a:pt x="215" y="425"/>
                  </a:lnTo>
                  <a:lnTo>
                    <a:pt x="220" y="420"/>
                  </a:lnTo>
                  <a:lnTo>
                    <a:pt x="231" y="408"/>
                  </a:lnTo>
                  <a:lnTo>
                    <a:pt x="242" y="397"/>
                  </a:lnTo>
                  <a:lnTo>
                    <a:pt x="252" y="387"/>
                  </a:lnTo>
                  <a:lnTo>
                    <a:pt x="252" y="387"/>
                  </a:lnTo>
                  <a:lnTo>
                    <a:pt x="274" y="361"/>
                  </a:lnTo>
                  <a:lnTo>
                    <a:pt x="287" y="348"/>
                  </a:lnTo>
                  <a:lnTo>
                    <a:pt x="299" y="336"/>
                  </a:lnTo>
                  <a:lnTo>
                    <a:pt x="299" y="336"/>
                  </a:lnTo>
                  <a:lnTo>
                    <a:pt x="312" y="326"/>
                  </a:lnTo>
                  <a:lnTo>
                    <a:pt x="322" y="314"/>
                  </a:lnTo>
                  <a:lnTo>
                    <a:pt x="344" y="289"/>
                  </a:lnTo>
                  <a:lnTo>
                    <a:pt x="367" y="264"/>
                  </a:lnTo>
                  <a:lnTo>
                    <a:pt x="378" y="252"/>
                  </a:lnTo>
                  <a:lnTo>
                    <a:pt x="392" y="241"/>
                  </a:lnTo>
                  <a:lnTo>
                    <a:pt x="392" y="241"/>
                  </a:lnTo>
                  <a:lnTo>
                    <a:pt x="450" y="192"/>
                  </a:lnTo>
                  <a:lnTo>
                    <a:pt x="508" y="142"/>
                  </a:lnTo>
                  <a:lnTo>
                    <a:pt x="564" y="91"/>
                  </a:lnTo>
                  <a:lnTo>
                    <a:pt x="619" y="39"/>
                  </a:lnTo>
                  <a:lnTo>
                    <a:pt x="619" y="39"/>
                  </a:lnTo>
                  <a:lnTo>
                    <a:pt x="622" y="35"/>
                  </a:lnTo>
                  <a:lnTo>
                    <a:pt x="624" y="31"/>
                  </a:lnTo>
                  <a:lnTo>
                    <a:pt x="626" y="27"/>
                  </a:lnTo>
                  <a:lnTo>
                    <a:pt x="626" y="22"/>
                  </a:lnTo>
                  <a:lnTo>
                    <a:pt x="624" y="18"/>
                  </a:lnTo>
                  <a:lnTo>
                    <a:pt x="623" y="14"/>
                  </a:lnTo>
                  <a:lnTo>
                    <a:pt x="619" y="8"/>
                  </a:lnTo>
                  <a:lnTo>
                    <a:pt x="611" y="3"/>
                  </a:lnTo>
                  <a:lnTo>
                    <a:pt x="607" y="1"/>
                  </a:lnTo>
                  <a:lnTo>
                    <a:pt x="603" y="0"/>
                  </a:lnTo>
                  <a:lnTo>
                    <a:pt x="600" y="0"/>
                  </a:lnTo>
                  <a:lnTo>
                    <a:pt x="596" y="1"/>
                  </a:lnTo>
                  <a:lnTo>
                    <a:pt x="590" y="4"/>
                  </a:lnTo>
                  <a:lnTo>
                    <a:pt x="586" y="6"/>
                  </a:lnTo>
                  <a:lnTo>
                    <a:pt x="586" y="6"/>
                  </a:lnTo>
                  <a:close/>
                </a:path>
              </a:pathLst>
            </a:custGeom>
            <a:solidFill>
              <a:schemeClr val="bg1"/>
            </a:solidFill>
            <a:ln w="9525">
              <a:noFill/>
              <a:round/>
            </a:ln>
          </p:spPr>
          <p:txBody>
            <a:bodyPr vert="horz" wrap="square" lIns="79689" tIns="39844" rIns="79689" bIns="39844" numCol="1" anchor="t" anchorCtr="0" compatLnSpc="1"/>
            <a:lstStyle/>
            <a:p>
              <a:endParaRPr lang="zh-CN" altLang="en-US" sz="1570">
                <a:solidFill>
                  <a:schemeClr val="bg1"/>
                </a:solidFill>
                <a:cs typeface="+mn-ea"/>
                <a:sym typeface="+mn-lt"/>
              </a:endParaRPr>
            </a:p>
          </p:txBody>
        </p:sp>
        <p:sp>
          <p:nvSpPr>
            <p:cNvPr id="190" name="Freeform 407"/>
            <p:cNvSpPr/>
            <p:nvPr/>
          </p:nvSpPr>
          <p:spPr bwMode="auto">
            <a:xfrm>
              <a:off x="5599113" y="1095375"/>
              <a:ext cx="249238" cy="177800"/>
            </a:xfrm>
            <a:custGeom>
              <a:avLst/>
              <a:gdLst/>
              <a:ahLst/>
              <a:cxnLst>
                <a:cxn ang="0">
                  <a:pos x="577" y="76"/>
                </a:cxn>
                <a:cxn ang="0">
                  <a:pos x="538" y="154"/>
                </a:cxn>
                <a:cxn ang="0">
                  <a:pos x="474" y="255"/>
                </a:cxn>
                <a:cxn ang="0">
                  <a:pos x="426" y="320"/>
                </a:cxn>
                <a:cxn ang="0">
                  <a:pos x="403" y="358"/>
                </a:cxn>
                <a:cxn ang="0">
                  <a:pos x="382" y="385"/>
                </a:cxn>
                <a:cxn ang="0">
                  <a:pos x="367" y="394"/>
                </a:cxn>
                <a:cxn ang="0">
                  <a:pos x="348" y="386"/>
                </a:cxn>
                <a:cxn ang="0">
                  <a:pos x="317" y="344"/>
                </a:cxn>
                <a:cxn ang="0">
                  <a:pos x="278" y="286"/>
                </a:cxn>
                <a:cxn ang="0">
                  <a:pos x="224" y="225"/>
                </a:cxn>
                <a:cxn ang="0">
                  <a:pos x="151" y="140"/>
                </a:cxn>
                <a:cxn ang="0">
                  <a:pos x="99" y="72"/>
                </a:cxn>
                <a:cxn ang="0">
                  <a:pos x="59" y="35"/>
                </a:cxn>
                <a:cxn ang="0">
                  <a:pos x="49" y="22"/>
                </a:cxn>
                <a:cxn ang="0">
                  <a:pos x="38" y="8"/>
                </a:cxn>
                <a:cxn ang="0">
                  <a:pos x="27" y="0"/>
                </a:cxn>
                <a:cxn ang="0">
                  <a:pos x="15" y="1"/>
                </a:cxn>
                <a:cxn ang="0">
                  <a:pos x="2" y="18"/>
                </a:cxn>
                <a:cxn ang="0">
                  <a:pos x="2" y="31"/>
                </a:cxn>
                <a:cxn ang="0">
                  <a:pos x="6" y="39"/>
                </a:cxn>
                <a:cxn ang="0">
                  <a:pos x="122" y="178"/>
                </a:cxn>
                <a:cxn ang="0">
                  <a:pos x="182" y="247"/>
                </a:cxn>
                <a:cxn ang="0">
                  <a:pos x="246" y="319"/>
                </a:cxn>
                <a:cxn ang="0">
                  <a:pos x="266" y="352"/>
                </a:cxn>
                <a:cxn ang="0">
                  <a:pos x="287" y="387"/>
                </a:cxn>
                <a:cxn ang="0">
                  <a:pos x="326" y="430"/>
                </a:cxn>
                <a:cxn ang="0">
                  <a:pos x="346" y="446"/>
                </a:cxn>
                <a:cxn ang="0">
                  <a:pos x="359" y="449"/>
                </a:cxn>
                <a:cxn ang="0">
                  <a:pos x="375" y="441"/>
                </a:cxn>
                <a:cxn ang="0">
                  <a:pos x="392" y="438"/>
                </a:cxn>
                <a:cxn ang="0">
                  <a:pos x="401" y="430"/>
                </a:cxn>
                <a:cxn ang="0">
                  <a:pos x="411" y="419"/>
                </a:cxn>
                <a:cxn ang="0">
                  <a:pos x="435" y="390"/>
                </a:cxn>
                <a:cxn ang="0">
                  <a:pos x="499" y="301"/>
                </a:cxn>
                <a:cxn ang="0">
                  <a:pos x="535" y="243"/>
                </a:cxn>
                <a:cxn ang="0">
                  <a:pos x="606" y="124"/>
                </a:cxn>
                <a:cxn ang="0">
                  <a:pos x="631" y="60"/>
                </a:cxn>
                <a:cxn ang="0">
                  <a:pos x="631" y="50"/>
                </a:cxn>
                <a:cxn ang="0">
                  <a:pos x="626" y="39"/>
                </a:cxn>
                <a:cxn ang="0">
                  <a:pos x="606" y="31"/>
                </a:cxn>
                <a:cxn ang="0">
                  <a:pos x="594" y="35"/>
                </a:cxn>
                <a:cxn ang="0">
                  <a:pos x="586" y="48"/>
                </a:cxn>
              </a:cxnLst>
              <a:rect l="0" t="0" r="r" b="b"/>
              <a:pathLst>
                <a:path w="631" h="449">
                  <a:moveTo>
                    <a:pt x="586" y="48"/>
                  </a:moveTo>
                  <a:lnTo>
                    <a:pt x="586" y="48"/>
                  </a:lnTo>
                  <a:lnTo>
                    <a:pt x="577" y="76"/>
                  </a:lnTo>
                  <a:lnTo>
                    <a:pt x="567" y="102"/>
                  </a:lnTo>
                  <a:lnTo>
                    <a:pt x="552" y="130"/>
                  </a:lnTo>
                  <a:lnTo>
                    <a:pt x="538" y="154"/>
                  </a:lnTo>
                  <a:lnTo>
                    <a:pt x="507" y="205"/>
                  </a:lnTo>
                  <a:lnTo>
                    <a:pt x="474" y="255"/>
                  </a:lnTo>
                  <a:lnTo>
                    <a:pt x="474" y="255"/>
                  </a:lnTo>
                  <a:lnTo>
                    <a:pt x="463" y="272"/>
                  </a:lnTo>
                  <a:lnTo>
                    <a:pt x="452" y="288"/>
                  </a:lnTo>
                  <a:lnTo>
                    <a:pt x="426" y="320"/>
                  </a:lnTo>
                  <a:lnTo>
                    <a:pt x="426" y="320"/>
                  </a:lnTo>
                  <a:lnTo>
                    <a:pt x="415" y="337"/>
                  </a:lnTo>
                  <a:lnTo>
                    <a:pt x="403" y="358"/>
                  </a:lnTo>
                  <a:lnTo>
                    <a:pt x="397" y="369"/>
                  </a:lnTo>
                  <a:lnTo>
                    <a:pt x="389" y="378"/>
                  </a:lnTo>
                  <a:lnTo>
                    <a:pt x="382" y="385"/>
                  </a:lnTo>
                  <a:lnTo>
                    <a:pt x="375" y="390"/>
                  </a:lnTo>
                  <a:lnTo>
                    <a:pt x="375" y="390"/>
                  </a:lnTo>
                  <a:lnTo>
                    <a:pt x="367" y="394"/>
                  </a:lnTo>
                  <a:lnTo>
                    <a:pt x="361" y="399"/>
                  </a:lnTo>
                  <a:lnTo>
                    <a:pt x="361" y="399"/>
                  </a:lnTo>
                  <a:lnTo>
                    <a:pt x="348" y="386"/>
                  </a:lnTo>
                  <a:lnTo>
                    <a:pt x="338" y="373"/>
                  </a:lnTo>
                  <a:lnTo>
                    <a:pt x="327" y="358"/>
                  </a:lnTo>
                  <a:lnTo>
                    <a:pt x="317" y="344"/>
                  </a:lnTo>
                  <a:lnTo>
                    <a:pt x="299" y="315"/>
                  </a:lnTo>
                  <a:lnTo>
                    <a:pt x="278" y="286"/>
                  </a:lnTo>
                  <a:lnTo>
                    <a:pt x="278" y="286"/>
                  </a:lnTo>
                  <a:lnTo>
                    <a:pt x="261" y="266"/>
                  </a:lnTo>
                  <a:lnTo>
                    <a:pt x="242" y="246"/>
                  </a:lnTo>
                  <a:lnTo>
                    <a:pt x="224" y="225"/>
                  </a:lnTo>
                  <a:lnTo>
                    <a:pt x="206" y="205"/>
                  </a:lnTo>
                  <a:lnTo>
                    <a:pt x="206" y="205"/>
                  </a:lnTo>
                  <a:lnTo>
                    <a:pt x="151" y="140"/>
                  </a:lnTo>
                  <a:lnTo>
                    <a:pt x="125" y="106"/>
                  </a:lnTo>
                  <a:lnTo>
                    <a:pt x="99" y="72"/>
                  </a:lnTo>
                  <a:lnTo>
                    <a:pt x="99" y="72"/>
                  </a:lnTo>
                  <a:lnTo>
                    <a:pt x="89" y="60"/>
                  </a:lnTo>
                  <a:lnTo>
                    <a:pt x="82" y="52"/>
                  </a:lnTo>
                  <a:lnTo>
                    <a:pt x="59" y="35"/>
                  </a:lnTo>
                  <a:lnTo>
                    <a:pt x="59" y="35"/>
                  </a:lnTo>
                  <a:lnTo>
                    <a:pt x="54" y="29"/>
                  </a:lnTo>
                  <a:lnTo>
                    <a:pt x="49" y="22"/>
                  </a:lnTo>
                  <a:lnTo>
                    <a:pt x="44" y="14"/>
                  </a:lnTo>
                  <a:lnTo>
                    <a:pt x="38" y="8"/>
                  </a:lnTo>
                  <a:lnTo>
                    <a:pt x="38" y="8"/>
                  </a:lnTo>
                  <a:lnTo>
                    <a:pt x="34" y="4"/>
                  </a:lnTo>
                  <a:lnTo>
                    <a:pt x="30" y="1"/>
                  </a:lnTo>
                  <a:lnTo>
                    <a:pt x="27" y="0"/>
                  </a:lnTo>
                  <a:lnTo>
                    <a:pt x="23" y="0"/>
                  </a:lnTo>
                  <a:lnTo>
                    <a:pt x="19" y="0"/>
                  </a:lnTo>
                  <a:lnTo>
                    <a:pt x="15" y="1"/>
                  </a:lnTo>
                  <a:lnTo>
                    <a:pt x="8" y="7"/>
                  </a:lnTo>
                  <a:lnTo>
                    <a:pt x="3" y="14"/>
                  </a:lnTo>
                  <a:lnTo>
                    <a:pt x="2" y="18"/>
                  </a:lnTo>
                  <a:lnTo>
                    <a:pt x="0" y="22"/>
                  </a:lnTo>
                  <a:lnTo>
                    <a:pt x="0" y="26"/>
                  </a:lnTo>
                  <a:lnTo>
                    <a:pt x="2" y="31"/>
                  </a:lnTo>
                  <a:lnTo>
                    <a:pt x="3" y="35"/>
                  </a:lnTo>
                  <a:lnTo>
                    <a:pt x="6" y="39"/>
                  </a:lnTo>
                  <a:lnTo>
                    <a:pt x="6" y="39"/>
                  </a:lnTo>
                  <a:lnTo>
                    <a:pt x="44" y="84"/>
                  </a:lnTo>
                  <a:lnTo>
                    <a:pt x="83" y="130"/>
                  </a:lnTo>
                  <a:lnTo>
                    <a:pt x="122" y="178"/>
                  </a:lnTo>
                  <a:lnTo>
                    <a:pt x="161" y="224"/>
                  </a:lnTo>
                  <a:lnTo>
                    <a:pt x="161" y="224"/>
                  </a:lnTo>
                  <a:lnTo>
                    <a:pt x="182" y="247"/>
                  </a:lnTo>
                  <a:lnTo>
                    <a:pt x="204" y="271"/>
                  </a:lnTo>
                  <a:lnTo>
                    <a:pt x="225" y="294"/>
                  </a:lnTo>
                  <a:lnTo>
                    <a:pt x="246" y="319"/>
                  </a:lnTo>
                  <a:lnTo>
                    <a:pt x="246" y="319"/>
                  </a:lnTo>
                  <a:lnTo>
                    <a:pt x="257" y="335"/>
                  </a:lnTo>
                  <a:lnTo>
                    <a:pt x="266" y="352"/>
                  </a:lnTo>
                  <a:lnTo>
                    <a:pt x="276" y="370"/>
                  </a:lnTo>
                  <a:lnTo>
                    <a:pt x="287" y="387"/>
                  </a:lnTo>
                  <a:lnTo>
                    <a:pt x="287" y="387"/>
                  </a:lnTo>
                  <a:lnTo>
                    <a:pt x="299" y="403"/>
                  </a:lnTo>
                  <a:lnTo>
                    <a:pt x="312" y="417"/>
                  </a:lnTo>
                  <a:lnTo>
                    <a:pt x="326" y="430"/>
                  </a:lnTo>
                  <a:lnTo>
                    <a:pt x="341" y="443"/>
                  </a:lnTo>
                  <a:lnTo>
                    <a:pt x="341" y="443"/>
                  </a:lnTo>
                  <a:lnTo>
                    <a:pt x="346" y="446"/>
                  </a:lnTo>
                  <a:lnTo>
                    <a:pt x="350" y="447"/>
                  </a:lnTo>
                  <a:lnTo>
                    <a:pt x="355" y="449"/>
                  </a:lnTo>
                  <a:lnTo>
                    <a:pt x="359" y="449"/>
                  </a:lnTo>
                  <a:lnTo>
                    <a:pt x="363" y="447"/>
                  </a:lnTo>
                  <a:lnTo>
                    <a:pt x="368" y="446"/>
                  </a:lnTo>
                  <a:lnTo>
                    <a:pt x="375" y="441"/>
                  </a:lnTo>
                  <a:lnTo>
                    <a:pt x="375" y="441"/>
                  </a:lnTo>
                  <a:lnTo>
                    <a:pt x="384" y="441"/>
                  </a:lnTo>
                  <a:lnTo>
                    <a:pt x="392" y="438"/>
                  </a:lnTo>
                  <a:lnTo>
                    <a:pt x="395" y="437"/>
                  </a:lnTo>
                  <a:lnTo>
                    <a:pt x="398" y="433"/>
                  </a:lnTo>
                  <a:lnTo>
                    <a:pt x="401" y="430"/>
                  </a:lnTo>
                  <a:lnTo>
                    <a:pt x="402" y="425"/>
                  </a:lnTo>
                  <a:lnTo>
                    <a:pt x="402" y="425"/>
                  </a:lnTo>
                  <a:lnTo>
                    <a:pt x="411" y="419"/>
                  </a:lnTo>
                  <a:lnTo>
                    <a:pt x="419" y="409"/>
                  </a:lnTo>
                  <a:lnTo>
                    <a:pt x="435" y="390"/>
                  </a:lnTo>
                  <a:lnTo>
                    <a:pt x="435" y="390"/>
                  </a:lnTo>
                  <a:lnTo>
                    <a:pt x="467" y="347"/>
                  </a:lnTo>
                  <a:lnTo>
                    <a:pt x="484" y="324"/>
                  </a:lnTo>
                  <a:lnTo>
                    <a:pt x="499" y="301"/>
                  </a:lnTo>
                  <a:lnTo>
                    <a:pt x="499" y="301"/>
                  </a:lnTo>
                  <a:lnTo>
                    <a:pt x="517" y="272"/>
                  </a:lnTo>
                  <a:lnTo>
                    <a:pt x="535" y="243"/>
                  </a:lnTo>
                  <a:lnTo>
                    <a:pt x="573" y="184"/>
                  </a:lnTo>
                  <a:lnTo>
                    <a:pt x="590" y="154"/>
                  </a:lnTo>
                  <a:lnTo>
                    <a:pt x="606" y="124"/>
                  </a:lnTo>
                  <a:lnTo>
                    <a:pt x="620" y="93"/>
                  </a:lnTo>
                  <a:lnTo>
                    <a:pt x="626" y="76"/>
                  </a:lnTo>
                  <a:lnTo>
                    <a:pt x="631" y="60"/>
                  </a:lnTo>
                  <a:lnTo>
                    <a:pt x="631" y="60"/>
                  </a:lnTo>
                  <a:lnTo>
                    <a:pt x="631" y="55"/>
                  </a:lnTo>
                  <a:lnTo>
                    <a:pt x="631" y="50"/>
                  </a:lnTo>
                  <a:lnTo>
                    <a:pt x="630" y="46"/>
                  </a:lnTo>
                  <a:lnTo>
                    <a:pt x="628" y="42"/>
                  </a:lnTo>
                  <a:lnTo>
                    <a:pt x="626" y="39"/>
                  </a:lnTo>
                  <a:lnTo>
                    <a:pt x="622" y="37"/>
                  </a:lnTo>
                  <a:lnTo>
                    <a:pt x="614" y="33"/>
                  </a:lnTo>
                  <a:lnTo>
                    <a:pt x="606" y="31"/>
                  </a:lnTo>
                  <a:lnTo>
                    <a:pt x="602" y="33"/>
                  </a:lnTo>
                  <a:lnTo>
                    <a:pt x="598" y="34"/>
                  </a:lnTo>
                  <a:lnTo>
                    <a:pt x="594" y="35"/>
                  </a:lnTo>
                  <a:lnTo>
                    <a:pt x="590" y="39"/>
                  </a:lnTo>
                  <a:lnTo>
                    <a:pt x="588" y="43"/>
                  </a:lnTo>
                  <a:lnTo>
                    <a:pt x="586" y="48"/>
                  </a:lnTo>
                  <a:lnTo>
                    <a:pt x="586" y="48"/>
                  </a:lnTo>
                  <a:close/>
                </a:path>
              </a:pathLst>
            </a:custGeom>
            <a:solidFill>
              <a:schemeClr val="bg1"/>
            </a:solidFill>
            <a:ln w="9525">
              <a:noFill/>
              <a:round/>
            </a:ln>
          </p:spPr>
          <p:txBody>
            <a:bodyPr vert="horz" wrap="square" lIns="79689" tIns="39844" rIns="79689" bIns="39844" numCol="1" anchor="t" anchorCtr="0" compatLnSpc="1"/>
            <a:lstStyle/>
            <a:p>
              <a:endParaRPr lang="zh-CN" altLang="en-US" sz="1570">
                <a:solidFill>
                  <a:schemeClr val="bg1"/>
                </a:solidFill>
                <a:cs typeface="+mn-ea"/>
                <a:sym typeface="+mn-lt"/>
              </a:endParaRPr>
            </a:p>
          </p:txBody>
        </p:sp>
      </p:grpSp>
      <p:sp>
        <p:nvSpPr>
          <p:cNvPr id="161" name="文本框 160"/>
          <p:cNvSpPr txBox="1"/>
          <p:nvPr/>
        </p:nvSpPr>
        <p:spPr>
          <a:xfrm>
            <a:off x="6637671" y="3140572"/>
            <a:ext cx="1553157" cy="46609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40">
                <a:solidFill>
                  <a:schemeClr val="bg1"/>
                </a:solidFill>
                <a:cs typeface="+mn-ea"/>
                <a:sym typeface="+mn-lt"/>
              </a:rPr>
              <a:t>第</a:t>
            </a:r>
            <a:r>
              <a:rPr lang="en-US" altLang="zh-CN" sz="2440">
                <a:solidFill>
                  <a:schemeClr val="bg1"/>
                </a:solidFill>
                <a:cs typeface="+mn-ea"/>
                <a:sym typeface="+mn-lt"/>
              </a:rPr>
              <a:t>5</a:t>
            </a:r>
            <a:r>
              <a:rPr lang="zh-CN" altLang="en-US" sz="2440">
                <a:solidFill>
                  <a:schemeClr val="bg1"/>
                </a:solidFill>
                <a:cs typeface="+mn-ea"/>
                <a:sym typeface="+mn-lt"/>
              </a:rPr>
              <a:t>章</a:t>
            </a:r>
          </a:p>
        </p:txBody>
      </p:sp>
    </p:spTree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airplane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500"/>
                            </p:stCondLst>
                            <p:childTnLst>
                              <p:par>
                                <p:cTn id="11" presetID="16" presetClass="entr" presetSubtype="2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3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>
                            <p:stCondLst>
                              <p:cond delay="1000"/>
                            </p:stCondLst>
                            <p:childTnLst>
                              <p:par>
                                <p:cTn id="15" presetID="42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1000"/>
                                        <p:tgtEl>
                                          <p:spTgt spid="6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8" dur="1000" fill="hold"/>
                                        <p:tgtEl>
                                          <p:spTgt spid="6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1000" fill="hold"/>
                                        <p:tgtEl>
                                          <p:spTgt spid="6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2000"/>
                            </p:stCondLst>
                            <p:childTnLst>
                              <p:par>
                                <p:cTn id="21" presetID="1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/>
                                        <p:tgtEl>
                                          <p:spTgt spid="9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>
                                      <p:cBhvr>
                                        <p:cTn id="24" dur="500"/>
                                        <p:tgtEl>
                                          <p:spTgt spid="9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5" fill="hold">
                            <p:stCondLst>
                              <p:cond delay="2500"/>
                            </p:stCondLst>
                            <p:childTnLst>
                              <p:par>
                                <p:cTn id="26" presetID="42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1000"/>
                                        <p:tgtEl>
                                          <p:spTgt spid="16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16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16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1" fill="hold">
                            <p:stCondLst>
                              <p:cond delay="3500"/>
                            </p:stCondLst>
                            <p:childTnLst>
                              <p:par>
                                <p:cTn id="32" presetID="1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4" dur="500"/>
                                        <p:tgtEl>
                                          <p:spTgt spid="16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>
                                      <p:cBhvr>
                                        <p:cTn id="35" dur="500"/>
                                        <p:tgtEl>
                                          <p:spTgt spid="1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90" grpId="0"/>
      <p:bldP spid="161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>
            <a:extLst>
              <a:ext uri="{FF2B5EF4-FFF2-40B4-BE49-F238E27FC236}">
                <a16:creationId xmlns:a16="http://schemas.microsoft.com/office/drawing/2014/main" id="{1A7A9E53-8EC5-5992-D310-566A65C9305D}"/>
              </a:ext>
            </a:extLst>
          </p:cNvPr>
          <p:cNvSpPr txBox="1"/>
          <p:nvPr/>
        </p:nvSpPr>
        <p:spPr>
          <a:xfrm>
            <a:off x="4962152" y="353887"/>
            <a:ext cx="121700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000" b="1">
                <a:solidFill>
                  <a:schemeClr val="accent3"/>
                </a:solidFill>
              </a:rPr>
              <a:t>界面设计</a:t>
            </a:r>
            <a:endParaRPr lang="zh-CN" altLang="en-US" sz="2000" b="1" dirty="0">
              <a:solidFill>
                <a:schemeClr val="accent3"/>
              </a:solidFill>
            </a:endParaRP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7E1D55D6-03D5-AE90-5793-6DE2C6F4794B}"/>
              </a:ext>
            </a:extLst>
          </p:cNvPr>
          <p:cNvSpPr txBox="1"/>
          <p:nvPr/>
        </p:nvSpPr>
        <p:spPr>
          <a:xfrm>
            <a:off x="1067851" y="3636918"/>
            <a:ext cx="8489435" cy="3416320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zh-CN" altLang="zh-CN" b="0" i="0" u="none" strike="noStrike" cap="none" normalizeH="0" baseline="0" dirty="0">
                <a:ln>
                  <a:noFill/>
                </a:ln>
                <a:solidFill>
                  <a:srgbClr val="000080"/>
                </a:solidFill>
                <a:effectLst/>
              </a:rPr>
              <a:t>#include</a:t>
            </a:r>
            <a:r>
              <a:rPr kumimoji="0" lang="zh-CN" altLang="zh-CN" b="0" i="0" u="none" strike="noStrike" cap="none" normalizeH="0" baseline="0" dirty="0">
                <a:ln>
                  <a:noFill/>
                </a:ln>
                <a:solidFill>
                  <a:srgbClr val="C0C0C0"/>
                </a:solidFill>
                <a:effectLst/>
              </a:rPr>
              <a:t> </a:t>
            </a:r>
            <a:r>
              <a:rPr kumimoji="0" lang="zh-CN" altLang="zh-CN" b="0" i="0" u="none" strike="noStrike" cap="none" normalizeH="0" baseline="0" dirty="0">
                <a:ln>
                  <a:noFill/>
                </a:ln>
                <a:solidFill>
                  <a:srgbClr val="008000"/>
                </a:solidFill>
                <a:effectLst/>
              </a:rPr>
              <a:t>"widget.h"</a:t>
            </a:r>
            <a:r>
              <a:rPr kumimoji="0" lang="zh-CN" altLang="zh-CN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br>
              <a:rPr kumimoji="0" lang="zh-CN" altLang="zh-CN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</a:br>
            <a:r>
              <a:rPr kumimoji="0" lang="zh-CN" altLang="zh-CN" b="0" i="0" u="none" strike="noStrike" cap="none" normalizeH="0" baseline="0" dirty="0">
                <a:ln>
                  <a:noFill/>
                </a:ln>
                <a:solidFill>
                  <a:srgbClr val="000080"/>
                </a:solidFill>
                <a:effectLst/>
              </a:rPr>
              <a:t>#include</a:t>
            </a:r>
            <a:r>
              <a:rPr kumimoji="0" lang="zh-CN" altLang="zh-CN" b="0" i="0" u="none" strike="noStrike" cap="none" normalizeH="0" baseline="0" dirty="0">
                <a:ln>
                  <a:noFill/>
                </a:ln>
                <a:solidFill>
                  <a:srgbClr val="C0C0C0"/>
                </a:solidFill>
                <a:effectLst/>
              </a:rPr>
              <a:t> </a:t>
            </a:r>
            <a:r>
              <a:rPr kumimoji="0" lang="zh-CN" altLang="zh-CN" b="0" i="0" u="none" strike="noStrike" cap="none" normalizeH="0" baseline="0" dirty="0">
                <a:ln>
                  <a:noFill/>
                </a:ln>
                <a:solidFill>
                  <a:srgbClr val="008000"/>
                </a:solidFill>
                <a:effectLst/>
              </a:rPr>
              <a:t>&lt;QApplication&gt;</a:t>
            </a:r>
            <a:r>
              <a:rPr kumimoji="0" lang="zh-CN" altLang="zh-CN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br>
              <a:rPr kumimoji="0" lang="zh-CN" altLang="zh-CN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</a:br>
            <a:r>
              <a:rPr kumimoji="0" lang="zh-CN" altLang="zh-CN" b="0" i="0" u="none" strike="noStrike" cap="none" normalizeH="0" baseline="0" dirty="0">
                <a:ln>
                  <a:noFill/>
                </a:ln>
                <a:solidFill>
                  <a:srgbClr val="808000"/>
                </a:solidFill>
                <a:effectLst/>
              </a:rPr>
              <a:t>int</a:t>
            </a:r>
            <a:r>
              <a:rPr kumimoji="0" lang="zh-CN" altLang="zh-CN" b="0" i="0" u="none" strike="noStrike" cap="none" normalizeH="0" baseline="0" dirty="0">
                <a:ln>
                  <a:noFill/>
                </a:ln>
                <a:solidFill>
                  <a:srgbClr val="C0C0C0"/>
                </a:solidFill>
                <a:effectLst/>
              </a:rPr>
              <a:t> </a:t>
            </a:r>
            <a:r>
              <a:rPr kumimoji="0" lang="zh-CN" altLang="zh-CN" b="1" i="0" u="none" strike="noStrike" cap="none" normalizeH="0" baseline="0" dirty="0">
                <a:ln>
                  <a:noFill/>
                </a:ln>
                <a:solidFill>
                  <a:srgbClr val="00677C"/>
                </a:solidFill>
                <a:effectLst/>
              </a:rPr>
              <a:t>main</a:t>
            </a:r>
            <a:r>
              <a:rPr kumimoji="0" lang="zh-CN" altLang="zh-CN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(</a:t>
            </a:r>
            <a:r>
              <a:rPr kumimoji="0" lang="zh-CN" altLang="zh-CN" b="0" i="0" u="none" strike="noStrike" cap="none" normalizeH="0" baseline="0" dirty="0">
                <a:ln>
                  <a:noFill/>
                </a:ln>
                <a:solidFill>
                  <a:srgbClr val="808000"/>
                </a:solidFill>
                <a:effectLst/>
              </a:rPr>
              <a:t>int</a:t>
            </a:r>
            <a:r>
              <a:rPr kumimoji="0" lang="zh-CN" altLang="zh-CN" b="0" i="0" u="none" strike="noStrike" cap="none" normalizeH="0" baseline="0" dirty="0">
                <a:ln>
                  <a:noFill/>
                </a:ln>
                <a:solidFill>
                  <a:srgbClr val="C0C0C0"/>
                </a:solidFill>
                <a:effectLst/>
              </a:rPr>
              <a:t> </a:t>
            </a:r>
            <a:r>
              <a:rPr kumimoji="0" lang="zh-CN" altLang="zh-CN" b="1" i="0" u="none" strike="noStrike" cap="none" normalizeH="0" baseline="0" dirty="0">
                <a:ln>
                  <a:noFill/>
                </a:ln>
                <a:solidFill>
                  <a:srgbClr val="092E64"/>
                </a:solidFill>
                <a:effectLst/>
              </a:rPr>
              <a:t>argc</a:t>
            </a:r>
            <a:r>
              <a:rPr kumimoji="0" lang="zh-CN" altLang="zh-CN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,</a:t>
            </a:r>
            <a:r>
              <a:rPr kumimoji="0" lang="zh-CN" altLang="zh-CN" b="0" i="0" u="none" strike="noStrike" cap="none" normalizeH="0" baseline="0" dirty="0">
                <a:ln>
                  <a:noFill/>
                </a:ln>
                <a:solidFill>
                  <a:srgbClr val="C0C0C0"/>
                </a:solidFill>
                <a:effectLst/>
              </a:rPr>
              <a:t> </a:t>
            </a:r>
            <a:r>
              <a:rPr kumimoji="0" lang="zh-CN" altLang="zh-CN" b="0" i="0" u="none" strike="noStrike" cap="none" normalizeH="0" baseline="0" dirty="0">
                <a:ln>
                  <a:noFill/>
                </a:ln>
                <a:solidFill>
                  <a:srgbClr val="808000"/>
                </a:solidFill>
                <a:effectLst/>
              </a:rPr>
              <a:t>char</a:t>
            </a:r>
            <a:r>
              <a:rPr kumimoji="0" lang="zh-CN" altLang="zh-CN" b="0" i="0" u="none" strike="noStrike" cap="none" normalizeH="0" baseline="0" dirty="0">
                <a:ln>
                  <a:noFill/>
                </a:ln>
                <a:solidFill>
                  <a:srgbClr val="C0C0C0"/>
                </a:solidFill>
                <a:effectLst/>
              </a:rPr>
              <a:t> </a:t>
            </a:r>
            <a:r>
              <a:rPr kumimoji="0" lang="zh-CN" altLang="zh-CN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*</a:t>
            </a:r>
            <a:r>
              <a:rPr kumimoji="0" lang="zh-CN" altLang="zh-CN" b="1" i="0" u="none" strike="noStrike" cap="none" normalizeH="0" baseline="0" dirty="0">
                <a:ln>
                  <a:noFill/>
                </a:ln>
                <a:solidFill>
                  <a:srgbClr val="092E64"/>
                </a:solidFill>
                <a:effectLst/>
              </a:rPr>
              <a:t>argv</a:t>
            </a:r>
            <a:r>
              <a:rPr kumimoji="0" lang="zh-CN" altLang="zh-CN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[]) { </a:t>
            </a:r>
            <a:endParaRPr kumimoji="0" lang="en-US" altLang="zh-CN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lvl="1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kumimoji="0" lang="zh-CN" altLang="zh-CN" b="0" i="0" u="none" strike="noStrike" cap="none" normalizeH="0" baseline="0" dirty="0">
                <a:ln>
                  <a:noFill/>
                </a:ln>
                <a:solidFill>
                  <a:srgbClr val="800080"/>
                </a:solidFill>
                <a:effectLst/>
              </a:rPr>
              <a:t>QApplication</a:t>
            </a:r>
            <a:r>
              <a:rPr kumimoji="0" lang="zh-CN" altLang="zh-CN" b="0" i="0" u="none" strike="noStrike" cap="none" normalizeH="0" baseline="0" dirty="0">
                <a:ln>
                  <a:noFill/>
                </a:ln>
                <a:solidFill>
                  <a:srgbClr val="C0C0C0"/>
                </a:solidFill>
                <a:effectLst/>
              </a:rPr>
              <a:t> </a:t>
            </a:r>
            <a:r>
              <a:rPr kumimoji="0" lang="zh-CN" altLang="zh-CN" b="1" i="0" u="none" strike="noStrike" cap="none" normalizeH="0" baseline="0" dirty="0">
                <a:ln>
                  <a:noFill/>
                </a:ln>
                <a:solidFill>
                  <a:srgbClr val="092E64"/>
                </a:solidFill>
                <a:effectLst/>
              </a:rPr>
              <a:t>a</a:t>
            </a:r>
            <a:r>
              <a:rPr kumimoji="0" lang="zh-CN" altLang="zh-CN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(</a:t>
            </a:r>
            <a:r>
              <a:rPr kumimoji="0" lang="zh-CN" altLang="zh-CN" b="0" i="1" u="none" strike="noStrike" cap="none" normalizeH="0" baseline="0" dirty="0">
                <a:ln>
                  <a:noFill/>
                </a:ln>
                <a:solidFill>
                  <a:srgbClr val="092E64"/>
                </a:solidFill>
                <a:effectLst/>
              </a:rPr>
              <a:t>argc</a:t>
            </a:r>
            <a:r>
              <a:rPr kumimoji="0" lang="zh-CN" altLang="zh-CN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,</a:t>
            </a:r>
            <a:r>
              <a:rPr kumimoji="0" lang="zh-CN" altLang="zh-CN" b="0" i="0" u="none" strike="noStrike" cap="none" normalizeH="0" baseline="0" dirty="0">
                <a:ln>
                  <a:noFill/>
                </a:ln>
                <a:solidFill>
                  <a:srgbClr val="C0C0C0"/>
                </a:solidFill>
                <a:effectLst/>
              </a:rPr>
              <a:t> </a:t>
            </a:r>
            <a:r>
              <a:rPr kumimoji="0" lang="zh-CN" altLang="zh-CN" b="0" i="1" u="none" strike="noStrike" cap="none" normalizeH="0" baseline="0" dirty="0">
                <a:ln>
                  <a:noFill/>
                </a:ln>
                <a:solidFill>
                  <a:srgbClr val="092E64"/>
                </a:solidFill>
                <a:effectLst/>
              </a:rPr>
              <a:t>argv</a:t>
            </a:r>
            <a:r>
              <a:rPr kumimoji="0" lang="zh-CN" altLang="zh-CN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); </a:t>
            </a:r>
            <a:endParaRPr kumimoji="0" lang="en-US" altLang="zh-CN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lvl="1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kumimoji="0" lang="zh-CN" altLang="zh-CN" b="0" i="0" u="none" strike="noStrike" cap="none" normalizeH="0" baseline="0" dirty="0">
                <a:ln>
                  <a:noFill/>
                </a:ln>
                <a:solidFill>
                  <a:srgbClr val="800080"/>
                </a:solidFill>
                <a:effectLst/>
              </a:rPr>
              <a:t>Widget</a:t>
            </a:r>
            <a:r>
              <a:rPr kumimoji="0" lang="zh-CN" altLang="zh-CN" b="0" i="0" u="none" strike="noStrike" cap="none" normalizeH="0" baseline="0" dirty="0">
                <a:ln>
                  <a:noFill/>
                </a:ln>
                <a:solidFill>
                  <a:srgbClr val="C0C0C0"/>
                </a:solidFill>
                <a:effectLst/>
              </a:rPr>
              <a:t> </a:t>
            </a:r>
            <a:r>
              <a:rPr kumimoji="0" lang="zh-CN" altLang="zh-CN" b="1" i="0" u="none" strike="noStrike" cap="none" normalizeH="0" baseline="0" dirty="0">
                <a:ln>
                  <a:noFill/>
                </a:ln>
                <a:solidFill>
                  <a:srgbClr val="092E64"/>
                </a:solidFill>
                <a:effectLst/>
              </a:rPr>
              <a:t>w</a:t>
            </a:r>
            <a:r>
              <a:rPr kumimoji="0" lang="zh-CN" altLang="zh-CN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; </a:t>
            </a:r>
            <a:endParaRPr kumimoji="0" lang="en-US" altLang="zh-CN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lvl="1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kumimoji="0" lang="zh-CN" altLang="zh-CN" b="0" i="0" u="none" strike="noStrike" cap="none" normalizeH="0" baseline="0" dirty="0">
                <a:ln>
                  <a:noFill/>
                </a:ln>
                <a:solidFill>
                  <a:srgbClr val="092E64"/>
                </a:solidFill>
                <a:effectLst/>
              </a:rPr>
              <a:t>w</a:t>
            </a:r>
            <a:r>
              <a:rPr kumimoji="0" lang="zh-CN" altLang="zh-CN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.</a:t>
            </a:r>
            <a:r>
              <a:rPr kumimoji="0" lang="zh-CN" altLang="zh-CN" b="0" i="0" u="none" strike="noStrike" cap="none" normalizeH="0" baseline="0" dirty="0">
                <a:ln>
                  <a:noFill/>
                </a:ln>
                <a:solidFill>
                  <a:srgbClr val="00677C"/>
                </a:solidFill>
                <a:effectLst/>
              </a:rPr>
              <a:t>resize</a:t>
            </a:r>
            <a:r>
              <a:rPr kumimoji="0" lang="zh-CN" altLang="zh-CN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(</a:t>
            </a:r>
            <a:r>
              <a:rPr kumimoji="0" lang="zh-CN" altLang="zh-CN" b="0" i="0" u="none" strike="noStrike" cap="none" normalizeH="0" baseline="0" dirty="0">
                <a:ln>
                  <a:noFill/>
                </a:ln>
                <a:solidFill>
                  <a:srgbClr val="000080"/>
                </a:solidFill>
                <a:effectLst/>
              </a:rPr>
              <a:t>250</a:t>
            </a:r>
            <a:r>
              <a:rPr kumimoji="0" lang="zh-CN" altLang="zh-CN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,</a:t>
            </a:r>
            <a:r>
              <a:rPr kumimoji="0" lang="zh-CN" altLang="zh-CN" b="0" i="0" u="none" strike="noStrike" cap="none" normalizeH="0" baseline="0" dirty="0">
                <a:ln>
                  <a:noFill/>
                </a:ln>
                <a:solidFill>
                  <a:srgbClr val="C0C0C0"/>
                </a:solidFill>
                <a:effectLst/>
              </a:rPr>
              <a:t> </a:t>
            </a:r>
            <a:r>
              <a:rPr kumimoji="0" lang="zh-CN" altLang="zh-CN" b="0" i="0" u="none" strike="noStrike" cap="none" normalizeH="0" baseline="0" dirty="0">
                <a:ln>
                  <a:noFill/>
                </a:ln>
                <a:solidFill>
                  <a:srgbClr val="000080"/>
                </a:solidFill>
                <a:effectLst/>
              </a:rPr>
              <a:t>150</a:t>
            </a:r>
            <a:r>
              <a:rPr kumimoji="0" lang="zh-CN" altLang="zh-CN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); </a:t>
            </a:r>
            <a:endParaRPr kumimoji="0" lang="en-US" altLang="zh-CN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lvl="1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kumimoji="0" lang="zh-CN" altLang="zh-CN" b="0" i="0" u="none" strike="noStrike" cap="none" normalizeH="0" baseline="0" dirty="0">
                <a:ln>
                  <a:noFill/>
                </a:ln>
                <a:solidFill>
                  <a:srgbClr val="092E64"/>
                </a:solidFill>
                <a:effectLst/>
              </a:rPr>
              <a:t>w</a:t>
            </a:r>
            <a:r>
              <a:rPr kumimoji="0" lang="zh-CN" altLang="zh-CN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.</a:t>
            </a:r>
            <a:r>
              <a:rPr kumimoji="0" lang="zh-CN" altLang="zh-CN" b="0" i="0" u="none" strike="noStrike" cap="none" normalizeH="0" baseline="0" dirty="0">
                <a:ln>
                  <a:noFill/>
                </a:ln>
                <a:solidFill>
                  <a:srgbClr val="00677C"/>
                </a:solidFill>
                <a:effectLst/>
              </a:rPr>
              <a:t>setWindowTitle</a:t>
            </a:r>
            <a:r>
              <a:rPr kumimoji="0" lang="zh-CN" altLang="zh-CN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(</a:t>
            </a:r>
            <a:r>
              <a:rPr kumimoji="0" lang="zh-CN" altLang="zh-CN" b="0" i="0" u="none" strike="noStrike" cap="none" normalizeH="0" baseline="0" dirty="0">
                <a:ln>
                  <a:noFill/>
                </a:ln>
                <a:solidFill>
                  <a:srgbClr val="008000"/>
                </a:solidFill>
                <a:effectLst/>
              </a:rPr>
              <a:t>"一个简单的例子"</a:t>
            </a:r>
            <a:r>
              <a:rPr kumimoji="0" lang="zh-CN" altLang="zh-CN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); </a:t>
            </a:r>
            <a:endParaRPr kumimoji="0" lang="en-US" altLang="zh-CN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lvl="1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kumimoji="0" lang="zh-CN" altLang="zh-CN" b="0" i="0" u="none" strike="noStrike" cap="none" normalizeH="0" baseline="0" dirty="0">
                <a:ln>
                  <a:noFill/>
                </a:ln>
                <a:solidFill>
                  <a:srgbClr val="092E64"/>
                </a:solidFill>
                <a:effectLst/>
              </a:rPr>
              <a:t>w</a:t>
            </a:r>
            <a:r>
              <a:rPr kumimoji="0" lang="zh-CN" altLang="zh-CN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.</a:t>
            </a:r>
            <a:r>
              <a:rPr kumimoji="0" lang="zh-CN" altLang="zh-CN" b="0" i="0" u="none" strike="noStrike" cap="none" normalizeH="0" baseline="0" dirty="0">
                <a:ln>
                  <a:noFill/>
                </a:ln>
                <a:solidFill>
                  <a:srgbClr val="00677C"/>
                </a:solidFill>
                <a:effectLst/>
              </a:rPr>
              <a:t>setToolTip</a:t>
            </a:r>
            <a:r>
              <a:rPr kumimoji="0" lang="zh-CN" altLang="zh-CN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(</a:t>
            </a:r>
            <a:r>
              <a:rPr kumimoji="0" lang="zh-CN" altLang="zh-CN" b="0" i="0" u="none" strike="noStrike" cap="none" normalizeH="0" baseline="0" dirty="0">
                <a:ln>
                  <a:noFill/>
                </a:ln>
                <a:solidFill>
                  <a:srgbClr val="008000"/>
                </a:solidFill>
                <a:effectLst/>
              </a:rPr>
              <a:t>"这是一个QWidget"</a:t>
            </a:r>
            <a:r>
              <a:rPr kumimoji="0" lang="zh-CN" altLang="zh-CN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); </a:t>
            </a:r>
            <a:endParaRPr kumimoji="0" lang="en-US" altLang="zh-CN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lvl="1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kumimoji="0" lang="zh-CN" altLang="zh-CN" b="0" i="0" u="none" strike="noStrike" cap="none" normalizeH="0" baseline="0" dirty="0">
                <a:ln>
                  <a:noFill/>
                </a:ln>
                <a:solidFill>
                  <a:srgbClr val="092E64"/>
                </a:solidFill>
                <a:effectLst/>
                <a:highlight>
                  <a:srgbClr val="FFFF00"/>
                </a:highlight>
              </a:rPr>
              <a:t>w</a:t>
            </a:r>
            <a:r>
              <a:rPr kumimoji="0" lang="zh-CN" altLang="zh-CN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highlight>
                  <a:srgbClr val="FFFF00"/>
                </a:highlight>
              </a:rPr>
              <a:t>.</a:t>
            </a:r>
            <a:r>
              <a:rPr kumimoji="0" lang="zh-CN" altLang="zh-CN" b="0" i="0" u="none" strike="noStrike" cap="none" normalizeH="0" baseline="0" dirty="0">
                <a:ln>
                  <a:noFill/>
                </a:ln>
                <a:solidFill>
                  <a:srgbClr val="00677C"/>
                </a:solidFill>
                <a:effectLst/>
                <a:highlight>
                  <a:srgbClr val="FFFF00"/>
                </a:highlight>
              </a:rPr>
              <a:t>show</a:t>
            </a:r>
            <a:r>
              <a:rPr kumimoji="0" lang="zh-CN" altLang="zh-CN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highlight>
                  <a:srgbClr val="FFFF00"/>
                </a:highlight>
              </a:rPr>
              <a:t>(); </a:t>
            </a:r>
            <a:br>
              <a:rPr kumimoji="0" lang="zh-CN" altLang="zh-CN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</a:br>
            <a:br>
              <a:rPr kumimoji="0" lang="zh-CN" altLang="zh-CN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</a:br>
            <a:r>
              <a:rPr kumimoji="0" lang="zh-CN" altLang="zh-CN" b="0" i="0" u="none" strike="noStrike" cap="none" normalizeH="0" baseline="0" dirty="0">
                <a:ln>
                  <a:noFill/>
                </a:ln>
                <a:solidFill>
                  <a:srgbClr val="808000"/>
                </a:solidFill>
                <a:effectLst/>
              </a:rPr>
              <a:t>return</a:t>
            </a:r>
            <a:r>
              <a:rPr kumimoji="0" lang="zh-CN" altLang="zh-CN" b="0" i="0" u="none" strike="noStrike" cap="none" normalizeH="0" baseline="0" dirty="0">
                <a:ln>
                  <a:noFill/>
                </a:ln>
                <a:solidFill>
                  <a:srgbClr val="C0C0C0"/>
                </a:solidFill>
                <a:effectLst/>
              </a:rPr>
              <a:t> </a:t>
            </a:r>
            <a:r>
              <a:rPr kumimoji="0" lang="zh-CN" altLang="zh-CN" b="0" i="0" u="none" strike="noStrike" cap="none" normalizeH="0" baseline="0" dirty="0">
                <a:ln>
                  <a:noFill/>
                </a:ln>
                <a:solidFill>
                  <a:srgbClr val="092E64"/>
                </a:solidFill>
                <a:effectLst/>
              </a:rPr>
              <a:t>a</a:t>
            </a:r>
            <a:r>
              <a:rPr kumimoji="0" lang="zh-CN" altLang="zh-CN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.</a:t>
            </a:r>
            <a:r>
              <a:rPr kumimoji="0" lang="zh-CN" altLang="zh-CN" b="0" i="0" u="none" strike="noStrike" cap="none" normalizeH="0" baseline="0" dirty="0">
                <a:ln>
                  <a:noFill/>
                </a:ln>
                <a:solidFill>
                  <a:srgbClr val="00677C"/>
                </a:solidFill>
                <a:effectLst/>
              </a:rPr>
              <a:t>exec</a:t>
            </a:r>
            <a:r>
              <a:rPr kumimoji="0" lang="zh-CN" altLang="zh-CN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(); </a:t>
            </a:r>
            <a:endParaRPr kumimoji="0" lang="en-US" altLang="zh-CN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zh-CN" altLang="zh-CN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} </a:t>
            </a: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0F07990C-5445-47C0-D063-A3BD7350EF14}"/>
              </a:ext>
            </a:extLst>
          </p:cNvPr>
          <p:cNvSpPr txBox="1"/>
          <p:nvPr/>
        </p:nvSpPr>
        <p:spPr>
          <a:xfrm>
            <a:off x="5293438" y="4123116"/>
            <a:ext cx="4296250" cy="369332"/>
          </a:xfrm>
          <a:prstGeom prst="rect">
            <a:avLst/>
          </a:prstGeo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r>
              <a:rPr lang="zh-CN" altLang="en-US"/>
              <a:t>鼠标在窗口中停留一会，便会看到提示</a:t>
            </a:r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60A14885-18EF-AFD7-313F-F3AC3DA9801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71211" y="4517008"/>
            <a:ext cx="2886075" cy="2066925"/>
          </a:xfrm>
          <a:prstGeom prst="rect">
            <a:avLst/>
          </a:prstGeom>
        </p:spPr>
      </p:pic>
      <p:sp>
        <p:nvSpPr>
          <p:cNvPr id="12" name="文本框 11">
            <a:extLst>
              <a:ext uri="{FF2B5EF4-FFF2-40B4-BE49-F238E27FC236}">
                <a16:creationId xmlns:a16="http://schemas.microsoft.com/office/drawing/2014/main" id="{9E06E88D-5992-5B6A-FE7D-A29F60B45308}"/>
              </a:ext>
            </a:extLst>
          </p:cNvPr>
          <p:cNvSpPr txBox="1"/>
          <p:nvPr/>
        </p:nvSpPr>
        <p:spPr>
          <a:xfrm>
            <a:off x="1067851" y="6981172"/>
            <a:ext cx="8489435" cy="5909310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zh-CN" altLang="zh-CN" b="0" i="0" u="none" strike="noStrike" cap="none" normalizeH="0" baseline="0" dirty="0">
                <a:ln>
                  <a:noFill/>
                </a:ln>
                <a:solidFill>
                  <a:srgbClr val="000080"/>
                </a:solidFill>
                <a:effectLst/>
              </a:rPr>
              <a:t>#include</a:t>
            </a:r>
            <a:r>
              <a:rPr kumimoji="0" lang="zh-CN" altLang="zh-CN" b="0" i="0" u="none" strike="noStrike" cap="none" normalizeH="0" baseline="0" dirty="0">
                <a:ln>
                  <a:noFill/>
                </a:ln>
                <a:solidFill>
                  <a:srgbClr val="C0C0C0"/>
                </a:solidFill>
                <a:effectLst/>
              </a:rPr>
              <a:t> </a:t>
            </a:r>
            <a:r>
              <a:rPr kumimoji="0" lang="zh-CN" altLang="zh-CN" b="0" i="0" u="none" strike="noStrike" cap="none" normalizeH="0" baseline="0" dirty="0">
                <a:ln>
                  <a:noFill/>
                </a:ln>
                <a:solidFill>
                  <a:srgbClr val="008000"/>
                </a:solidFill>
                <a:effectLst/>
              </a:rPr>
              <a:t>"widget.h"</a:t>
            </a:r>
            <a:r>
              <a:rPr kumimoji="0" lang="zh-CN" altLang="zh-CN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endParaRPr kumimoji="0" lang="en-US" altLang="zh-CN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zh-CN" altLang="zh-CN" b="0" i="0" u="none" strike="noStrike" cap="none" normalizeH="0" baseline="0" dirty="0">
                <a:ln>
                  <a:noFill/>
                </a:ln>
                <a:solidFill>
                  <a:srgbClr val="000080"/>
                </a:solidFill>
                <a:effectLst/>
              </a:rPr>
              <a:t>#include</a:t>
            </a:r>
            <a:r>
              <a:rPr kumimoji="0" lang="zh-CN" altLang="zh-CN" b="0" i="0" u="none" strike="noStrike" cap="none" normalizeH="0" baseline="0" dirty="0">
                <a:ln>
                  <a:noFill/>
                </a:ln>
                <a:solidFill>
                  <a:srgbClr val="C0C0C0"/>
                </a:solidFill>
                <a:effectLst/>
              </a:rPr>
              <a:t> </a:t>
            </a:r>
            <a:r>
              <a:rPr kumimoji="0" lang="zh-CN" altLang="zh-CN" b="0" i="0" u="none" strike="noStrike" cap="none" normalizeH="0" baseline="0" dirty="0">
                <a:ln>
                  <a:noFill/>
                </a:ln>
                <a:solidFill>
                  <a:srgbClr val="008000"/>
                </a:solidFill>
                <a:effectLst/>
              </a:rPr>
              <a:t>&lt;QGridLayout&gt;</a:t>
            </a:r>
            <a:r>
              <a:rPr kumimoji="0" lang="zh-CN" altLang="zh-CN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endParaRPr kumimoji="0" lang="en-US" altLang="zh-CN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zh-CN" altLang="zh-CN" b="0" i="0" u="none" strike="noStrike" cap="none" normalizeH="0" baseline="0" dirty="0">
                <a:ln>
                  <a:noFill/>
                </a:ln>
                <a:solidFill>
                  <a:srgbClr val="000080"/>
                </a:solidFill>
                <a:effectLst/>
              </a:rPr>
              <a:t>#include</a:t>
            </a:r>
            <a:r>
              <a:rPr kumimoji="0" lang="zh-CN" altLang="zh-CN" b="0" i="0" u="none" strike="noStrike" cap="none" normalizeH="0" baseline="0" dirty="0">
                <a:ln>
                  <a:noFill/>
                </a:ln>
                <a:solidFill>
                  <a:srgbClr val="C0C0C0"/>
                </a:solidFill>
                <a:effectLst/>
              </a:rPr>
              <a:t> </a:t>
            </a:r>
            <a:r>
              <a:rPr kumimoji="0" lang="zh-CN" altLang="zh-CN" b="0" i="0" u="none" strike="noStrike" cap="none" normalizeH="0" baseline="0" dirty="0">
                <a:ln>
                  <a:noFill/>
                </a:ln>
                <a:solidFill>
                  <a:srgbClr val="008000"/>
                </a:solidFill>
                <a:effectLst/>
              </a:rPr>
              <a:t>&lt;QFrame&gt;</a:t>
            </a:r>
            <a:r>
              <a:rPr kumimoji="0" lang="zh-CN" altLang="zh-CN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endParaRPr kumimoji="0" lang="en-US" altLang="zh-CN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zh-CN" altLang="zh-CN" b="0" i="0" u="none" strike="noStrike" cap="none" normalizeH="0" baseline="0" dirty="0">
                <a:ln>
                  <a:noFill/>
                </a:ln>
                <a:solidFill>
                  <a:srgbClr val="800080"/>
                </a:solidFill>
                <a:effectLst/>
              </a:rPr>
              <a:t>Widget</a:t>
            </a:r>
            <a:r>
              <a:rPr kumimoji="0" lang="zh-CN" altLang="zh-CN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::</a:t>
            </a:r>
            <a:r>
              <a:rPr kumimoji="0" lang="zh-CN" altLang="zh-CN" b="1" i="0" u="none" strike="noStrike" cap="none" normalizeH="0" baseline="0" dirty="0">
                <a:ln>
                  <a:noFill/>
                </a:ln>
                <a:solidFill>
                  <a:srgbClr val="00677C"/>
                </a:solidFill>
                <a:effectLst/>
              </a:rPr>
              <a:t>Widget</a:t>
            </a:r>
            <a:r>
              <a:rPr kumimoji="0" lang="zh-CN" altLang="zh-CN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(</a:t>
            </a:r>
            <a:r>
              <a:rPr kumimoji="0" lang="zh-CN" altLang="zh-CN" b="0" i="0" u="none" strike="noStrike" cap="none" normalizeH="0" baseline="0" dirty="0">
                <a:ln>
                  <a:noFill/>
                </a:ln>
                <a:solidFill>
                  <a:srgbClr val="800080"/>
                </a:solidFill>
                <a:effectLst/>
              </a:rPr>
              <a:t>QWidget</a:t>
            </a:r>
            <a:r>
              <a:rPr kumimoji="0" lang="zh-CN" altLang="zh-CN" b="0" i="0" u="none" strike="noStrike" cap="none" normalizeH="0" baseline="0" dirty="0">
                <a:ln>
                  <a:noFill/>
                </a:ln>
                <a:solidFill>
                  <a:srgbClr val="C0C0C0"/>
                </a:solidFill>
                <a:effectLst/>
              </a:rPr>
              <a:t> </a:t>
            </a:r>
            <a:r>
              <a:rPr kumimoji="0" lang="zh-CN" altLang="zh-CN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*</a:t>
            </a:r>
            <a:r>
              <a:rPr kumimoji="0" lang="zh-CN" altLang="zh-CN" b="1" i="0" u="none" strike="noStrike" cap="none" normalizeH="0" baseline="0" dirty="0">
                <a:ln>
                  <a:noFill/>
                </a:ln>
                <a:solidFill>
                  <a:srgbClr val="092E64"/>
                </a:solidFill>
                <a:effectLst/>
              </a:rPr>
              <a:t>parent</a:t>
            </a:r>
            <a:r>
              <a:rPr kumimoji="0" lang="zh-CN" altLang="zh-CN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) :</a:t>
            </a:r>
            <a:r>
              <a:rPr kumimoji="0" lang="zh-CN" altLang="zh-CN" b="0" i="0" u="none" strike="noStrike" cap="none" normalizeH="0" baseline="0" dirty="0">
                <a:ln>
                  <a:noFill/>
                </a:ln>
                <a:solidFill>
                  <a:srgbClr val="C0C0C0"/>
                </a:solidFill>
                <a:effectLst/>
              </a:rPr>
              <a:t> </a:t>
            </a:r>
            <a:r>
              <a:rPr kumimoji="0" lang="zh-CN" altLang="zh-CN" b="0" i="0" u="none" strike="noStrike" cap="none" normalizeH="0" baseline="0" dirty="0">
                <a:ln>
                  <a:noFill/>
                </a:ln>
                <a:solidFill>
                  <a:srgbClr val="800080"/>
                </a:solidFill>
                <a:effectLst/>
              </a:rPr>
              <a:t>QWidget</a:t>
            </a:r>
            <a:r>
              <a:rPr kumimoji="0" lang="zh-CN" altLang="zh-CN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(</a:t>
            </a:r>
            <a:r>
              <a:rPr kumimoji="0" lang="zh-CN" altLang="zh-CN" b="0" i="1" u="none" strike="noStrike" cap="none" normalizeH="0" baseline="0" dirty="0">
                <a:ln>
                  <a:noFill/>
                </a:ln>
                <a:solidFill>
                  <a:srgbClr val="092E64"/>
                </a:solidFill>
                <a:effectLst/>
              </a:rPr>
              <a:t>parent</a:t>
            </a:r>
            <a:r>
              <a:rPr kumimoji="0" lang="zh-CN" altLang="zh-CN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) {</a:t>
            </a:r>
            <a:endParaRPr kumimoji="0" lang="en-US" altLang="zh-CN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zh-CN" altLang="zh-CN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endParaRPr kumimoji="0" lang="en-US" altLang="zh-CN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lvl="1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kumimoji="0" lang="zh-CN" altLang="zh-CN" b="0" i="0" u="none" strike="noStrike" cap="none" normalizeH="0" baseline="0" dirty="0">
                <a:ln>
                  <a:noFill/>
                </a:ln>
                <a:solidFill>
                  <a:srgbClr val="800080"/>
                </a:solidFill>
                <a:effectLst/>
              </a:rPr>
              <a:t>auto</a:t>
            </a:r>
            <a:r>
              <a:rPr kumimoji="0" lang="zh-CN" altLang="zh-CN" b="0" i="0" u="none" strike="noStrike" cap="none" normalizeH="0" baseline="0" dirty="0">
                <a:ln>
                  <a:noFill/>
                </a:ln>
                <a:solidFill>
                  <a:srgbClr val="C0C0C0"/>
                </a:solidFill>
                <a:effectLst/>
              </a:rPr>
              <a:t> </a:t>
            </a:r>
            <a:r>
              <a:rPr kumimoji="0" lang="zh-CN" altLang="zh-CN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*</a:t>
            </a:r>
            <a:r>
              <a:rPr kumimoji="0" lang="zh-CN" altLang="zh-CN" b="1" i="0" u="none" strike="noStrike" cap="none" normalizeH="0" baseline="0" dirty="0">
                <a:ln>
                  <a:noFill/>
                </a:ln>
                <a:solidFill>
                  <a:srgbClr val="092E64"/>
                </a:solidFill>
                <a:effectLst/>
              </a:rPr>
              <a:t>frame1</a:t>
            </a:r>
            <a:r>
              <a:rPr kumimoji="0" lang="zh-CN" altLang="zh-CN" b="0" i="0" u="none" strike="noStrike" cap="none" normalizeH="0" baseline="0" dirty="0">
                <a:ln>
                  <a:noFill/>
                </a:ln>
                <a:solidFill>
                  <a:srgbClr val="C0C0C0"/>
                </a:solidFill>
                <a:effectLst/>
              </a:rPr>
              <a:t> </a:t>
            </a:r>
            <a:r>
              <a:rPr kumimoji="0" lang="zh-CN" altLang="zh-CN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=</a:t>
            </a:r>
            <a:r>
              <a:rPr kumimoji="0" lang="zh-CN" altLang="zh-CN" b="0" i="0" u="none" strike="noStrike" cap="none" normalizeH="0" baseline="0" dirty="0">
                <a:ln>
                  <a:noFill/>
                </a:ln>
                <a:solidFill>
                  <a:srgbClr val="C0C0C0"/>
                </a:solidFill>
                <a:effectLst/>
              </a:rPr>
              <a:t> </a:t>
            </a:r>
            <a:r>
              <a:rPr kumimoji="0" lang="zh-CN" altLang="zh-CN" b="0" i="0" u="none" strike="noStrike" cap="none" normalizeH="0" baseline="0" dirty="0">
                <a:ln>
                  <a:noFill/>
                </a:ln>
                <a:solidFill>
                  <a:srgbClr val="808000"/>
                </a:solidFill>
                <a:effectLst/>
              </a:rPr>
              <a:t>new</a:t>
            </a:r>
            <a:r>
              <a:rPr kumimoji="0" lang="zh-CN" altLang="zh-CN" b="0" i="0" u="none" strike="noStrike" cap="none" normalizeH="0" baseline="0" dirty="0">
                <a:ln>
                  <a:noFill/>
                </a:ln>
                <a:solidFill>
                  <a:srgbClr val="C0C0C0"/>
                </a:solidFill>
                <a:effectLst/>
              </a:rPr>
              <a:t> </a:t>
            </a:r>
            <a:r>
              <a:rPr kumimoji="0" lang="zh-CN" altLang="zh-CN" b="0" i="0" u="none" strike="noStrike" cap="none" normalizeH="0" baseline="0" dirty="0">
                <a:ln>
                  <a:noFill/>
                </a:ln>
                <a:solidFill>
                  <a:srgbClr val="800080"/>
                </a:solidFill>
                <a:effectLst/>
              </a:rPr>
              <a:t>QFrame</a:t>
            </a:r>
            <a:r>
              <a:rPr kumimoji="0" lang="zh-CN" altLang="zh-CN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(</a:t>
            </a:r>
            <a:r>
              <a:rPr kumimoji="0" lang="zh-CN" altLang="zh-CN" b="0" i="0" u="none" strike="noStrike" cap="none" normalizeH="0" baseline="0" dirty="0">
                <a:ln>
                  <a:noFill/>
                </a:ln>
                <a:solidFill>
                  <a:srgbClr val="808000"/>
                </a:solidFill>
                <a:effectLst/>
              </a:rPr>
              <a:t>this</a:t>
            </a:r>
            <a:r>
              <a:rPr kumimoji="0" lang="zh-CN" altLang="zh-CN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); </a:t>
            </a:r>
            <a:endParaRPr kumimoji="0" lang="en-US" altLang="zh-CN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lvl="1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kumimoji="0" lang="zh-CN" altLang="zh-CN" b="0" i="0" u="none" strike="noStrike" cap="none" normalizeH="0" baseline="0" dirty="0">
                <a:ln>
                  <a:noFill/>
                </a:ln>
                <a:solidFill>
                  <a:srgbClr val="092E64"/>
                </a:solidFill>
                <a:effectLst/>
              </a:rPr>
              <a:t>frame1</a:t>
            </a:r>
            <a:r>
              <a:rPr kumimoji="0" lang="zh-CN" altLang="zh-CN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-&gt;</a:t>
            </a:r>
            <a:r>
              <a:rPr kumimoji="0" lang="zh-CN" altLang="zh-CN" b="0" i="0" u="none" strike="noStrike" cap="none" normalizeH="0" baseline="0" dirty="0">
                <a:ln>
                  <a:noFill/>
                </a:ln>
                <a:solidFill>
                  <a:srgbClr val="00677C"/>
                </a:solidFill>
                <a:effectLst/>
              </a:rPr>
              <a:t>setFrameStyle</a:t>
            </a:r>
            <a:r>
              <a:rPr kumimoji="0" lang="zh-CN" altLang="zh-CN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(</a:t>
            </a:r>
            <a:r>
              <a:rPr kumimoji="0" lang="zh-CN" altLang="zh-CN" b="0" i="0" u="none" strike="noStrike" cap="none" normalizeH="0" baseline="0" dirty="0">
                <a:ln>
                  <a:noFill/>
                </a:ln>
                <a:solidFill>
                  <a:srgbClr val="800080"/>
                </a:solidFill>
                <a:effectLst/>
              </a:rPr>
              <a:t>QFrame</a:t>
            </a:r>
            <a:r>
              <a:rPr kumimoji="0" lang="zh-CN" altLang="zh-CN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::</a:t>
            </a:r>
            <a:r>
              <a:rPr kumimoji="0" lang="zh-CN" altLang="zh-CN" b="0" i="0" u="none" strike="noStrike" cap="none" normalizeH="0" baseline="0" dirty="0">
                <a:ln>
                  <a:noFill/>
                </a:ln>
                <a:solidFill>
                  <a:srgbClr val="800080"/>
                </a:solidFill>
                <a:effectLst/>
              </a:rPr>
              <a:t>Box</a:t>
            </a:r>
            <a:r>
              <a:rPr kumimoji="0" lang="zh-CN" altLang="zh-CN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); </a:t>
            </a:r>
            <a:endParaRPr kumimoji="0" lang="en-US" altLang="zh-CN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highlight>
                <a:srgbClr val="00FF00"/>
              </a:highlight>
            </a:endParaRPr>
          </a:p>
          <a:p>
            <a:pPr lvl="1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kumimoji="0" lang="zh-CN" altLang="zh-CN" b="0" i="0" u="none" strike="noStrike" cap="none" normalizeH="0" baseline="0" dirty="0">
                <a:ln>
                  <a:noFill/>
                </a:ln>
                <a:solidFill>
                  <a:srgbClr val="092E64"/>
                </a:solidFill>
                <a:effectLst/>
                <a:highlight>
                  <a:srgbClr val="00FF00"/>
                </a:highlight>
              </a:rPr>
              <a:t>frame1</a:t>
            </a:r>
            <a:r>
              <a:rPr kumimoji="0" lang="zh-CN" altLang="zh-CN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highlight>
                  <a:srgbClr val="00FF00"/>
                </a:highlight>
              </a:rPr>
              <a:t>-&gt;</a:t>
            </a:r>
            <a:r>
              <a:rPr kumimoji="0" lang="zh-CN" altLang="zh-CN" b="0" i="0" u="none" strike="noStrike" cap="none" normalizeH="0" baseline="0" dirty="0">
                <a:ln>
                  <a:noFill/>
                </a:ln>
                <a:solidFill>
                  <a:srgbClr val="00677C"/>
                </a:solidFill>
                <a:effectLst/>
                <a:highlight>
                  <a:srgbClr val="00FF00"/>
                </a:highlight>
              </a:rPr>
              <a:t>setCursor</a:t>
            </a:r>
            <a:r>
              <a:rPr kumimoji="0" lang="zh-CN" altLang="zh-CN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highlight>
                  <a:srgbClr val="00FF00"/>
                </a:highlight>
              </a:rPr>
              <a:t>(</a:t>
            </a:r>
            <a:r>
              <a:rPr kumimoji="0" lang="zh-CN" altLang="zh-CN" b="0" i="0" u="none" strike="noStrike" cap="none" normalizeH="0" baseline="0" dirty="0">
                <a:ln>
                  <a:noFill/>
                </a:ln>
                <a:solidFill>
                  <a:srgbClr val="800080"/>
                </a:solidFill>
                <a:effectLst/>
                <a:highlight>
                  <a:srgbClr val="00FF00"/>
                </a:highlight>
              </a:rPr>
              <a:t>Qt</a:t>
            </a:r>
            <a:r>
              <a:rPr kumimoji="0" lang="zh-CN" altLang="zh-CN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highlight>
                  <a:srgbClr val="00FF00"/>
                </a:highlight>
              </a:rPr>
              <a:t>::</a:t>
            </a:r>
            <a:r>
              <a:rPr kumimoji="0" lang="zh-CN" altLang="zh-CN" b="0" i="0" u="none" strike="noStrike" cap="none" normalizeH="0" baseline="0" dirty="0">
                <a:ln>
                  <a:noFill/>
                </a:ln>
                <a:solidFill>
                  <a:srgbClr val="800080"/>
                </a:solidFill>
                <a:effectLst/>
                <a:highlight>
                  <a:srgbClr val="00FF00"/>
                </a:highlight>
              </a:rPr>
              <a:t>SizeAllCursor</a:t>
            </a:r>
            <a:r>
              <a:rPr kumimoji="0" lang="zh-CN" altLang="zh-CN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highlight>
                  <a:srgbClr val="00FF00"/>
                </a:highlight>
              </a:rPr>
              <a:t>); </a:t>
            </a:r>
            <a:br>
              <a:rPr kumimoji="0" lang="zh-CN" altLang="zh-CN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highlight>
                  <a:srgbClr val="00FF00"/>
                </a:highlight>
              </a:rPr>
            </a:br>
            <a:r>
              <a:rPr kumimoji="0" lang="zh-CN" altLang="zh-CN" b="0" i="0" u="none" strike="noStrike" cap="none" normalizeH="0" baseline="0" dirty="0">
                <a:ln>
                  <a:noFill/>
                </a:ln>
                <a:solidFill>
                  <a:srgbClr val="800080"/>
                </a:solidFill>
                <a:effectLst/>
              </a:rPr>
              <a:t>auto</a:t>
            </a:r>
            <a:r>
              <a:rPr kumimoji="0" lang="zh-CN" altLang="zh-CN" b="0" i="0" u="none" strike="noStrike" cap="none" normalizeH="0" baseline="0" dirty="0">
                <a:ln>
                  <a:noFill/>
                </a:ln>
                <a:solidFill>
                  <a:srgbClr val="C0C0C0"/>
                </a:solidFill>
                <a:effectLst/>
              </a:rPr>
              <a:t> </a:t>
            </a:r>
            <a:r>
              <a:rPr kumimoji="0" lang="zh-CN" altLang="zh-CN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*</a:t>
            </a:r>
            <a:r>
              <a:rPr kumimoji="0" lang="zh-CN" altLang="zh-CN" b="1" i="0" u="none" strike="noStrike" cap="none" normalizeH="0" baseline="0" dirty="0">
                <a:ln>
                  <a:noFill/>
                </a:ln>
                <a:solidFill>
                  <a:srgbClr val="092E64"/>
                </a:solidFill>
                <a:effectLst/>
              </a:rPr>
              <a:t>frame2</a:t>
            </a:r>
            <a:r>
              <a:rPr kumimoji="0" lang="zh-CN" altLang="zh-CN" b="0" i="0" u="none" strike="noStrike" cap="none" normalizeH="0" baseline="0" dirty="0">
                <a:ln>
                  <a:noFill/>
                </a:ln>
                <a:solidFill>
                  <a:srgbClr val="C0C0C0"/>
                </a:solidFill>
                <a:effectLst/>
              </a:rPr>
              <a:t> </a:t>
            </a:r>
            <a:r>
              <a:rPr kumimoji="0" lang="zh-CN" altLang="zh-CN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=</a:t>
            </a:r>
            <a:r>
              <a:rPr kumimoji="0" lang="zh-CN" altLang="zh-CN" b="0" i="0" u="none" strike="noStrike" cap="none" normalizeH="0" baseline="0" dirty="0">
                <a:ln>
                  <a:noFill/>
                </a:ln>
                <a:solidFill>
                  <a:srgbClr val="C0C0C0"/>
                </a:solidFill>
                <a:effectLst/>
              </a:rPr>
              <a:t> </a:t>
            </a:r>
            <a:r>
              <a:rPr kumimoji="0" lang="zh-CN" altLang="zh-CN" b="0" i="0" u="none" strike="noStrike" cap="none" normalizeH="0" baseline="0" dirty="0">
                <a:ln>
                  <a:noFill/>
                </a:ln>
                <a:solidFill>
                  <a:srgbClr val="808000"/>
                </a:solidFill>
                <a:effectLst/>
              </a:rPr>
              <a:t>new</a:t>
            </a:r>
            <a:r>
              <a:rPr kumimoji="0" lang="zh-CN" altLang="zh-CN" b="0" i="0" u="none" strike="noStrike" cap="none" normalizeH="0" baseline="0" dirty="0">
                <a:ln>
                  <a:noFill/>
                </a:ln>
                <a:solidFill>
                  <a:srgbClr val="C0C0C0"/>
                </a:solidFill>
                <a:effectLst/>
              </a:rPr>
              <a:t> </a:t>
            </a:r>
            <a:r>
              <a:rPr kumimoji="0" lang="zh-CN" altLang="zh-CN" b="0" i="0" u="none" strike="noStrike" cap="none" normalizeH="0" baseline="0" dirty="0">
                <a:ln>
                  <a:noFill/>
                </a:ln>
                <a:solidFill>
                  <a:srgbClr val="800080"/>
                </a:solidFill>
                <a:effectLst/>
              </a:rPr>
              <a:t>QFrame</a:t>
            </a:r>
            <a:r>
              <a:rPr kumimoji="0" lang="zh-CN" altLang="zh-CN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(</a:t>
            </a:r>
            <a:r>
              <a:rPr kumimoji="0" lang="zh-CN" altLang="zh-CN" b="0" i="0" u="none" strike="noStrike" cap="none" normalizeH="0" baseline="0" dirty="0">
                <a:ln>
                  <a:noFill/>
                </a:ln>
                <a:solidFill>
                  <a:srgbClr val="808000"/>
                </a:solidFill>
                <a:effectLst/>
              </a:rPr>
              <a:t>this</a:t>
            </a:r>
            <a:r>
              <a:rPr kumimoji="0" lang="zh-CN" altLang="zh-CN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); </a:t>
            </a:r>
            <a:endParaRPr kumimoji="0" lang="en-US" altLang="zh-CN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lvl="1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kumimoji="0" lang="zh-CN" altLang="zh-CN" b="0" i="0" u="none" strike="noStrike" cap="none" normalizeH="0" baseline="0" dirty="0">
                <a:ln>
                  <a:noFill/>
                </a:ln>
                <a:solidFill>
                  <a:srgbClr val="092E64"/>
                </a:solidFill>
                <a:effectLst/>
              </a:rPr>
              <a:t>frame2</a:t>
            </a:r>
            <a:r>
              <a:rPr kumimoji="0" lang="zh-CN" altLang="zh-CN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-&gt;</a:t>
            </a:r>
            <a:r>
              <a:rPr kumimoji="0" lang="zh-CN" altLang="zh-CN" b="0" i="0" u="none" strike="noStrike" cap="none" normalizeH="0" baseline="0" dirty="0">
                <a:ln>
                  <a:noFill/>
                </a:ln>
                <a:solidFill>
                  <a:srgbClr val="00677C"/>
                </a:solidFill>
                <a:effectLst/>
              </a:rPr>
              <a:t>setFrameStyle</a:t>
            </a:r>
            <a:r>
              <a:rPr kumimoji="0" lang="zh-CN" altLang="zh-CN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(</a:t>
            </a:r>
            <a:r>
              <a:rPr kumimoji="0" lang="zh-CN" altLang="zh-CN" b="0" i="0" u="none" strike="noStrike" cap="none" normalizeH="0" baseline="0" dirty="0">
                <a:ln>
                  <a:noFill/>
                </a:ln>
                <a:solidFill>
                  <a:srgbClr val="800080"/>
                </a:solidFill>
                <a:effectLst/>
              </a:rPr>
              <a:t>QFrame</a:t>
            </a:r>
            <a:r>
              <a:rPr kumimoji="0" lang="zh-CN" altLang="zh-CN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::</a:t>
            </a:r>
            <a:r>
              <a:rPr kumimoji="0" lang="zh-CN" altLang="zh-CN" b="0" i="0" u="none" strike="noStrike" cap="none" normalizeH="0" baseline="0" dirty="0">
                <a:ln>
                  <a:noFill/>
                </a:ln>
                <a:solidFill>
                  <a:srgbClr val="800080"/>
                </a:solidFill>
                <a:effectLst/>
              </a:rPr>
              <a:t>Box</a:t>
            </a:r>
            <a:r>
              <a:rPr kumimoji="0" lang="zh-CN" altLang="zh-CN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); </a:t>
            </a:r>
            <a:endParaRPr kumimoji="0" lang="en-US" altLang="zh-CN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lvl="1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kumimoji="0" lang="zh-CN" altLang="zh-CN" b="0" i="0" u="none" strike="noStrike" cap="none" normalizeH="0" baseline="0" dirty="0">
                <a:ln>
                  <a:noFill/>
                </a:ln>
                <a:solidFill>
                  <a:srgbClr val="092E64"/>
                </a:solidFill>
                <a:effectLst/>
                <a:highlight>
                  <a:srgbClr val="00FF00"/>
                </a:highlight>
              </a:rPr>
              <a:t>frame2</a:t>
            </a:r>
            <a:r>
              <a:rPr kumimoji="0" lang="zh-CN" altLang="zh-CN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highlight>
                  <a:srgbClr val="00FF00"/>
                </a:highlight>
              </a:rPr>
              <a:t>-&gt;</a:t>
            </a:r>
            <a:r>
              <a:rPr kumimoji="0" lang="zh-CN" altLang="zh-CN" b="0" i="0" u="none" strike="noStrike" cap="none" normalizeH="0" baseline="0" dirty="0">
                <a:ln>
                  <a:noFill/>
                </a:ln>
                <a:solidFill>
                  <a:srgbClr val="00677C"/>
                </a:solidFill>
                <a:effectLst/>
                <a:highlight>
                  <a:srgbClr val="00FF00"/>
                </a:highlight>
              </a:rPr>
              <a:t>setCursor</a:t>
            </a:r>
            <a:r>
              <a:rPr kumimoji="0" lang="zh-CN" altLang="zh-CN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highlight>
                  <a:srgbClr val="00FF00"/>
                </a:highlight>
              </a:rPr>
              <a:t>(</a:t>
            </a:r>
            <a:r>
              <a:rPr kumimoji="0" lang="zh-CN" altLang="zh-CN" b="0" i="0" u="none" strike="noStrike" cap="none" normalizeH="0" baseline="0" dirty="0">
                <a:ln>
                  <a:noFill/>
                </a:ln>
                <a:solidFill>
                  <a:srgbClr val="800080"/>
                </a:solidFill>
                <a:effectLst/>
                <a:highlight>
                  <a:srgbClr val="00FF00"/>
                </a:highlight>
              </a:rPr>
              <a:t>Qt</a:t>
            </a:r>
            <a:r>
              <a:rPr kumimoji="0" lang="zh-CN" altLang="zh-CN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highlight>
                  <a:srgbClr val="00FF00"/>
                </a:highlight>
              </a:rPr>
              <a:t>::</a:t>
            </a:r>
            <a:r>
              <a:rPr kumimoji="0" lang="zh-CN" altLang="zh-CN" b="0" i="0" u="none" strike="noStrike" cap="none" normalizeH="0" baseline="0" dirty="0">
                <a:ln>
                  <a:noFill/>
                </a:ln>
                <a:solidFill>
                  <a:srgbClr val="800080"/>
                </a:solidFill>
                <a:effectLst/>
                <a:highlight>
                  <a:srgbClr val="00FF00"/>
                </a:highlight>
              </a:rPr>
              <a:t>WaitCursor</a:t>
            </a:r>
            <a:r>
              <a:rPr kumimoji="0" lang="zh-CN" altLang="zh-CN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highlight>
                  <a:srgbClr val="00FF00"/>
                </a:highlight>
              </a:rPr>
              <a:t>); </a:t>
            </a:r>
            <a:br>
              <a:rPr kumimoji="0" lang="zh-CN" altLang="zh-CN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</a:br>
            <a:r>
              <a:rPr kumimoji="0" lang="zh-CN" altLang="zh-CN" b="0" i="0" u="none" strike="noStrike" cap="none" normalizeH="0" baseline="0" dirty="0">
                <a:ln>
                  <a:noFill/>
                </a:ln>
                <a:solidFill>
                  <a:srgbClr val="800080"/>
                </a:solidFill>
                <a:effectLst/>
              </a:rPr>
              <a:t>auto</a:t>
            </a:r>
            <a:r>
              <a:rPr kumimoji="0" lang="zh-CN" altLang="zh-CN" b="0" i="0" u="none" strike="noStrike" cap="none" normalizeH="0" baseline="0" dirty="0">
                <a:ln>
                  <a:noFill/>
                </a:ln>
                <a:solidFill>
                  <a:srgbClr val="C0C0C0"/>
                </a:solidFill>
                <a:effectLst/>
              </a:rPr>
              <a:t> </a:t>
            </a:r>
            <a:r>
              <a:rPr kumimoji="0" lang="zh-CN" altLang="zh-CN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*</a:t>
            </a:r>
            <a:r>
              <a:rPr kumimoji="0" lang="zh-CN" altLang="zh-CN" b="1" i="0" u="none" strike="noStrike" cap="none" normalizeH="0" baseline="0" dirty="0">
                <a:ln>
                  <a:noFill/>
                </a:ln>
                <a:solidFill>
                  <a:srgbClr val="092E64"/>
                </a:solidFill>
                <a:effectLst/>
              </a:rPr>
              <a:t>frame3</a:t>
            </a:r>
            <a:r>
              <a:rPr kumimoji="0" lang="zh-CN" altLang="zh-CN" b="0" i="0" u="none" strike="noStrike" cap="none" normalizeH="0" baseline="0" dirty="0">
                <a:ln>
                  <a:noFill/>
                </a:ln>
                <a:solidFill>
                  <a:srgbClr val="C0C0C0"/>
                </a:solidFill>
                <a:effectLst/>
              </a:rPr>
              <a:t> </a:t>
            </a:r>
            <a:r>
              <a:rPr kumimoji="0" lang="zh-CN" altLang="zh-CN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=</a:t>
            </a:r>
            <a:r>
              <a:rPr kumimoji="0" lang="zh-CN" altLang="zh-CN" b="0" i="0" u="none" strike="noStrike" cap="none" normalizeH="0" baseline="0" dirty="0">
                <a:ln>
                  <a:noFill/>
                </a:ln>
                <a:solidFill>
                  <a:srgbClr val="C0C0C0"/>
                </a:solidFill>
                <a:effectLst/>
              </a:rPr>
              <a:t> </a:t>
            </a:r>
            <a:r>
              <a:rPr kumimoji="0" lang="zh-CN" altLang="zh-CN" b="0" i="0" u="none" strike="noStrike" cap="none" normalizeH="0" baseline="0" dirty="0">
                <a:ln>
                  <a:noFill/>
                </a:ln>
                <a:solidFill>
                  <a:srgbClr val="808000"/>
                </a:solidFill>
                <a:effectLst/>
              </a:rPr>
              <a:t>new</a:t>
            </a:r>
            <a:r>
              <a:rPr kumimoji="0" lang="zh-CN" altLang="zh-CN" b="0" i="0" u="none" strike="noStrike" cap="none" normalizeH="0" baseline="0" dirty="0">
                <a:ln>
                  <a:noFill/>
                </a:ln>
                <a:solidFill>
                  <a:srgbClr val="C0C0C0"/>
                </a:solidFill>
                <a:effectLst/>
              </a:rPr>
              <a:t> </a:t>
            </a:r>
            <a:r>
              <a:rPr kumimoji="0" lang="zh-CN" altLang="zh-CN" b="0" i="0" u="none" strike="noStrike" cap="none" normalizeH="0" baseline="0" dirty="0">
                <a:ln>
                  <a:noFill/>
                </a:ln>
                <a:solidFill>
                  <a:srgbClr val="800080"/>
                </a:solidFill>
                <a:effectLst/>
              </a:rPr>
              <a:t>QFrame</a:t>
            </a:r>
            <a:r>
              <a:rPr kumimoji="0" lang="zh-CN" altLang="zh-CN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(</a:t>
            </a:r>
            <a:r>
              <a:rPr kumimoji="0" lang="zh-CN" altLang="zh-CN" b="0" i="0" u="none" strike="noStrike" cap="none" normalizeH="0" baseline="0" dirty="0">
                <a:ln>
                  <a:noFill/>
                </a:ln>
                <a:solidFill>
                  <a:srgbClr val="808000"/>
                </a:solidFill>
                <a:effectLst/>
              </a:rPr>
              <a:t>this</a:t>
            </a:r>
            <a:r>
              <a:rPr kumimoji="0" lang="zh-CN" altLang="zh-CN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); </a:t>
            </a:r>
            <a:endParaRPr kumimoji="0" lang="en-US" altLang="zh-CN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lvl="1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kumimoji="0" lang="zh-CN" altLang="zh-CN" b="0" i="0" u="none" strike="noStrike" cap="none" normalizeH="0" baseline="0" dirty="0">
                <a:ln>
                  <a:noFill/>
                </a:ln>
                <a:solidFill>
                  <a:srgbClr val="092E64"/>
                </a:solidFill>
                <a:effectLst/>
              </a:rPr>
              <a:t>frame3</a:t>
            </a:r>
            <a:r>
              <a:rPr kumimoji="0" lang="zh-CN" altLang="zh-CN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-&gt;</a:t>
            </a:r>
            <a:r>
              <a:rPr kumimoji="0" lang="zh-CN" altLang="zh-CN" b="0" i="0" u="none" strike="noStrike" cap="none" normalizeH="0" baseline="0" dirty="0">
                <a:ln>
                  <a:noFill/>
                </a:ln>
                <a:solidFill>
                  <a:srgbClr val="00677C"/>
                </a:solidFill>
                <a:effectLst/>
              </a:rPr>
              <a:t>setFrameStyle</a:t>
            </a:r>
            <a:r>
              <a:rPr kumimoji="0" lang="zh-CN" altLang="zh-CN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(</a:t>
            </a:r>
            <a:r>
              <a:rPr kumimoji="0" lang="zh-CN" altLang="zh-CN" b="0" i="0" u="none" strike="noStrike" cap="none" normalizeH="0" baseline="0" dirty="0">
                <a:ln>
                  <a:noFill/>
                </a:ln>
                <a:solidFill>
                  <a:srgbClr val="800080"/>
                </a:solidFill>
                <a:effectLst/>
              </a:rPr>
              <a:t>QFrame</a:t>
            </a:r>
            <a:r>
              <a:rPr kumimoji="0" lang="zh-CN" altLang="zh-CN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::</a:t>
            </a:r>
            <a:r>
              <a:rPr kumimoji="0" lang="zh-CN" altLang="zh-CN" b="0" i="0" u="none" strike="noStrike" cap="none" normalizeH="0" baseline="0" dirty="0">
                <a:ln>
                  <a:noFill/>
                </a:ln>
                <a:solidFill>
                  <a:srgbClr val="800080"/>
                </a:solidFill>
                <a:effectLst/>
              </a:rPr>
              <a:t>Box</a:t>
            </a:r>
            <a:r>
              <a:rPr kumimoji="0" lang="zh-CN" altLang="zh-CN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); </a:t>
            </a:r>
            <a:endParaRPr kumimoji="0" lang="en-US" altLang="zh-CN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lvl="1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kumimoji="0" lang="zh-CN" altLang="zh-CN" b="0" i="0" u="none" strike="noStrike" cap="none" normalizeH="0" baseline="0" dirty="0">
                <a:ln>
                  <a:noFill/>
                </a:ln>
                <a:solidFill>
                  <a:srgbClr val="092E64"/>
                </a:solidFill>
                <a:effectLst/>
                <a:highlight>
                  <a:srgbClr val="00FF00"/>
                </a:highlight>
              </a:rPr>
              <a:t>frame3</a:t>
            </a:r>
            <a:r>
              <a:rPr kumimoji="0" lang="zh-CN" altLang="zh-CN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highlight>
                  <a:srgbClr val="00FF00"/>
                </a:highlight>
              </a:rPr>
              <a:t>-&gt;</a:t>
            </a:r>
            <a:r>
              <a:rPr kumimoji="0" lang="zh-CN" altLang="zh-CN" b="0" i="0" u="none" strike="noStrike" cap="none" normalizeH="0" baseline="0" dirty="0">
                <a:ln>
                  <a:noFill/>
                </a:ln>
                <a:solidFill>
                  <a:srgbClr val="00677C"/>
                </a:solidFill>
                <a:effectLst/>
                <a:highlight>
                  <a:srgbClr val="00FF00"/>
                </a:highlight>
              </a:rPr>
              <a:t>setCursor</a:t>
            </a:r>
            <a:r>
              <a:rPr kumimoji="0" lang="zh-CN" altLang="zh-CN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highlight>
                  <a:srgbClr val="00FF00"/>
                </a:highlight>
              </a:rPr>
              <a:t>(</a:t>
            </a:r>
            <a:r>
              <a:rPr kumimoji="0" lang="zh-CN" altLang="zh-CN" b="0" i="0" u="none" strike="noStrike" cap="none" normalizeH="0" baseline="0" dirty="0">
                <a:ln>
                  <a:noFill/>
                </a:ln>
                <a:solidFill>
                  <a:srgbClr val="800080"/>
                </a:solidFill>
                <a:effectLst/>
                <a:highlight>
                  <a:srgbClr val="00FF00"/>
                </a:highlight>
              </a:rPr>
              <a:t>Qt</a:t>
            </a:r>
            <a:r>
              <a:rPr kumimoji="0" lang="zh-CN" altLang="zh-CN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highlight>
                  <a:srgbClr val="00FF00"/>
                </a:highlight>
              </a:rPr>
              <a:t>::</a:t>
            </a:r>
            <a:r>
              <a:rPr kumimoji="0" lang="zh-CN" altLang="zh-CN" b="0" i="0" u="none" strike="noStrike" cap="none" normalizeH="0" baseline="0" dirty="0">
                <a:ln>
                  <a:noFill/>
                </a:ln>
                <a:solidFill>
                  <a:srgbClr val="800080"/>
                </a:solidFill>
                <a:effectLst/>
                <a:highlight>
                  <a:srgbClr val="00FF00"/>
                </a:highlight>
              </a:rPr>
              <a:t>PointingHandCursor</a:t>
            </a:r>
            <a:r>
              <a:rPr kumimoji="0" lang="zh-CN" altLang="zh-CN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highlight>
                  <a:srgbClr val="00FF00"/>
                </a:highlight>
              </a:rPr>
              <a:t>); </a:t>
            </a:r>
            <a:br>
              <a:rPr kumimoji="0" lang="zh-CN" altLang="zh-CN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</a:br>
            <a:r>
              <a:rPr kumimoji="0" lang="zh-CN" altLang="zh-CN" b="0" i="0" u="none" strike="noStrike" cap="none" normalizeH="0" baseline="0" dirty="0">
                <a:ln>
                  <a:noFill/>
                </a:ln>
                <a:solidFill>
                  <a:srgbClr val="800080"/>
                </a:solidFill>
                <a:effectLst/>
              </a:rPr>
              <a:t>auto</a:t>
            </a:r>
            <a:r>
              <a:rPr kumimoji="0" lang="zh-CN" altLang="zh-CN" b="0" i="0" u="none" strike="noStrike" cap="none" normalizeH="0" baseline="0" dirty="0">
                <a:ln>
                  <a:noFill/>
                </a:ln>
                <a:solidFill>
                  <a:srgbClr val="C0C0C0"/>
                </a:solidFill>
                <a:effectLst/>
              </a:rPr>
              <a:t> </a:t>
            </a:r>
            <a:r>
              <a:rPr kumimoji="0" lang="zh-CN" altLang="zh-CN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*</a:t>
            </a:r>
            <a:r>
              <a:rPr kumimoji="0" lang="zh-CN" altLang="zh-CN" b="1" i="0" u="none" strike="noStrike" cap="none" normalizeH="0" baseline="0" dirty="0">
                <a:ln>
                  <a:noFill/>
                </a:ln>
                <a:solidFill>
                  <a:srgbClr val="092E64"/>
                </a:solidFill>
                <a:effectLst/>
              </a:rPr>
              <a:t>grid</a:t>
            </a:r>
            <a:r>
              <a:rPr kumimoji="0" lang="zh-CN" altLang="zh-CN" b="0" i="0" u="none" strike="noStrike" cap="none" normalizeH="0" baseline="0" dirty="0">
                <a:ln>
                  <a:noFill/>
                </a:ln>
                <a:solidFill>
                  <a:srgbClr val="C0C0C0"/>
                </a:solidFill>
                <a:effectLst/>
              </a:rPr>
              <a:t> </a:t>
            </a:r>
            <a:r>
              <a:rPr kumimoji="0" lang="zh-CN" altLang="zh-CN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=</a:t>
            </a:r>
            <a:r>
              <a:rPr kumimoji="0" lang="zh-CN" altLang="zh-CN" b="0" i="0" u="none" strike="noStrike" cap="none" normalizeH="0" baseline="0" dirty="0">
                <a:ln>
                  <a:noFill/>
                </a:ln>
                <a:solidFill>
                  <a:srgbClr val="C0C0C0"/>
                </a:solidFill>
                <a:effectLst/>
              </a:rPr>
              <a:t> </a:t>
            </a:r>
            <a:r>
              <a:rPr kumimoji="0" lang="zh-CN" altLang="zh-CN" b="0" i="0" u="none" strike="noStrike" cap="none" normalizeH="0" baseline="0" dirty="0">
                <a:ln>
                  <a:noFill/>
                </a:ln>
                <a:solidFill>
                  <a:srgbClr val="808000"/>
                </a:solidFill>
                <a:effectLst/>
              </a:rPr>
              <a:t>new</a:t>
            </a:r>
            <a:r>
              <a:rPr kumimoji="0" lang="zh-CN" altLang="zh-CN" b="0" i="0" u="none" strike="noStrike" cap="none" normalizeH="0" baseline="0" dirty="0">
                <a:ln>
                  <a:noFill/>
                </a:ln>
                <a:solidFill>
                  <a:srgbClr val="C0C0C0"/>
                </a:solidFill>
                <a:effectLst/>
              </a:rPr>
              <a:t> </a:t>
            </a:r>
            <a:r>
              <a:rPr kumimoji="0" lang="zh-CN" altLang="zh-CN" b="0" i="0" u="none" strike="noStrike" cap="none" normalizeH="0" baseline="0" dirty="0">
                <a:ln>
                  <a:noFill/>
                </a:ln>
                <a:solidFill>
                  <a:srgbClr val="800080"/>
                </a:solidFill>
                <a:effectLst/>
              </a:rPr>
              <a:t>QGridLayout</a:t>
            </a:r>
            <a:r>
              <a:rPr kumimoji="0" lang="zh-CN" altLang="zh-CN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(</a:t>
            </a:r>
            <a:r>
              <a:rPr kumimoji="0" lang="zh-CN" altLang="zh-CN" b="0" i="0" u="none" strike="noStrike" cap="none" normalizeH="0" baseline="0" dirty="0">
                <a:ln>
                  <a:noFill/>
                </a:ln>
                <a:solidFill>
                  <a:srgbClr val="808000"/>
                </a:solidFill>
                <a:effectLst/>
              </a:rPr>
              <a:t>this</a:t>
            </a:r>
            <a:r>
              <a:rPr kumimoji="0" lang="zh-CN" altLang="zh-CN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); </a:t>
            </a:r>
            <a:endParaRPr kumimoji="0" lang="en-US" altLang="zh-CN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lvl="1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kumimoji="0" lang="zh-CN" altLang="zh-CN" b="0" i="0" u="none" strike="noStrike" cap="none" normalizeH="0" baseline="0" dirty="0">
                <a:ln>
                  <a:noFill/>
                </a:ln>
                <a:solidFill>
                  <a:srgbClr val="092E64"/>
                </a:solidFill>
                <a:effectLst/>
              </a:rPr>
              <a:t>grid</a:t>
            </a:r>
            <a:r>
              <a:rPr kumimoji="0" lang="zh-CN" altLang="zh-CN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-&gt;</a:t>
            </a:r>
            <a:r>
              <a:rPr kumimoji="0" lang="zh-CN" altLang="zh-CN" b="0" i="0" u="none" strike="noStrike" cap="none" normalizeH="0" baseline="0" dirty="0">
                <a:ln>
                  <a:noFill/>
                </a:ln>
                <a:solidFill>
                  <a:srgbClr val="00677C"/>
                </a:solidFill>
                <a:effectLst/>
              </a:rPr>
              <a:t>addWidget</a:t>
            </a:r>
            <a:r>
              <a:rPr kumimoji="0" lang="zh-CN" altLang="zh-CN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(</a:t>
            </a:r>
            <a:r>
              <a:rPr kumimoji="0" lang="zh-CN" altLang="zh-CN" b="0" i="1" u="none" strike="noStrike" cap="none" normalizeH="0" baseline="0" dirty="0">
                <a:ln>
                  <a:noFill/>
                </a:ln>
                <a:solidFill>
                  <a:srgbClr val="092E64"/>
                </a:solidFill>
                <a:effectLst/>
              </a:rPr>
              <a:t>frame1</a:t>
            </a:r>
            <a:r>
              <a:rPr kumimoji="0" lang="zh-CN" altLang="zh-CN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,</a:t>
            </a:r>
            <a:r>
              <a:rPr kumimoji="0" lang="zh-CN" altLang="zh-CN" b="0" i="0" u="none" strike="noStrike" cap="none" normalizeH="0" baseline="0" dirty="0">
                <a:ln>
                  <a:noFill/>
                </a:ln>
                <a:solidFill>
                  <a:srgbClr val="C0C0C0"/>
                </a:solidFill>
                <a:effectLst/>
              </a:rPr>
              <a:t> </a:t>
            </a:r>
            <a:r>
              <a:rPr kumimoji="0" lang="zh-CN" altLang="zh-CN" b="0" i="0" u="none" strike="noStrike" cap="none" normalizeH="0" baseline="0" dirty="0">
                <a:ln>
                  <a:noFill/>
                </a:ln>
                <a:solidFill>
                  <a:srgbClr val="000080"/>
                </a:solidFill>
                <a:effectLst/>
              </a:rPr>
              <a:t>0</a:t>
            </a:r>
            <a:r>
              <a:rPr kumimoji="0" lang="zh-CN" altLang="zh-CN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,</a:t>
            </a:r>
            <a:r>
              <a:rPr kumimoji="0" lang="zh-CN" altLang="zh-CN" b="0" i="0" u="none" strike="noStrike" cap="none" normalizeH="0" baseline="0" dirty="0">
                <a:ln>
                  <a:noFill/>
                </a:ln>
                <a:solidFill>
                  <a:srgbClr val="C0C0C0"/>
                </a:solidFill>
                <a:effectLst/>
              </a:rPr>
              <a:t> </a:t>
            </a:r>
            <a:r>
              <a:rPr kumimoji="0" lang="zh-CN" altLang="zh-CN" b="0" i="0" u="none" strike="noStrike" cap="none" normalizeH="0" baseline="0" dirty="0">
                <a:ln>
                  <a:noFill/>
                </a:ln>
                <a:solidFill>
                  <a:srgbClr val="000080"/>
                </a:solidFill>
                <a:effectLst/>
              </a:rPr>
              <a:t>0</a:t>
            </a:r>
            <a:r>
              <a:rPr kumimoji="0" lang="zh-CN" altLang="zh-CN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); </a:t>
            </a:r>
            <a:endParaRPr kumimoji="0" lang="en-US" altLang="zh-CN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lvl="1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kumimoji="0" lang="zh-CN" altLang="zh-CN" b="0" i="0" u="none" strike="noStrike" cap="none" normalizeH="0" baseline="0" dirty="0">
                <a:ln>
                  <a:noFill/>
                </a:ln>
                <a:solidFill>
                  <a:srgbClr val="092E64"/>
                </a:solidFill>
                <a:effectLst/>
              </a:rPr>
              <a:t>grid</a:t>
            </a:r>
            <a:r>
              <a:rPr kumimoji="0" lang="zh-CN" altLang="zh-CN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-&gt;</a:t>
            </a:r>
            <a:r>
              <a:rPr kumimoji="0" lang="zh-CN" altLang="zh-CN" b="0" i="0" u="none" strike="noStrike" cap="none" normalizeH="0" baseline="0" dirty="0">
                <a:ln>
                  <a:noFill/>
                </a:ln>
                <a:solidFill>
                  <a:srgbClr val="00677C"/>
                </a:solidFill>
                <a:effectLst/>
              </a:rPr>
              <a:t>addWidget</a:t>
            </a:r>
            <a:r>
              <a:rPr kumimoji="0" lang="zh-CN" altLang="zh-CN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(</a:t>
            </a:r>
            <a:r>
              <a:rPr kumimoji="0" lang="zh-CN" altLang="zh-CN" b="0" i="1" u="none" strike="noStrike" cap="none" normalizeH="0" baseline="0" dirty="0">
                <a:ln>
                  <a:noFill/>
                </a:ln>
                <a:solidFill>
                  <a:srgbClr val="092E64"/>
                </a:solidFill>
                <a:effectLst/>
              </a:rPr>
              <a:t>frame2</a:t>
            </a:r>
            <a:r>
              <a:rPr kumimoji="0" lang="zh-CN" altLang="zh-CN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,</a:t>
            </a:r>
            <a:r>
              <a:rPr kumimoji="0" lang="zh-CN" altLang="zh-CN" b="0" i="0" u="none" strike="noStrike" cap="none" normalizeH="0" baseline="0" dirty="0">
                <a:ln>
                  <a:noFill/>
                </a:ln>
                <a:solidFill>
                  <a:srgbClr val="C0C0C0"/>
                </a:solidFill>
                <a:effectLst/>
              </a:rPr>
              <a:t> </a:t>
            </a:r>
            <a:r>
              <a:rPr kumimoji="0" lang="zh-CN" altLang="zh-CN" b="0" i="0" u="none" strike="noStrike" cap="none" normalizeH="0" baseline="0" dirty="0">
                <a:ln>
                  <a:noFill/>
                </a:ln>
                <a:solidFill>
                  <a:srgbClr val="000080"/>
                </a:solidFill>
                <a:effectLst/>
              </a:rPr>
              <a:t>0</a:t>
            </a:r>
            <a:r>
              <a:rPr kumimoji="0" lang="zh-CN" altLang="zh-CN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,</a:t>
            </a:r>
            <a:r>
              <a:rPr kumimoji="0" lang="zh-CN" altLang="zh-CN" b="0" i="0" u="none" strike="noStrike" cap="none" normalizeH="0" baseline="0" dirty="0">
                <a:ln>
                  <a:noFill/>
                </a:ln>
                <a:solidFill>
                  <a:srgbClr val="C0C0C0"/>
                </a:solidFill>
                <a:effectLst/>
              </a:rPr>
              <a:t> </a:t>
            </a:r>
            <a:r>
              <a:rPr kumimoji="0" lang="zh-CN" altLang="zh-CN" b="0" i="0" u="none" strike="noStrike" cap="none" normalizeH="0" baseline="0" dirty="0">
                <a:ln>
                  <a:noFill/>
                </a:ln>
                <a:solidFill>
                  <a:srgbClr val="000080"/>
                </a:solidFill>
                <a:effectLst/>
              </a:rPr>
              <a:t>1</a:t>
            </a:r>
            <a:r>
              <a:rPr kumimoji="0" lang="zh-CN" altLang="zh-CN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); </a:t>
            </a:r>
            <a:endParaRPr kumimoji="0" lang="en-US" altLang="zh-CN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lvl="1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kumimoji="0" lang="zh-CN" altLang="zh-CN" b="0" i="0" u="none" strike="noStrike" cap="none" normalizeH="0" baseline="0" dirty="0">
                <a:ln>
                  <a:noFill/>
                </a:ln>
                <a:solidFill>
                  <a:srgbClr val="092E64"/>
                </a:solidFill>
                <a:effectLst/>
              </a:rPr>
              <a:t>grid</a:t>
            </a:r>
            <a:r>
              <a:rPr kumimoji="0" lang="zh-CN" altLang="zh-CN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-&gt;</a:t>
            </a:r>
            <a:r>
              <a:rPr kumimoji="0" lang="zh-CN" altLang="zh-CN" b="0" i="0" u="none" strike="noStrike" cap="none" normalizeH="0" baseline="0" dirty="0">
                <a:ln>
                  <a:noFill/>
                </a:ln>
                <a:solidFill>
                  <a:srgbClr val="00677C"/>
                </a:solidFill>
                <a:effectLst/>
              </a:rPr>
              <a:t>addWidget</a:t>
            </a:r>
            <a:r>
              <a:rPr kumimoji="0" lang="zh-CN" altLang="zh-CN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(</a:t>
            </a:r>
            <a:r>
              <a:rPr kumimoji="0" lang="zh-CN" altLang="zh-CN" b="0" i="1" u="none" strike="noStrike" cap="none" normalizeH="0" baseline="0" dirty="0">
                <a:ln>
                  <a:noFill/>
                </a:ln>
                <a:solidFill>
                  <a:srgbClr val="092E64"/>
                </a:solidFill>
                <a:effectLst/>
              </a:rPr>
              <a:t>frame3</a:t>
            </a:r>
            <a:r>
              <a:rPr kumimoji="0" lang="zh-CN" altLang="zh-CN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,</a:t>
            </a:r>
            <a:r>
              <a:rPr kumimoji="0" lang="zh-CN" altLang="zh-CN" b="0" i="0" u="none" strike="noStrike" cap="none" normalizeH="0" baseline="0" dirty="0">
                <a:ln>
                  <a:noFill/>
                </a:ln>
                <a:solidFill>
                  <a:srgbClr val="C0C0C0"/>
                </a:solidFill>
                <a:effectLst/>
              </a:rPr>
              <a:t> </a:t>
            </a:r>
            <a:r>
              <a:rPr kumimoji="0" lang="zh-CN" altLang="zh-CN" b="0" i="0" u="none" strike="noStrike" cap="none" normalizeH="0" baseline="0" dirty="0">
                <a:ln>
                  <a:noFill/>
                </a:ln>
                <a:solidFill>
                  <a:srgbClr val="000080"/>
                </a:solidFill>
                <a:effectLst/>
              </a:rPr>
              <a:t>0</a:t>
            </a:r>
            <a:r>
              <a:rPr kumimoji="0" lang="zh-CN" altLang="zh-CN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,</a:t>
            </a:r>
            <a:r>
              <a:rPr kumimoji="0" lang="zh-CN" altLang="zh-CN" b="0" i="0" u="none" strike="noStrike" cap="none" normalizeH="0" baseline="0" dirty="0">
                <a:ln>
                  <a:noFill/>
                </a:ln>
                <a:solidFill>
                  <a:srgbClr val="C0C0C0"/>
                </a:solidFill>
                <a:effectLst/>
              </a:rPr>
              <a:t> </a:t>
            </a:r>
            <a:r>
              <a:rPr kumimoji="0" lang="zh-CN" altLang="zh-CN" b="0" i="0" u="none" strike="noStrike" cap="none" normalizeH="0" baseline="0" dirty="0">
                <a:ln>
                  <a:noFill/>
                </a:ln>
                <a:solidFill>
                  <a:srgbClr val="000080"/>
                </a:solidFill>
                <a:effectLst/>
              </a:rPr>
              <a:t>2</a:t>
            </a:r>
            <a:r>
              <a:rPr kumimoji="0" lang="zh-CN" altLang="zh-CN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); </a:t>
            </a:r>
            <a:br>
              <a:rPr kumimoji="0" lang="zh-CN" altLang="zh-CN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</a:br>
            <a:r>
              <a:rPr kumimoji="0" lang="zh-CN" altLang="zh-CN" b="0" i="0" u="none" strike="noStrike" cap="none" normalizeH="0" baseline="0" dirty="0">
                <a:ln>
                  <a:noFill/>
                </a:ln>
                <a:solidFill>
                  <a:srgbClr val="00677C"/>
                </a:solidFill>
                <a:effectLst/>
              </a:rPr>
              <a:t>setLayout</a:t>
            </a:r>
            <a:r>
              <a:rPr kumimoji="0" lang="zh-CN" altLang="zh-CN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(</a:t>
            </a:r>
            <a:r>
              <a:rPr kumimoji="0" lang="zh-CN" altLang="zh-CN" b="0" i="1" u="none" strike="noStrike" cap="none" normalizeH="0" baseline="0" dirty="0">
                <a:ln>
                  <a:noFill/>
                </a:ln>
                <a:solidFill>
                  <a:srgbClr val="092E64"/>
                </a:solidFill>
                <a:effectLst/>
              </a:rPr>
              <a:t>grid</a:t>
            </a:r>
            <a:r>
              <a:rPr kumimoji="0" lang="zh-CN" altLang="zh-CN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); </a:t>
            </a:r>
            <a:endParaRPr kumimoji="0" lang="en-US" altLang="zh-CN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zh-CN" altLang="zh-CN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} </a:t>
            </a:r>
            <a:br>
              <a:rPr kumimoji="0" lang="zh-CN" altLang="zh-CN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</a:br>
            <a:r>
              <a:rPr kumimoji="0" lang="zh-CN" altLang="zh-CN" b="0" i="0" u="none" strike="noStrike" cap="none" normalizeH="0" baseline="0" dirty="0">
                <a:ln>
                  <a:noFill/>
                </a:ln>
                <a:solidFill>
                  <a:srgbClr val="800080"/>
                </a:solidFill>
                <a:effectLst/>
              </a:rPr>
              <a:t>Widget</a:t>
            </a:r>
            <a:r>
              <a:rPr kumimoji="0" lang="zh-CN" altLang="zh-CN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::~</a:t>
            </a:r>
            <a:r>
              <a:rPr kumimoji="0" lang="zh-CN" altLang="zh-CN" b="1" i="0" u="none" strike="noStrike" cap="none" normalizeH="0" baseline="0" dirty="0">
                <a:ln>
                  <a:noFill/>
                </a:ln>
                <a:solidFill>
                  <a:srgbClr val="00677C"/>
                </a:solidFill>
                <a:effectLst/>
              </a:rPr>
              <a:t>Widget</a:t>
            </a:r>
            <a:r>
              <a:rPr kumimoji="0" lang="zh-CN" altLang="zh-CN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() { } </a:t>
            </a: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FE337119-8454-E3FC-3C44-F946EC358B70}"/>
              </a:ext>
            </a:extLst>
          </p:cNvPr>
          <p:cNvSpPr txBox="1"/>
          <p:nvPr/>
        </p:nvSpPr>
        <p:spPr>
          <a:xfrm>
            <a:off x="5649038" y="8145730"/>
            <a:ext cx="4025141" cy="646331"/>
          </a:xfrm>
          <a:prstGeom prst="rect">
            <a:avLst/>
          </a:prstGeo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r>
              <a:rPr lang="zh-CN" altLang="en-US"/>
              <a:t>在</a:t>
            </a:r>
            <a:r>
              <a:rPr lang="en-US" altLang="zh-CN"/>
              <a:t>widget.cpp</a:t>
            </a:r>
            <a:r>
              <a:rPr lang="zh-CN" altLang="en-US"/>
              <a:t>文件中添加代码，新增三个</a:t>
            </a:r>
            <a:r>
              <a:rPr lang="en-US" altLang="zh-CN"/>
              <a:t>frame</a:t>
            </a:r>
            <a:r>
              <a:rPr lang="zh-CN" altLang="en-US"/>
              <a:t>。各自显示不同形状的鼠标。</a:t>
            </a: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7C97AFF3-FE0B-92F6-E829-0D322A23DB38}"/>
              </a:ext>
            </a:extLst>
          </p:cNvPr>
          <p:cNvSpPr txBox="1"/>
          <p:nvPr/>
        </p:nvSpPr>
        <p:spPr>
          <a:xfrm>
            <a:off x="7560848" y="7002385"/>
            <a:ext cx="1996439" cy="369332"/>
          </a:xfrm>
          <a:prstGeom prst="rect">
            <a:avLst/>
          </a:prstGeom>
        </p:spPr>
        <p:style>
          <a:lnRef idx="3">
            <a:schemeClr val="lt1"/>
          </a:lnRef>
          <a:fillRef idx="1">
            <a:schemeClr val="accent6"/>
          </a:fillRef>
          <a:effectRef idx="1">
            <a:schemeClr val="accent6"/>
          </a:effectRef>
          <a:fontRef idx="minor">
            <a:schemeClr val="lt1"/>
          </a:fontRef>
        </p:style>
        <p:txBody>
          <a:bodyPr wrap="square">
            <a:spAutoFit/>
          </a:bodyPr>
          <a:lstStyle/>
          <a:p>
            <a:pPr algn="ctr"/>
            <a:r>
              <a:rPr lang="zh-CN" altLang="en-US"/>
              <a:t>鼠标</a:t>
            </a:r>
          </a:p>
        </p:txBody>
      </p:sp>
      <p:pic>
        <p:nvPicPr>
          <p:cNvPr id="10" name="20220619_205757">
            <a:hlinkClick r:id="" action="ppaction://media"/>
            <a:extLst>
              <a:ext uri="{FF2B5EF4-FFF2-40B4-BE49-F238E27FC236}">
                <a16:creationId xmlns:a16="http://schemas.microsoft.com/office/drawing/2014/main" id="{D593EA7C-BF89-6C68-E803-DE54DAF417BD}"/>
              </a:ext>
            </a:extLst>
          </p:cNvPr>
          <p:cNvPicPr>
            <a:picLocks noChangeAspect="1"/>
          </p:cNvPicPr>
          <p:nvPr>
            <a:vide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5"/>
          <a:stretch>
            <a:fillRect/>
          </a:stretch>
        </p:blipFill>
        <p:spPr>
          <a:xfrm>
            <a:off x="6671529" y="10474374"/>
            <a:ext cx="2971800" cy="1676400"/>
          </a:xfrm>
          <a:prstGeom prst="rect">
            <a:avLst/>
          </a:prstGeom>
        </p:spPr>
      </p:pic>
      <p:sp>
        <p:nvSpPr>
          <p:cNvPr id="13" name="文本框 12">
            <a:extLst>
              <a:ext uri="{FF2B5EF4-FFF2-40B4-BE49-F238E27FC236}">
                <a16:creationId xmlns:a16="http://schemas.microsoft.com/office/drawing/2014/main" id="{BCBB3166-4D29-769F-99C0-653649817578}"/>
              </a:ext>
            </a:extLst>
          </p:cNvPr>
          <p:cNvSpPr txBox="1"/>
          <p:nvPr/>
        </p:nvSpPr>
        <p:spPr>
          <a:xfrm>
            <a:off x="838974" y="838354"/>
            <a:ext cx="9260066" cy="2308324"/>
          </a:xfrm>
          <a:prstGeom prst="rect">
            <a:avLst/>
          </a:prstGeo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r>
              <a:rPr lang="zh-CN" altLang="en-US" b="1">
                <a:highlight>
                  <a:srgbClr val="00FF00"/>
                </a:highlight>
              </a:rPr>
              <a:t>Qt设计界面有三种方式：</a:t>
            </a:r>
            <a:endParaRPr lang="en-US" altLang="zh-CN" b="1">
              <a:highlight>
                <a:srgbClr val="00FF00"/>
              </a:highlight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zh-CN" altLang="en-US">
                <a:highlight>
                  <a:srgbClr val="00FF00"/>
                </a:highlight>
              </a:rPr>
              <a:t>代码</a:t>
            </a:r>
            <a:r>
              <a:rPr lang="zh-CN" altLang="en-US"/>
              <a:t>：</a:t>
            </a:r>
            <a:endParaRPr lang="en-US" altLang="zh-CN"/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zh-CN" altLang="en-US"/>
              <a:t>优点：灵活</a:t>
            </a:r>
            <a:endParaRPr lang="en-US" altLang="zh-CN"/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zh-CN" altLang="en-US"/>
              <a:t>缺点：此方法比较复杂，不够直观</a:t>
            </a:r>
            <a:endParaRPr lang="en-US" altLang="zh-CN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zh-CN" altLang="en-US">
                <a:highlight>
                  <a:srgbClr val="00FF00"/>
                </a:highlight>
              </a:rPr>
              <a:t>使用Qt Designer界面编辑器</a:t>
            </a:r>
            <a:r>
              <a:rPr lang="zh-CN" altLang="en-US"/>
              <a:t>：</a:t>
            </a:r>
            <a:endParaRPr lang="en-US" altLang="zh-CN"/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zh-CN" altLang="en-US"/>
              <a:t>优缺点与手工编写代码相反</a:t>
            </a:r>
            <a:endParaRPr lang="en-US" altLang="zh-CN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zh-CN" altLang="en-US">
                <a:highlight>
                  <a:srgbClr val="00FF00"/>
                </a:highlight>
              </a:rPr>
              <a:t>代码、</a:t>
            </a:r>
            <a:r>
              <a:rPr lang="en-US" altLang="zh-CN">
                <a:highlight>
                  <a:srgbClr val="00FF00"/>
                </a:highlight>
              </a:rPr>
              <a:t>Qt Designer</a:t>
            </a:r>
            <a:r>
              <a:rPr lang="zh-CN" altLang="en-US">
                <a:highlight>
                  <a:srgbClr val="00FF00"/>
                </a:highlight>
              </a:rPr>
              <a:t>相结合</a:t>
            </a:r>
            <a:r>
              <a:rPr lang="zh-CN" altLang="en-US"/>
              <a:t>：</a:t>
            </a:r>
            <a:endParaRPr lang="en-US" altLang="zh-CN">
              <a:highlight>
                <a:srgbClr val="00FF00"/>
              </a:highlight>
            </a:endParaRP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zh-CN" altLang="en-US"/>
              <a:t>结合二者的优点</a:t>
            </a: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99B5C58C-8E26-580E-6C1C-0921ED469D0A}"/>
              </a:ext>
            </a:extLst>
          </p:cNvPr>
          <p:cNvSpPr txBox="1"/>
          <p:nvPr/>
        </p:nvSpPr>
        <p:spPr>
          <a:xfrm>
            <a:off x="7376160" y="3640711"/>
            <a:ext cx="2181127" cy="369332"/>
          </a:xfrm>
          <a:prstGeom prst="rect">
            <a:avLst/>
          </a:prstGeom>
        </p:spPr>
        <p:style>
          <a:lnRef idx="3">
            <a:schemeClr val="lt1"/>
          </a:lnRef>
          <a:fillRef idx="1">
            <a:schemeClr val="accent6"/>
          </a:fillRef>
          <a:effectRef idx="1">
            <a:schemeClr val="accent6"/>
          </a:effectRef>
          <a:fontRef idx="minor">
            <a:schemeClr val="lt1"/>
          </a:fontRef>
        </p:style>
        <p:txBody>
          <a:bodyPr wrap="square">
            <a:spAutoFit/>
          </a:bodyPr>
          <a:lstStyle/>
          <a:p>
            <a:pPr algn="ctr"/>
            <a:r>
              <a:rPr lang="zh-CN" altLang="en-US"/>
              <a:t>一个简单的</a:t>
            </a:r>
            <a:r>
              <a:rPr lang="en-US" altLang="zh-CN"/>
              <a:t>GUI</a:t>
            </a:r>
            <a:endParaRPr lang="zh-CN" altLang="en-US"/>
          </a:p>
        </p:txBody>
      </p:sp>
      <p:pic>
        <p:nvPicPr>
          <p:cNvPr id="18" name="图片 17">
            <a:extLst>
              <a:ext uri="{FF2B5EF4-FFF2-40B4-BE49-F238E27FC236}">
                <a16:creationId xmlns:a16="http://schemas.microsoft.com/office/drawing/2014/main" id="{96FD6418-1A70-36B8-8A36-E755DA2B884A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651568" y="1328594"/>
            <a:ext cx="2305050" cy="1209675"/>
          </a:xfrm>
          <a:prstGeom prst="rect">
            <a:avLst/>
          </a:prstGeom>
        </p:spPr>
      </p:pic>
      <p:pic>
        <p:nvPicPr>
          <p:cNvPr id="22" name="图片 21">
            <a:extLst>
              <a:ext uri="{FF2B5EF4-FFF2-40B4-BE49-F238E27FC236}">
                <a16:creationId xmlns:a16="http://schemas.microsoft.com/office/drawing/2014/main" id="{703E3D9F-731D-D82C-E48B-C980DCCA27AB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312569" y="1295869"/>
            <a:ext cx="2166097" cy="1242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0032450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6200" fill="hold"/>
                                        <p:tgtEl>
                                          <p:spTgt spid="10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video>
              <p:cMediaNode vol="80000">
                <p:cTn id="7" fill="hold" display="0">
                  <p:stCondLst>
                    <p:cond delay="indefinite"/>
                  </p:stCondLst>
                </p:cTn>
                <p:tgtEl>
                  <p:spTgt spid="10"/>
                </p:tgtEl>
              </p:cMediaNode>
            </p:video>
            <p:seq concurrent="1" nextAc="seek">
              <p:cTn id="8" restart="whenNotActive" fill="hold" evtFilter="cancelBubble" nodeType="interactiveSeq">
                <p:stCondLst>
                  <p:cond evt="onClick" delay="0">
                    <p:tgtEl>
                      <p:spTgt spid="10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" fill="hold">
                      <p:stCondLst>
                        <p:cond delay="0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12" dur="1" fill="hold"/>
                                        <p:tgtEl>
                                          <p:spTgt spid="10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0"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文本框 10">
            <a:extLst>
              <a:ext uri="{FF2B5EF4-FFF2-40B4-BE49-F238E27FC236}">
                <a16:creationId xmlns:a16="http://schemas.microsoft.com/office/drawing/2014/main" id="{7E1D55D6-03D5-AE90-5793-6DE2C6F4794B}"/>
              </a:ext>
            </a:extLst>
          </p:cNvPr>
          <p:cNvSpPr txBox="1"/>
          <p:nvPr/>
        </p:nvSpPr>
        <p:spPr>
          <a:xfrm>
            <a:off x="907805" y="753997"/>
            <a:ext cx="8489435" cy="3970318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800080"/>
                </a:solidFill>
                <a:effectLst/>
              </a:rPr>
              <a:t>Widget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::</a:t>
            </a:r>
            <a:r>
              <a:rPr kumimoji="0" lang="zh-CN" altLang="zh-CN" b="1" i="0" u="none" strike="noStrike" cap="none" normalizeH="0" baseline="0">
                <a:ln>
                  <a:noFill/>
                </a:ln>
                <a:solidFill>
                  <a:srgbClr val="00677C"/>
                </a:solidFill>
                <a:effectLst/>
              </a:rPr>
              <a:t>Widget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(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800080"/>
                </a:solidFill>
                <a:effectLst/>
              </a:rPr>
              <a:t>QWidget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C0C0C0"/>
                </a:solidFill>
                <a:effectLst/>
              </a:rPr>
              <a:t> 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*</a:t>
            </a:r>
            <a:r>
              <a:rPr kumimoji="0" lang="zh-CN" altLang="zh-CN" b="1" i="0" u="none" strike="noStrike" cap="none" normalizeH="0" baseline="0">
                <a:ln>
                  <a:noFill/>
                </a:ln>
                <a:solidFill>
                  <a:srgbClr val="092E64"/>
                </a:solidFill>
                <a:effectLst/>
              </a:rPr>
              <a:t>parent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) :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C0C0C0"/>
                </a:solidFill>
                <a:effectLst/>
              </a:rPr>
              <a:t> 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800080"/>
                </a:solidFill>
                <a:effectLst/>
              </a:rPr>
              <a:t>QWidget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(</a:t>
            </a:r>
            <a:r>
              <a:rPr kumimoji="0" lang="zh-CN" altLang="zh-CN" b="0" i="1" u="none" strike="noStrike" cap="none" normalizeH="0" baseline="0">
                <a:ln>
                  <a:noFill/>
                </a:ln>
                <a:solidFill>
                  <a:srgbClr val="092E64"/>
                </a:solidFill>
                <a:effectLst/>
              </a:rPr>
              <a:t>parent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) </a:t>
            </a:r>
            <a:endParaRPr kumimoji="0" lang="en-US" altLang="zh-CN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{ </a:t>
            </a:r>
            <a:endParaRPr kumimoji="0" lang="en-US" altLang="zh-CN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lvl="1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... </a:t>
            </a:r>
            <a:b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</a:b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808000"/>
                </a:solidFill>
                <a:effectLst/>
              </a:rPr>
              <a:t>auto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C0C0C0"/>
                </a:solidFill>
                <a:effectLst/>
              </a:rPr>
              <a:t> 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*frame2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C0C0C0"/>
                </a:solidFill>
                <a:effectLst/>
              </a:rPr>
              <a:t> 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=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C0C0C0"/>
                </a:solidFill>
                <a:effectLst/>
              </a:rPr>
              <a:t> 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808000"/>
                </a:solidFill>
                <a:effectLst/>
              </a:rPr>
              <a:t>new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C0C0C0"/>
                </a:solidFill>
                <a:effectLst/>
              </a:rPr>
              <a:t> 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QFrame(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808000"/>
                </a:solidFill>
                <a:effectLst/>
              </a:rPr>
              <a:t>this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); </a:t>
            </a:r>
            <a:endParaRPr kumimoji="0" lang="en-US" altLang="zh-CN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lvl="1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frame2-&gt;setFrameStyle(QFrame::Box); </a:t>
            </a:r>
            <a:endParaRPr kumimoji="0" lang="en-US" altLang="zh-CN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lvl="1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frame2-&gt;setCursor(Qt::WaitCursor); </a:t>
            </a:r>
            <a:endParaRPr kumimoji="0" lang="en-US" altLang="zh-CN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lvl="1" eaLnBrk="0" fontAlgn="base" hangingPunct="0">
              <a:spcBef>
                <a:spcPct val="0"/>
              </a:spcBef>
              <a:spcAft>
                <a:spcPct val="0"/>
              </a:spcAft>
            </a:pPr>
            <a:endParaRPr kumimoji="0" lang="en-US" altLang="zh-CN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lvl="1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zh-CN">
                <a:solidFill>
                  <a:srgbClr val="800080"/>
                </a:solidFill>
                <a:effectLst/>
              </a:rPr>
              <a:t>auto</a:t>
            </a:r>
            <a:r>
              <a:rPr lang="en-US" altLang="zh-CN">
                <a:solidFill>
                  <a:srgbClr val="C0C0C0"/>
                </a:solidFill>
                <a:effectLst/>
              </a:rPr>
              <a:t> *</a:t>
            </a:r>
            <a:r>
              <a:rPr lang="en-US" altLang="zh-CN" b="1">
                <a:solidFill>
                  <a:srgbClr val="092E64"/>
                </a:solidFill>
                <a:effectLst/>
              </a:rPr>
              <a:t>gridframe2</a:t>
            </a:r>
            <a:r>
              <a:rPr lang="en-US" altLang="zh-CN">
                <a:solidFill>
                  <a:srgbClr val="C0C0C0"/>
                </a:solidFill>
                <a:effectLst/>
              </a:rPr>
              <a:t> = </a:t>
            </a:r>
            <a:r>
              <a:rPr lang="en-US" altLang="zh-CN">
                <a:solidFill>
                  <a:srgbClr val="808000"/>
                </a:solidFill>
                <a:effectLst/>
              </a:rPr>
              <a:t>new</a:t>
            </a:r>
            <a:r>
              <a:rPr lang="en-US" altLang="zh-CN">
                <a:solidFill>
                  <a:srgbClr val="C0C0C0"/>
                </a:solidFill>
                <a:effectLst/>
              </a:rPr>
              <a:t> </a:t>
            </a:r>
            <a:r>
              <a:rPr lang="en-US" altLang="zh-CN">
                <a:solidFill>
                  <a:srgbClr val="800080"/>
                </a:solidFill>
                <a:effectLst/>
              </a:rPr>
              <a:t>QGridLayout</a:t>
            </a:r>
            <a:r>
              <a:rPr lang="en-US" altLang="zh-CN">
                <a:solidFill>
                  <a:srgbClr val="C0C0C0"/>
                </a:solidFill>
                <a:effectLst/>
              </a:rPr>
              <a:t>(</a:t>
            </a:r>
            <a:r>
              <a:rPr lang="en-US" altLang="zh-CN" i="1">
                <a:solidFill>
                  <a:srgbClr val="092E64"/>
                </a:solidFill>
                <a:effectLst/>
              </a:rPr>
              <a:t>frame2</a:t>
            </a:r>
            <a:r>
              <a:rPr lang="en-US" altLang="zh-CN">
                <a:solidFill>
                  <a:srgbClr val="C0C0C0"/>
                </a:solidFill>
                <a:effectLst/>
              </a:rPr>
              <a:t>);</a:t>
            </a:r>
            <a:endParaRPr kumimoji="0" lang="en-US" altLang="zh-CN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lvl="1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800080"/>
                </a:solidFill>
                <a:effectLst/>
              </a:rPr>
              <a:t>auto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C0C0C0"/>
                </a:solidFill>
                <a:effectLst/>
              </a:rPr>
              <a:t> 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*</a:t>
            </a:r>
            <a:r>
              <a:rPr kumimoji="0" lang="zh-CN" altLang="zh-CN" b="1" i="0" u="none" strike="noStrike" cap="none" normalizeH="0" baseline="0">
                <a:ln>
                  <a:noFill/>
                </a:ln>
                <a:solidFill>
                  <a:srgbClr val="092E64"/>
                </a:solidFill>
                <a:effectLst/>
              </a:rPr>
              <a:t>quitBtn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C0C0C0"/>
                </a:solidFill>
                <a:effectLst/>
              </a:rPr>
              <a:t> 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=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C0C0C0"/>
                </a:solidFill>
                <a:effectLst/>
              </a:rPr>
              <a:t> 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808000"/>
                </a:solidFill>
                <a:effectLst/>
              </a:rPr>
              <a:t>new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C0C0C0"/>
                </a:solidFill>
                <a:effectLst/>
              </a:rPr>
              <a:t> 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800080"/>
                </a:solidFill>
                <a:effectLst/>
              </a:rPr>
              <a:t>QPushButton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(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008000"/>
                </a:solidFill>
                <a:effectLst/>
              </a:rPr>
              <a:t>"Quit"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,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C0C0C0"/>
                </a:solidFill>
                <a:effectLst/>
              </a:rPr>
              <a:t> 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frame</a:t>
            </a:r>
            <a:r>
              <a:rPr kumimoji="0" lang="en-US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2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); </a:t>
            </a:r>
            <a:endParaRPr kumimoji="0" lang="en-US" altLang="zh-CN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lvl="1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zh-CN">
                <a:solidFill>
                  <a:srgbClr val="092E64"/>
                </a:solidFill>
                <a:effectLst/>
              </a:rPr>
              <a:t>gridframe2</a:t>
            </a:r>
            <a:r>
              <a:rPr lang="en-US" altLang="zh-CN">
                <a:solidFill>
                  <a:srgbClr val="C0C0C0"/>
                </a:solidFill>
                <a:effectLst/>
              </a:rPr>
              <a:t>-&gt;</a:t>
            </a:r>
            <a:r>
              <a:rPr lang="en-US" altLang="zh-CN">
                <a:solidFill>
                  <a:srgbClr val="00677C"/>
                </a:solidFill>
                <a:effectLst/>
              </a:rPr>
              <a:t>addWidget</a:t>
            </a:r>
            <a:r>
              <a:rPr lang="en-US" altLang="zh-CN">
                <a:solidFill>
                  <a:srgbClr val="C0C0C0"/>
                </a:solidFill>
                <a:effectLst/>
              </a:rPr>
              <a:t>(</a:t>
            </a:r>
            <a:r>
              <a:rPr lang="en-US" altLang="zh-CN" i="1">
                <a:solidFill>
                  <a:srgbClr val="092E64"/>
                </a:solidFill>
                <a:effectLst/>
              </a:rPr>
              <a:t>butt</a:t>
            </a:r>
            <a:r>
              <a:rPr lang="en-US" altLang="zh-CN">
                <a:solidFill>
                  <a:srgbClr val="C0C0C0"/>
                </a:solidFill>
                <a:effectLst/>
              </a:rPr>
              <a:t>);</a:t>
            </a:r>
            <a:b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</a:b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00677C"/>
                </a:solidFill>
                <a:effectLst/>
              </a:rPr>
              <a:t>connect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(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092E64"/>
                </a:solidFill>
                <a:effectLst/>
              </a:rPr>
              <a:t>quitBtn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,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C0C0C0"/>
                </a:solidFill>
                <a:effectLst/>
              </a:rPr>
              <a:t> 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&amp;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800080"/>
                </a:solidFill>
                <a:effectLst/>
              </a:rPr>
              <a:t>QPushButton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::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00677C"/>
                </a:solidFill>
                <a:effectLst/>
              </a:rPr>
              <a:t>clicked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,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C0C0C0"/>
                </a:solidFill>
                <a:effectLst/>
              </a:rPr>
              <a:t> 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000080"/>
                </a:solidFill>
                <a:effectLst/>
              </a:rPr>
              <a:t>qApp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,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C0C0C0"/>
                </a:solidFill>
                <a:effectLst/>
              </a:rPr>
              <a:t> 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&amp;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800080"/>
                </a:solidFill>
                <a:effectLst/>
              </a:rPr>
              <a:t>QApplication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::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00677C"/>
                </a:solidFill>
                <a:effectLst/>
              </a:rPr>
              <a:t>quit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);</a:t>
            </a:r>
            <a:endParaRPr kumimoji="0" lang="en-US" altLang="zh-CN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lvl="1" eaLnBrk="0" fontAlgn="base" hangingPunct="0">
              <a:spcBef>
                <a:spcPct val="0"/>
              </a:spcBef>
              <a:spcAft>
                <a:spcPct val="0"/>
              </a:spcAft>
            </a:pPr>
            <a:b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</a:b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... </a:t>
            </a:r>
            <a:endParaRPr kumimoji="0" lang="en-US" altLang="zh-CN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}</a:t>
            </a: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0F07990C-5445-47C0-D063-A3BD7350EF14}"/>
              </a:ext>
            </a:extLst>
          </p:cNvPr>
          <p:cNvSpPr txBox="1"/>
          <p:nvPr/>
        </p:nvSpPr>
        <p:spPr>
          <a:xfrm>
            <a:off x="5720079" y="1195342"/>
            <a:ext cx="3720341" cy="369332"/>
          </a:xfrm>
          <a:prstGeom prst="rect">
            <a:avLst/>
          </a:prstGeo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 algn="ctr"/>
            <a:r>
              <a:rPr lang="zh-CN" altLang="en-US"/>
              <a:t>通过单击按钮，关闭应用程序。</a:t>
            </a: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88C04CEC-255A-8D65-517B-3C36EFF78ACF}"/>
              </a:ext>
            </a:extLst>
          </p:cNvPr>
          <p:cNvSpPr txBox="1"/>
          <p:nvPr/>
        </p:nvSpPr>
        <p:spPr>
          <a:xfrm>
            <a:off x="7400802" y="775210"/>
            <a:ext cx="1996439" cy="369332"/>
          </a:xfrm>
          <a:prstGeom prst="rect">
            <a:avLst/>
          </a:prstGeom>
        </p:spPr>
        <p:style>
          <a:lnRef idx="3">
            <a:schemeClr val="lt1"/>
          </a:lnRef>
          <a:fillRef idx="1">
            <a:schemeClr val="accent6"/>
          </a:fillRef>
          <a:effectRef idx="1">
            <a:schemeClr val="accent6"/>
          </a:effectRef>
          <a:fontRef idx="minor">
            <a:schemeClr val="lt1"/>
          </a:fontRef>
        </p:style>
        <p:txBody>
          <a:bodyPr wrap="square">
            <a:spAutoFit/>
          </a:bodyPr>
          <a:lstStyle/>
          <a:p>
            <a:pPr algn="ctr"/>
            <a:r>
              <a:rPr lang="en-US" altLang="zh-CN"/>
              <a:t>QPushButton</a:t>
            </a:r>
            <a:endParaRPr lang="zh-CN" altLang="en-US"/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FF00240C-2A84-CB74-8A56-C8E27B32183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76072" y="3932172"/>
            <a:ext cx="4152900" cy="24669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2517958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框 3">
            <a:extLst>
              <a:ext uri="{FF2B5EF4-FFF2-40B4-BE49-F238E27FC236}">
                <a16:creationId xmlns:a16="http://schemas.microsoft.com/office/drawing/2014/main" id="{998B8734-9B83-4272-89D4-2B3E60A29B2C}"/>
              </a:ext>
            </a:extLst>
          </p:cNvPr>
          <p:cNvSpPr txBox="1"/>
          <p:nvPr/>
        </p:nvSpPr>
        <p:spPr>
          <a:xfrm>
            <a:off x="3903731" y="287065"/>
            <a:ext cx="3427276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000" b="1">
                <a:solidFill>
                  <a:schemeClr val="accent3"/>
                </a:solidFill>
              </a:rPr>
              <a:t>使用样式表自定义界面</a:t>
            </a:r>
            <a:endParaRPr lang="en-US" altLang="zh-CN" sz="2000" b="1">
              <a:solidFill>
                <a:schemeClr val="accent3"/>
              </a:solidFill>
            </a:endParaRPr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15F95634-31A5-44E4-8F1B-E272B36A9EFE}"/>
              </a:ext>
            </a:extLst>
          </p:cNvPr>
          <p:cNvSpPr txBox="1"/>
          <p:nvPr/>
        </p:nvSpPr>
        <p:spPr>
          <a:xfrm>
            <a:off x="731520" y="863600"/>
            <a:ext cx="8636000" cy="707886"/>
          </a:xfrm>
          <a:prstGeom prst="rect">
            <a:avLst/>
          </a:prstGeom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r>
              <a:rPr lang="en-US" altLang="zh-CN" sz="2000">
                <a:solidFill>
                  <a:schemeClr val="bg1"/>
                </a:solidFill>
              </a:rPr>
              <a:t>Qt</a:t>
            </a:r>
            <a:r>
              <a:rPr lang="zh-CN" altLang="en-US" sz="2000">
                <a:solidFill>
                  <a:schemeClr val="bg1"/>
                </a:solidFill>
              </a:rPr>
              <a:t>样式表（</a:t>
            </a:r>
            <a:r>
              <a:rPr lang="en-US" altLang="zh-CN" sz="2000">
                <a:solidFill>
                  <a:schemeClr val="bg1"/>
                </a:solidFill>
              </a:rPr>
              <a:t>style sheet</a:t>
            </a:r>
            <a:r>
              <a:rPr lang="zh-CN" altLang="en-US" sz="2000">
                <a:solidFill>
                  <a:schemeClr val="bg1"/>
                </a:solidFill>
              </a:rPr>
              <a:t>）与</a:t>
            </a:r>
            <a:r>
              <a:rPr lang="en-US" altLang="zh-CN" sz="2000">
                <a:solidFill>
                  <a:schemeClr val="bg1"/>
                </a:solidFill>
              </a:rPr>
              <a:t>HTML</a:t>
            </a:r>
            <a:r>
              <a:rPr lang="zh-CN" altLang="en-US" sz="2000">
                <a:solidFill>
                  <a:schemeClr val="bg1"/>
                </a:solidFill>
              </a:rPr>
              <a:t>的</a:t>
            </a:r>
            <a:r>
              <a:rPr lang="en-US" altLang="zh-CN" sz="2000">
                <a:solidFill>
                  <a:schemeClr val="bg1"/>
                </a:solidFill>
              </a:rPr>
              <a:t>CSS</a:t>
            </a:r>
            <a:r>
              <a:rPr lang="zh-CN" altLang="en-US" sz="2000">
                <a:solidFill>
                  <a:schemeClr val="bg1"/>
                </a:solidFill>
              </a:rPr>
              <a:t>（</a:t>
            </a:r>
            <a:r>
              <a:rPr lang="en-US" altLang="zh-CN" sz="2000">
                <a:solidFill>
                  <a:schemeClr val="bg1"/>
                </a:solidFill>
              </a:rPr>
              <a:t>Cascading Style Sheets</a:t>
            </a:r>
            <a:r>
              <a:rPr lang="zh-CN" altLang="en-US" sz="2000">
                <a:solidFill>
                  <a:schemeClr val="bg1"/>
                </a:solidFill>
              </a:rPr>
              <a:t>）类似，是纯文本的格式定义。</a:t>
            </a:r>
            <a:endParaRPr lang="zh-CN" altLang="en-US" sz="2000" dirty="0">
              <a:solidFill>
                <a:schemeClr val="bg1"/>
              </a:solidFill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FEC802AD-A316-40D6-AFF3-912E22CD1ABE}"/>
              </a:ext>
            </a:extLst>
          </p:cNvPr>
          <p:cNvSpPr txBox="1"/>
          <p:nvPr/>
        </p:nvSpPr>
        <p:spPr>
          <a:xfrm>
            <a:off x="848360" y="5055161"/>
            <a:ext cx="5313680" cy="1477328"/>
          </a:xfrm>
          <a:prstGeom prst="rect">
            <a:avLst/>
          </a:prstGeom>
        </p:spPr>
        <p:style>
          <a:lnRef idx="3">
            <a:schemeClr val="lt1"/>
          </a:lnRef>
          <a:fillRef idx="1">
            <a:schemeClr val="dk1"/>
          </a:fillRef>
          <a:effectRef idx="1">
            <a:schemeClr val="dk1"/>
          </a:effectRef>
          <a:fontRef idx="minor">
            <a:schemeClr val="lt1"/>
          </a:fontRef>
        </p:style>
        <p:txBody>
          <a:bodyPr wrap="square">
            <a:spAutoFit/>
          </a:bodyPr>
          <a:lstStyle/>
          <a:p>
            <a:r>
              <a:rPr lang="en-US" altLang="zh-CN">
                <a:solidFill>
                  <a:schemeClr val="accent6">
                    <a:lumMod val="20000"/>
                    <a:lumOff val="80000"/>
                  </a:schemeClr>
                </a:solidFill>
                <a:effectLst/>
              </a:rPr>
              <a:t>QWidget</a:t>
            </a:r>
            <a:r>
              <a:rPr lang="en-US" altLang="zh-CN">
                <a:solidFill>
                  <a:schemeClr val="bg1"/>
                </a:solidFill>
                <a:effectLst/>
              </a:rPr>
              <a:t>{</a:t>
            </a:r>
          </a:p>
          <a:p>
            <a:pPr lvl="1"/>
            <a:r>
              <a:rPr lang="en-US" altLang="zh-CN">
                <a:solidFill>
                  <a:schemeClr val="accent1">
                    <a:lumMod val="40000"/>
                    <a:lumOff val="60000"/>
                  </a:schemeClr>
                </a:solidFill>
                <a:effectLst/>
              </a:rPr>
              <a:t>background-color</a:t>
            </a:r>
            <a:r>
              <a:rPr lang="en-US" altLang="zh-CN">
                <a:solidFill>
                  <a:schemeClr val="bg1"/>
                </a:solidFill>
                <a:effectLst/>
              </a:rPr>
              <a:t>:rgb(79, 79, 79);</a:t>
            </a:r>
          </a:p>
          <a:p>
            <a:pPr lvl="1"/>
            <a:r>
              <a:rPr lang="en-US" altLang="zh-CN">
                <a:solidFill>
                  <a:schemeClr val="accent1">
                    <a:lumMod val="40000"/>
                    <a:lumOff val="60000"/>
                  </a:schemeClr>
                </a:solidFill>
                <a:effectLst/>
              </a:rPr>
              <a:t>color</a:t>
            </a:r>
            <a:r>
              <a:rPr lang="en-US" altLang="zh-CN">
                <a:solidFill>
                  <a:schemeClr val="bg1"/>
                </a:solidFill>
                <a:effectLst/>
              </a:rPr>
              <a:t>:rgb(235, 235, 235);</a:t>
            </a:r>
          </a:p>
          <a:p>
            <a:pPr lvl="1"/>
            <a:r>
              <a:rPr lang="en-US" altLang="zh-CN">
                <a:solidFill>
                  <a:schemeClr val="accent1">
                    <a:lumMod val="40000"/>
                    <a:lumOff val="60000"/>
                  </a:schemeClr>
                </a:solidFill>
                <a:effectLst/>
              </a:rPr>
              <a:t>font</a:t>
            </a:r>
            <a:r>
              <a:rPr lang="en-US" altLang="zh-CN">
                <a:solidFill>
                  <a:schemeClr val="bg1"/>
                </a:solidFill>
                <a:effectLst/>
              </a:rPr>
              <a:t>: 12pt </a:t>
            </a:r>
            <a:r>
              <a:rPr lang="en-US" altLang="zh-CN">
                <a:solidFill>
                  <a:schemeClr val="accent6">
                    <a:lumMod val="20000"/>
                    <a:lumOff val="80000"/>
                  </a:schemeClr>
                </a:solidFill>
                <a:effectLst/>
              </a:rPr>
              <a:t>"</a:t>
            </a:r>
            <a:r>
              <a:rPr lang="zh-CN" altLang="en-US">
                <a:solidFill>
                  <a:schemeClr val="accent6">
                    <a:lumMod val="20000"/>
                    <a:lumOff val="80000"/>
                  </a:schemeClr>
                </a:solidFill>
                <a:effectLst/>
              </a:rPr>
              <a:t>新宋体</a:t>
            </a:r>
            <a:r>
              <a:rPr lang="en-US" altLang="zh-CN">
                <a:solidFill>
                  <a:schemeClr val="accent6">
                    <a:lumMod val="20000"/>
                    <a:lumOff val="80000"/>
                  </a:schemeClr>
                </a:solidFill>
                <a:effectLst/>
              </a:rPr>
              <a:t>"</a:t>
            </a:r>
            <a:r>
              <a:rPr lang="en-US" altLang="zh-CN">
                <a:solidFill>
                  <a:schemeClr val="bg1"/>
                </a:solidFill>
                <a:effectLst/>
              </a:rPr>
              <a:t>;</a:t>
            </a:r>
          </a:p>
          <a:p>
            <a:r>
              <a:rPr lang="en-US" altLang="zh-CN">
                <a:solidFill>
                  <a:schemeClr val="bg1"/>
                </a:solidFill>
                <a:effectLst/>
              </a:rPr>
              <a:t>}</a:t>
            </a:r>
          </a:p>
        </p:txBody>
      </p:sp>
      <p:cxnSp>
        <p:nvCxnSpPr>
          <p:cNvPr id="15" name="直接箭头连接符 14">
            <a:extLst>
              <a:ext uri="{FF2B5EF4-FFF2-40B4-BE49-F238E27FC236}">
                <a16:creationId xmlns:a16="http://schemas.microsoft.com/office/drawing/2014/main" id="{48765357-6077-4A72-AF13-7866106AFB90}"/>
              </a:ext>
            </a:extLst>
          </p:cNvPr>
          <p:cNvCxnSpPr>
            <a:cxnSpLocks/>
            <a:endCxn id="16" idx="1"/>
          </p:cNvCxnSpPr>
          <p:nvPr/>
        </p:nvCxnSpPr>
        <p:spPr>
          <a:xfrm flipV="1">
            <a:off x="1286964" y="4756870"/>
            <a:ext cx="724716" cy="20005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5"/>
          </a:lnRef>
          <a:fillRef idx="0">
            <a:schemeClr val="accent5"/>
          </a:fillRef>
          <a:effectRef idx="0">
            <a:schemeClr val="accent5"/>
          </a:effectRef>
          <a:fontRef idx="minor">
            <a:schemeClr val="tx1"/>
          </a:fontRef>
        </p:style>
      </p:cxnSp>
      <p:sp>
        <p:nvSpPr>
          <p:cNvPr id="16" name="文本框 15">
            <a:extLst>
              <a:ext uri="{FF2B5EF4-FFF2-40B4-BE49-F238E27FC236}">
                <a16:creationId xmlns:a16="http://schemas.microsoft.com/office/drawing/2014/main" id="{00D989C0-EC89-486C-BFA4-2B5DE0956155}"/>
              </a:ext>
            </a:extLst>
          </p:cNvPr>
          <p:cNvSpPr txBox="1"/>
          <p:nvPr/>
        </p:nvSpPr>
        <p:spPr>
          <a:xfrm>
            <a:off x="2011680" y="4556815"/>
            <a:ext cx="7676845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2000">
                <a:solidFill>
                  <a:schemeClr val="bg1"/>
                </a:solidFill>
              </a:rPr>
              <a:t>QWideget</a:t>
            </a:r>
            <a:r>
              <a:rPr lang="zh-CN" altLang="en-US" sz="2000">
                <a:solidFill>
                  <a:schemeClr val="bg1"/>
                </a:solidFill>
              </a:rPr>
              <a:t>为选择器，表明后面花括号里的样式声明应用于</a:t>
            </a:r>
            <a:r>
              <a:rPr lang="en-US" altLang="zh-CN" sz="2000">
                <a:solidFill>
                  <a:schemeClr val="bg1"/>
                </a:solidFill>
              </a:rPr>
              <a:t>QWidget</a:t>
            </a:r>
            <a:endParaRPr lang="zh-CN" altLang="en-US" sz="2000" dirty="0">
              <a:solidFill>
                <a:schemeClr val="bg1"/>
              </a:solidFill>
            </a:endParaRPr>
          </a:p>
        </p:txBody>
      </p:sp>
      <p:cxnSp>
        <p:nvCxnSpPr>
          <p:cNvPr id="18" name="直接箭头连接符 17">
            <a:extLst>
              <a:ext uri="{FF2B5EF4-FFF2-40B4-BE49-F238E27FC236}">
                <a16:creationId xmlns:a16="http://schemas.microsoft.com/office/drawing/2014/main" id="{40DF6A6F-7A3E-4C30-A384-B4B055343B81}"/>
              </a:ext>
            </a:extLst>
          </p:cNvPr>
          <p:cNvCxnSpPr>
            <a:cxnSpLocks/>
          </p:cNvCxnSpPr>
          <p:nvPr/>
        </p:nvCxnSpPr>
        <p:spPr>
          <a:xfrm>
            <a:off x="5313680" y="5828869"/>
            <a:ext cx="1168400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5"/>
          </a:lnRef>
          <a:fillRef idx="0">
            <a:schemeClr val="accent5"/>
          </a:fillRef>
          <a:effectRef idx="0">
            <a:schemeClr val="accent5"/>
          </a:effectRef>
          <a:fontRef idx="minor">
            <a:schemeClr val="tx1"/>
          </a:fontRef>
        </p:style>
      </p:cxnSp>
      <p:sp>
        <p:nvSpPr>
          <p:cNvPr id="19" name="矩形 18">
            <a:extLst>
              <a:ext uri="{FF2B5EF4-FFF2-40B4-BE49-F238E27FC236}">
                <a16:creationId xmlns:a16="http://schemas.microsoft.com/office/drawing/2014/main" id="{C1ACC395-F73D-45CA-AB56-C10C50F94A0D}"/>
              </a:ext>
            </a:extLst>
          </p:cNvPr>
          <p:cNvSpPr/>
          <p:nvPr/>
        </p:nvSpPr>
        <p:spPr>
          <a:xfrm>
            <a:off x="731520" y="4956925"/>
            <a:ext cx="1412240" cy="400110"/>
          </a:xfrm>
          <a:prstGeom prst="rect">
            <a:avLst/>
          </a:prstGeom>
          <a:noFill/>
          <a:ln w="9525" cap="flat" cmpd="sng" algn="ctr">
            <a:solidFill>
              <a:schemeClr val="accent5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5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96973456-8882-4EB5-9B56-9E361C4B15D2}"/>
              </a:ext>
            </a:extLst>
          </p:cNvPr>
          <p:cNvSpPr/>
          <p:nvPr/>
        </p:nvSpPr>
        <p:spPr>
          <a:xfrm>
            <a:off x="1305560" y="5411881"/>
            <a:ext cx="4008120" cy="806401"/>
          </a:xfrm>
          <a:prstGeom prst="rect">
            <a:avLst/>
          </a:prstGeom>
          <a:noFill/>
          <a:ln w="9525" cap="flat" cmpd="sng" algn="ctr">
            <a:solidFill>
              <a:schemeClr val="accent5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5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4" name="文本框 23">
            <a:extLst>
              <a:ext uri="{FF2B5EF4-FFF2-40B4-BE49-F238E27FC236}">
                <a16:creationId xmlns:a16="http://schemas.microsoft.com/office/drawing/2014/main" id="{16E44C85-587E-4034-986F-2944C2F92FE0}"/>
              </a:ext>
            </a:extLst>
          </p:cNvPr>
          <p:cNvSpPr txBox="1"/>
          <p:nvPr/>
        </p:nvSpPr>
        <p:spPr>
          <a:xfrm>
            <a:off x="6482080" y="5461138"/>
            <a:ext cx="3518912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000">
                <a:solidFill>
                  <a:schemeClr val="bg1"/>
                </a:solidFill>
              </a:rPr>
              <a:t>声明部分</a:t>
            </a:r>
            <a:endParaRPr lang="en-US" altLang="zh-CN" sz="2000">
              <a:solidFill>
                <a:schemeClr val="bg1"/>
              </a:solidFill>
            </a:endParaRPr>
          </a:p>
          <a:p>
            <a:r>
              <a:rPr lang="zh-CN" altLang="en-US" sz="2000">
                <a:solidFill>
                  <a:schemeClr val="bg1"/>
                </a:solidFill>
              </a:rPr>
              <a:t>每个样式法则由属性和值组成</a:t>
            </a:r>
            <a:endParaRPr lang="zh-CN" altLang="en-US" sz="2000" dirty="0">
              <a:solidFill>
                <a:schemeClr val="bg1"/>
              </a:solidFill>
            </a:endParaRPr>
          </a:p>
        </p:txBody>
      </p:sp>
      <p:graphicFrame>
        <p:nvGraphicFramePr>
          <p:cNvPr id="26" name="表格 26">
            <a:extLst>
              <a:ext uri="{FF2B5EF4-FFF2-40B4-BE49-F238E27FC236}">
                <a16:creationId xmlns:a16="http://schemas.microsoft.com/office/drawing/2014/main" id="{89371664-943B-4CE9-A3F7-95FAB2595C6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447751828"/>
              </p:ext>
            </p:extLst>
          </p:nvPr>
        </p:nvGraphicFramePr>
        <p:xfrm>
          <a:off x="1012779" y="7076224"/>
          <a:ext cx="8646160" cy="336499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60788">
                  <a:extLst>
                    <a:ext uri="{9D8B030D-6E8A-4147-A177-3AD203B41FA5}">
                      <a16:colId xmlns:a16="http://schemas.microsoft.com/office/drawing/2014/main" val="372978024"/>
                    </a:ext>
                  </a:extLst>
                </a:gridCol>
                <a:gridCol w="2822537">
                  <a:extLst>
                    <a:ext uri="{9D8B030D-6E8A-4147-A177-3AD203B41FA5}">
                      <a16:colId xmlns:a16="http://schemas.microsoft.com/office/drawing/2014/main" val="3358314574"/>
                    </a:ext>
                  </a:extLst>
                </a:gridCol>
                <a:gridCol w="4162835">
                  <a:extLst>
                    <a:ext uri="{9D8B030D-6E8A-4147-A177-3AD203B41FA5}">
                      <a16:colId xmlns:a16="http://schemas.microsoft.com/office/drawing/2014/main" val="4040878393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zh-CN" altLang="en-US"/>
                        <a:t>选择器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/>
                        <a:t>例子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/>
                        <a:t>用途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4597304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zh-CN" altLang="en-US"/>
                        <a:t>通用选择器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/>
                        <a:t>*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/>
                        <a:t>所有组件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5722584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zh-CN" altLang="en-US"/>
                        <a:t>类型选择器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/>
                        <a:t>QPushButton</a:t>
                      </a:r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/>
                        <a:t>所有</a:t>
                      </a:r>
                      <a:r>
                        <a:rPr lang="en-US" altLang="zh-CN"/>
                        <a:t>QpushButton</a:t>
                      </a:r>
                      <a:r>
                        <a:rPr lang="zh-CN" altLang="en-US"/>
                        <a:t>类及其子类的组件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8069042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zh-CN" altLang="en-US"/>
                        <a:t>属性选择器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/>
                        <a:t>QPushButton[flat=“false”]</a:t>
                      </a:r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/>
                        <a:t>flat</a:t>
                      </a:r>
                      <a:r>
                        <a:rPr lang="zh-CN" altLang="en-US"/>
                        <a:t>为</a:t>
                      </a:r>
                      <a:r>
                        <a:rPr lang="en-US" altLang="zh-CN"/>
                        <a:t>false</a:t>
                      </a:r>
                      <a:r>
                        <a:rPr lang="zh-CN" altLang="en-US"/>
                        <a:t>的</a:t>
                      </a:r>
                      <a:r>
                        <a:rPr lang="en-US" altLang="zh-CN"/>
                        <a:t>QPushButton</a:t>
                      </a:r>
                      <a:r>
                        <a:rPr lang="zh-CN" altLang="en-US"/>
                        <a:t>及其子类，如果应用后组件的属性发生变化，需要重新应用样式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6133423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zh-CN" altLang="en-US"/>
                        <a:t>非子类选择器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/>
                        <a:t>.QPushButton</a:t>
                      </a:r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/>
                        <a:t>不包含子类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0941421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zh-CN"/>
                        <a:t>ID</a:t>
                      </a:r>
                      <a:r>
                        <a:rPr lang="zh-CN" altLang="en-US"/>
                        <a:t>选择器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/>
                        <a:t>QPushButton#btnOK</a:t>
                      </a:r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/>
                        <a:t>objectName</a:t>
                      </a:r>
                      <a:r>
                        <a:rPr lang="zh-CN" altLang="en-US"/>
                        <a:t>为</a:t>
                      </a:r>
                      <a:r>
                        <a:rPr lang="en-US" altLang="zh-CN"/>
                        <a:t>btnOK</a:t>
                      </a:r>
                      <a:r>
                        <a:rPr lang="zh-CN" altLang="en-US"/>
                        <a:t>的</a:t>
                      </a:r>
                      <a:r>
                        <a:rPr lang="en-US" altLang="zh-CN"/>
                        <a:t>QpushButton</a:t>
                      </a:r>
                      <a:r>
                        <a:rPr lang="zh-CN" altLang="en-US"/>
                        <a:t>实例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7204451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zh-CN" altLang="en-US"/>
                        <a:t>从属对象选择器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/>
                        <a:t>QDialog QPushButton</a:t>
                      </a:r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/>
                        <a:t>所有从属与</a:t>
                      </a:r>
                      <a:r>
                        <a:rPr lang="en-US" altLang="zh-CN"/>
                        <a:t>QDialog</a:t>
                      </a:r>
                      <a:r>
                        <a:rPr lang="zh-CN" altLang="en-US"/>
                        <a:t>的</a:t>
                      </a:r>
                      <a:r>
                        <a:rPr lang="en-US" altLang="zh-CN"/>
                        <a:t>QPushButton</a:t>
                      </a:r>
                      <a:r>
                        <a:rPr lang="zh-CN" altLang="en-US"/>
                        <a:t>类的实例，即</a:t>
                      </a:r>
                      <a:r>
                        <a:rPr lang="en-US" altLang="zh-CN"/>
                        <a:t>QDialog</a:t>
                      </a:r>
                      <a:r>
                        <a:rPr lang="zh-CN" altLang="en-US"/>
                        <a:t>对话框里的</a:t>
                      </a:r>
                      <a:r>
                        <a:rPr lang="en-US" altLang="zh-CN"/>
                        <a:t>QPushButton</a:t>
                      </a:r>
                      <a:endParaRPr lang="zh-CN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8309968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zh-CN" altLang="en-US"/>
                        <a:t>子对象选择器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/>
                        <a:t>QDialog&gt;QPushButton</a:t>
                      </a:r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/>
                        <a:t>直接从属于</a:t>
                      </a:r>
                      <a:r>
                        <a:rPr lang="en-US" altLang="zh-CN"/>
                        <a:t>QDialog</a:t>
                      </a:r>
                      <a:r>
                        <a:rPr lang="zh-CN" altLang="en-US"/>
                        <a:t>的</a:t>
                      </a:r>
                      <a:r>
                        <a:rPr lang="en-US" altLang="zh-CN"/>
                        <a:t>QPushButton</a:t>
                      </a:r>
                      <a:r>
                        <a:rPr lang="zh-CN" altLang="en-US"/>
                        <a:t>类的实例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94629474"/>
                  </a:ext>
                </a:extLst>
              </a:tr>
            </a:tbl>
          </a:graphicData>
        </a:graphic>
      </p:graphicFrame>
      <p:sp>
        <p:nvSpPr>
          <p:cNvPr id="27" name="文本框 26">
            <a:extLst>
              <a:ext uri="{FF2B5EF4-FFF2-40B4-BE49-F238E27FC236}">
                <a16:creationId xmlns:a16="http://schemas.microsoft.com/office/drawing/2014/main" id="{EE6FDB85-5A8B-4C7D-B6D3-579B184CC038}"/>
              </a:ext>
            </a:extLst>
          </p:cNvPr>
          <p:cNvSpPr txBox="1"/>
          <p:nvPr/>
        </p:nvSpPr>
        <p:spPr>
          <a:xfrm>
            <a:off x="3779515" y="10417586"/>
            <a:ext cx="3009157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2000">
                <a:solidFill>
                  <a:schemeClr val="bg1"/>
                </a:solidFill>
              </a:rPr>
              <a:t>Qt</a:t>
            </a:r>
            <a:r>
              <a:rPr lang="zh-CN" altLang="en-US" sz="2000">
                <a:solidFill>
                  <a:schemeClr val="bg1"/>
                </a:solidFill>
              </a:rPr>
              <a:t>样式表中的选择器类型</a:t>
            </a:r>
            <a:endParaRPr lang="zh-CN" altLang="en-US" sz="2000" dirty="0">
              <a:solidFill>
                <a:schemeClr val="bg1"/>
              </a:solidFill>
            </a:endParaRPr>
          </a:p>
        </p:txBody>
      </p:sp>
      <p:sp>
        <p:nvSpPr>
          <p:cNvPr id="29" name="文本框 28">
            <a:extLst>
              <a:ext uri="{FF2B5EF4-FFF2-40B4-BE49-F238E27FC236}">
                <a16:creationId xmlns:a16="http://schemas.microsoft.com/office/drawing/2014/main" id="{3D313DBD-5B21-4802-B932-DAB14BDBFCB2}"/>
              </a:ext>
            </a:extLst>
          </p:cNvPr>
          <p:cNvSpPr txBox="1"/>
          <p:nvPr/>
        </p:nvSpPr>
        <p:spPr>
          <a:xfrm>
            <a:off x="1634976" y="10915492"/>
            <a:ext cx="7676844" cy="646331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r>
              <a:rPr lang="en-US" altLang="zh-CN">
                <a:solidFill>
                  <a:schemeClr val="accent6">
                    <a:lumMod val="75000"/>
                  </a:schemeClr>
                </a:solidFill>
                <a:effectLst/>
              </a:rPr>
              <a:t>QSpinBox</a:t>
            </a:r>
            <a:r>
              <a:rPr lang="en-US" altLang="zh-CN">
                <a:solidFill>
                  <a:schemeClr val="accent6">
                    <a:lumMod val="75000"/>
                  </a:schemeClr>
                </a:solidFill>
                <a:effectLst/>
                <a:highlight>
                  <a:srgbClr val="FFFF00"/>
                </a:highlight>
              </a:rPr>
              <a:t>::down-button </a:t>
            </a:r>
            <a:r>
              <a:rPr lang="en-US" altLang="zh-CN">
                <a:effectLst/>
              </a:rPr>
              <a:t>{ </a:t>
            </a:r>
            <a:r>
              <a:rPr lang="en-US" altLang="zh-CN">
                <a:ln w="0"/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image</a:t>
            </a:r>
            <a:r>
              <a:rPr lang="en-US" altLang="zh-CN">
                <a:effectLst/>
              </a:rPr>
              <a:t>:url(:/images/down.bmp);}</a:t>
            </a:r>
          </a:p>
          <a:p>
            <a:r>
              <a:rPr lang="en-US" altLang="zh-CN">
                <a:solidFill>
                  <a:schemeClr val="accent6">
                    <a:lumMod val="75000"/>
                  </a:schemeClr>
                </a:solidFill>
                <a:effectLst/>
              </a:rPr>
              <a:t>QSpinBox</a:t>
            </a:r>
            <a:r>
              <a:rPr lang="en-US" altLang="zh-CN">
                <a:solidFill>
                  <a:schemeClr val="accent6">
                    <a:lumMod val="75000"/>
                  </a:schemeClr>
                </a:solidFill>
                <a:effectLst/>
                <a:highlight>
                  <a:srgbClr val="FFFF00"/>
                </a:highlight>
              </a:rPr>
              <a:t>::up-button </a:t>
            </a:r>
            <a:r>
              <a:rPr lang="en-US" altLang="zh-CN">
                <a:effectLst/>
              </a:rPr>
              <a:t>{ </a:t>
            </a:r>
            <a:r>
              <a:rPr lang="en-US" altLang="zh-CN">
                <a:ln w="0"/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image</a:t>
            </a:r>
            <a:r>
              <a:rPr lang="en-US" altLang="zh-CN">
                <a:effectLst/>
              </a:rPr>
              <a:t>:url(:/images/up.bmp);}</a:t>
            </a:r>
            <a:endParaRPr lang="zh-CN" altLang="en-US"/>
          </a:p>
        </p:txBody>
      </p:sp>
      <p:cxnSp>
        <p:nvCxnSpPr>
          <p:cNvPr id="31" name="直接箭头连接符 30">
            <a:extLst>
              <a:ext uri="{FF2B5EF4-FFF2-40B4-BE49-F238E27FC236}">
                <a16:creationId xmlns:a16="http://schemas.microsoft.com/office/drawing/2014/main" id="{DEDF5729-C1B8-43B1-A960-902D713485E7}"/>
              </a:ext>
            </a:extLst>
          </p:cNvPr>
          <p:cNvCxnSpPr/>
          <p:nvPr/>
        </p:nvCxnSpPr>
        <p:spPr>
          <a:xfrm>
            <a:off x="3114934" y="11575935"/>
            <a:ext cx="0" cy="491173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5"/>
          </a:lnRef>
          <a:fillRef idx="0">
            <a:schemeClr val="accent5"/>
          </a:fillRef>
          <a:effectRef idx="0">
            <a:schemeClr val="accent5"/>
          </a:effectRef>
          <a:fontRef idx="minor">
            <a:schemeClr val="tx1"/>
          </a:fontRef>
        </p:style>
      </p:cxnSp>
      <p:sp>
        <p:nvSpPr>
          <p:cNvPr id="32" name="文本框 31">
            <a:extLst>
              <a:ext uri="{FF2B5EF4-FFF2-40B4-BE49-F238E27FC236}">
                <a16:creationId xmlns:a16="http://schemas.microsoft.com/office/drawing/2014/main" id="{951CBE38-397E-4A4E-B275-3DD7F8FFD8C5}"/>
              </a:ext>
            </a:extLst>
          </p:cNvPr>
          <p:cNvSpPr txBox="1"/>
          <p:nvPr/>
        </p:nvSpPr>
        <p:spPr>
          <a:xfrm>
            <a:off x="2864864" y="12000099"/>
            <a:ext cx="1467068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000">
                <a:solidFill>
                  <a:schemeClr val="bg1"/>
                </a:solidFill>
              </a:rPr>
              <a:t>子控件列表</a:t>
            </a:r>
            <a:endParaRPr lang="zh-CN" altLang="en-US" sz="2000" dirty="0">
              <a:solidFill>
                <a:schemeClr val="bg1"/>
              </a:solidFill>
            </a:endParaRPr>
          </a:p>
        </p:txBody>
      </p:sp>
      <p:sp>
        <p:nvSpPr>
          <p:cNvPr id="33" name="矩形 32">
            <a:extLst>
              <a:ext uri="{FF2B5EF4-FFF2-40B4-BE49-F238E27FC236}">
                <a16:creationId xmlns:a16="http://schemas.microsoft.com/office/drawing/2014/main" id="{CA4241FD-0CB8-494C-887F-0F846F5B4614}"/>
              </a:ext>
            </a:extLst>
          </p:cNvPr>
          <p:cNvSpPr/>
          <p:nvPr/>
        </p:nvSpPr>
        <p:spPr>
          <a:xfrm>
            <a:off x="4662657" y="11849445"/>
            <a:ext cx="4649163" cy="499154"/>
          </a:xfrm>
          <a:prstGeom prst="rect">
            <a:avLst/>
          </a:prstGeom>
        </p:spPr>
        <p:style>
          <a:lnRef idx="3">
            <a:schemeClr val="lt1"/>
          </a:lnRef>
          <a:fillRef idx="1">
            <a:schemeClr val="accent6"/>
          </a:fillRef>
          <a:effectRef idx="1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/>
              <a:t>所有子控件的详细描述见</a:t>
            </a:r>
            <a:r>
              <a:rPr lang="en-US" altLang="zh-CN"/>
              <a:t>Qt</a:t>
            </a:r>
            <a:r>
              <a:rPr lang="zh-CN" altLang="en-US"/>
              <a:t>的帮助文档</a:t>
            </a: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DA0FF311-C3E5-0326-4BE9-9F5094A97DF6}"/>
              </a:ext>
            </a:extLst>
          </p:cNvPr>
          <p:cNvSpPr txBox="1"/>
          <p:nvPr/>
        </p:nvSpPr>
        <p:spPr>
          <a:xfrm>
            <a:off x="731520" y="2204073"/>
            <a:ext cx="7825422" cy="1754326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800080"/>
                </a:solidFill>
                <a:effectLst/>
              </a:rPr>
              <a:t>QFile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C0C0C0"/>
                </a:solidFill>
                <a:effectLst/>
              </a:rPr>
              <a:t> </a:t>
            </a:r>
            <a:r>
              <a:rPr kumimoji="0" lang="zh-CN" altLang="zh-CN" b="1" i="0" u="none" strike="noStrike" cap="none" normalizeH="0" baseline="0">
                <a:ln>
                  <a:noFill/>
                </a:ln>
                <a:solidFill>
                  <a:srgbClr val="092E64"/>
                </a:solidFill>
                <a:effectLst/>
              </a:rPr>
              <a:t>stylefile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(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008000"/>
                </a:solidFill>
                <a:effectLst/>
              </a:rPr>
              <a:t>"myStyle.css"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); </a:t>
            </a:r>
            <a:endParaRPr kumimoji="0" lang="en-US" altLang="zh-CN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092E64"/>
                </a:solidFill>
                <a:effectLst/>
              </a:rPr>
              <a:t>stylefile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.</a:t>
            </a:r>
            <a:r>
              <a:rPr kumimoji="0" lang="zh-CN" altLang="zh-CN" b="0" i="1" u="none" strike="noStrike" cap="none" normalizeH="0" baseline="0">
                <a:ln>
                  <a:noFill/>
                </a:ln>
                <a:solidFill>
                  <a:srgbClr val="00677C"/>
                </a:solidFill>
                <a:effectLst/>
              </a:rPr>
              <a:t>open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(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800080"/>
                </a:solidFill>
                <a:effectLst/>
              </a:rPr>
              <a:t>QIODevice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::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800080"/>
                </a:solidFill>
                <a:effectLst/>
              </a:rPr>
              <a:t>ReadOnly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); </a:t>
            </a:r>
            <a:endParaRPr kumimoji="0" lang="en-US" altLang="zh-CN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800080"/>
                </a:solidFill>
                <a:effectLst/>
              </a:rPr>
              <a:t>QString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C0C0C0"/>
                </a:solidFill>
                <a:effectLst/>
              </a:rPr>
              <a:t> </a:t>
            </a:r>
            <a:r>
              <a:rPr kumimoji="0" lang="zh-CN" altLang="zh-CN" b="1" i="0" u="none" strike="noStrike" cap="none" normalizeH="0" baseline="0">
                <a:ln>
                  <a:noFill/>
                </a:ln>
                <a:solidFill>
                  <a:srgbClr val="092E64"/>
                </a:solidFill>
                <a:effectLst/>
              </a:rPr>
              <a:t>stylesheet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=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800080"/>
                </a:solidFill>
                <a:effectLst/>
              </a:rPr>
              <a:t>QString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::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00677C"/>
                </a:solidFill>
                <a:effectLst/>
              </a:rPr>
              <a:t>fromLatin1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(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092E64"/>
                </a:solidFill>
                <a:effectLst/>
              </a:rPr>
              <a:t>stylefile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.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00677C"/>
                </a:solidFill>
                <a:effectLst/>
              </a:rPr>
              <a:t>readAll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()); </a:t>
            </a:r>
            <a:b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</a:b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092E64"/>
                </a:solidFill>
                <a:effectLst/>
              </a:rPr>
              <a:t>a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.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00677C"/>
                </a:solidFill>
                <a:effectLst/>
              </a:rPr>
              <a:t>setStyleSheet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(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092E64"/>
                </a:solidFill>
                <a:effectLst/>
              </a:rPr>
              <a:t>stylesheet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); </a:t>
            </a:r>
            <a:endParaRPr kumimoji="0" lang="en-US" altLang="zh-CN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b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</a:b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092E64"/>
                </a:solidFill>
                <a:effectLst/>
              </a:rPr>
              <a:t>w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.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00677C"/>
                </a:solidFill>
                <a:effectLst/>
              </a:rPr>
              <a:t>show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();</a:t>
            </a:r>
          </a:p>
        </p:txBody>
      </p:sp>
      <p:pic>
        <p:nvPicPr>
          <p:cNvPr id="6" name="图片 5">
            <a:extLst>
              <a:ext uri="{FF2B5EF4-FFF2-40B4-BE49-F238E27FC236}">
                <a16:creationId xmlns:a16="http://schemas.microsoft.com/office/drawing/2014/main" id="{A08E853B-4942-C529-830A-912AF2FDF73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87239" y="1876448"/>
            <a:ext cx="2924175" cy="20669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3534205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>
            <a:extLst>
              <a:ext uri="{FF2B5EF4-FFF2-40B4-BE49-F238E27FC236}">
                <a16:creationId xmlns:a16="http://schemas.microsoft.com/office/drawing/2014/main" id="{840C1850-21FA-4592-9902-70226A6BFA8D}"/>
              </a:ext>
            </a:extLst>
          </p:cNvPr>
          <p:cNvSpPr/>
          <p:nvPr/>
        </p:nvSpPr>
        <p:spPr>
          <a:xfrm>
            <a:off x="933609" y="2887642"/>
            <a:ext cx="5110480" cy="3108960"/>
          </a:xfrm>
          <a:prstGeom prst="rect">
            <a:avLst/>
          </a:prstGeom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/>
              <a:t>MARGIN</a:t>
            </a:r>
          </a:p>
          <a:p>
            <a:pPr algn="ctr"/>
            <a:endParaRPr lang="en-US" altLang="zh-CN"/>
          </a:p>
          <a:p>
            <a:pPr algn="ctr"/>
            <a:endParaRPr lang="en-US" altLang="zh-CN"/>
          </a:p>
          <a:p>
            <a:pPr algn="ctr"/>
            <a:endParaRPr lang="en-US" altLang="zh-CN"/>
          </a:p>
          <a:p>
            <a:pPr algn="ctr"/>
            <a:endParaRPr lang="en-US" altLang="zh-CN"/>
          </a:p>
          <a:p>
            <a:pPr algn="ctr"/>
            <a:endParaRPr lang="en-US" altLang="zh-CN"/>
          </a:p>
          <a:p>
            <a:pPr algn="ctr"/>
            <a:endParaRPr lang="en-US" altLang="zh-CN"/>
          </a:p>
          <a:p>
            <a:pPr algn="ctr"/>
            <a:endParaRPr lang="en-US" altLang="zh-CN"/>
          </a:p>
          <a:p>
            <a:pPr algn="ctr"/>
            <a:endParaRPr lang="en-US" altLang="zh-CN"/>
          </a:p>
          <a:p>
            <a:pPr algn="ctr"/>
            <a:endParaRPr lang="en-US" altLang="zh-CN"/>
          </a:p>
          <a:p>
            <a:pPr algn="ctr"/>
            <a:endParaRPr lang="zh-CN" altLang="en-US"/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DC13A54F-0062-41DD-AAD5-CEBD704B95FA}"/>
              </a:ext>
            </a:extLst>
          </p:cNvPr>
          <p:cNvSpPr/>
          <p:nvPr/>
        </p:nvSpPr>
        <p:spPr>
          <a:xfrm>
            <a:off x="1299369" y="3273483"/>
            <a:ext cx="4277360" cy="2509759"/>
          </a:xfrm>
          <a:prstGeom prst="rect">
            <a:avLst/>
          </a:prstGeom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/>
              <a:t>BORDER</a:t>
            </a:r>
          </a:p>
          <a:p>
            <a:pPr algn="ctr"/>
            <a:endParaRPr lang="en-US" altLang="zh-CN"/>
          </a:p>
          <a:p>
            <a:pPr algn="ctr"/>
            <a:endParaRPr lang="en-US" altLang="zh-CN"/>
          </a:p>
          <a:p>
            <a:pPr algn="ctr"/>
            <a:endParaRPr lang="en-US" altLang="zh-CN"/>
          </a:p>
          <a:p>
            <a:pPr algn="ctr"/>
            <a:endParaRPr lang="en-US" altLang="zh-CN"/>
          </a:p>
          <a:p>
            <a:pPr algn="ctr"/>
            <a:endParaRPr lang="en-US" altLang="zh-CN"/>
          </a:p>
          <a:p>
            <a:pPr algn="ctr"/>
            <a:endParaRPr lang="en-US" altLang="zh-CN"/>
          </a:p>
          <a:p>
            <a:pPr algn="ctr"/>
            <a:endParaRPr lang="en-US" altLang="zh-CN"/>
          </a:p>
          <a:p>
            <a:pPr algn="ctr"/>
            <a:endParaRPr lang="zh-CN" altLang="en-US"/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92B7149C-CCD9-4436-94BA-F1631CB85C6F}"/>
              </a:ext>
            </a:extLst>
          </p:cNvPr>
          <p:cNvSpPr txBox="1"/>
          <p:nvPr/>
        </p:nvSpPr>
        <p:spPr>
          <a:xfrm>
            <a:off x="792480" y="731520"/>
            <a:ext cx="4544834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000">
                <a:solidFill>
                  <a:schemeClr val="bg1"/>
                </a:solidFill>
              </a:rPr>
              <a:t>状态：在选择后面用分号（：）隔开：</a:t>
            </a:r>
            <a:endParaRPr lang="zh-CN" altLang="en-US" sz="2000" dirty="0">
              <a:solidFill>
                <a:schemeClr val="bg1"/>
              </a:solidFill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5E0F668C-6C54-4DFB-B46D-0866A4032F57}"/>
              </a:ext>
            </a:extLst>
          </p:cNvPr>
          <p:cNvSpPr txBox="1"/>
          <p:nvPr/>
        </p:nvSpPr>
        <p:spPr>
          <a:xfrm>
            <a:off x="792480" y="1353940"/>
            <a:ext cx="5313680" cy="1200329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r>
              <a:rPr lang="en-US" altLang="zh-CN">
                <a:solidFill>
                  <a:schemeClr val="accent6">
                    <a:lumMod val="75000"/>
                  </a:schemeClr>
                </a:solidFill>
                <a:effectLst/>
              </a:rPr>
              <a:t>QPushButton:</a:t>
            </a:r>
            <a:r>
              <a:rPr lang="en-US" altLang="zh-CN">
                <a:solidFill>
                  <a:schemeClr val="accent6">
                    <a:lumMod val="75000"/>
                  </a:schemeClr>
                </a:solidFill>
                <a:effectLst/>
                <a:highlight>
                  <a:srgbClr val="FFFF00"/>
                </a:highlight>
              </a:rPr>
              <a:t>hover</a:t>
            </a:r>
            <a:r>
              <a:rPr lang="en-US" altLang="zh-CN">
                <a:effectLst/>
              </a:rPr>
              <a:t>{</a:t>
            </a:r>
          </a:p>
          <a:p>
            <a:pPr lvl="1"/>
            <a:r>
              <a:rPr lang="en-US" altLang="zh-CN">
                <a:solidFill>
                  <a:schemeClr val="accent1"/>
                </a:solidFill>
                <a:effectLst/>
              </a:rPr>
              <a:t>background-color</a:t>
            </a:r>
            <a:r>
              <a:rPr lang="en-US" altLang="zh-CN">
                <a:effectLst/>
              </a:rPr>
              <a:t>:black;</a:t>
            </a:r>
          </a:p>
          <a:p>
            <a:pPr lvl="1"/>
            <a:r>
              <a:rPr lang="en-US" altLang="zh-CN">
                <a:solidFill>
                  <a:schemeClr val="accent1"/>
                </a:solidFill>
                <a:effectLst/>
              </a:rPr>
              <a:t>color</a:t>
            </a:r>
            <a:r>
              <a:rPr lang="en-US" altLang="zh-CN">
                <a:effectLst/>
              </a:rPr>
              <a:t>:yellow;</a:t>
            </a:r>
          </a:p>
          <a:p>
            <a:r>
              <a:rPr lang="en-US" altLang="zh-CN">
                <a:effectLst/>
              </a:rPr>
              <a:t>}</a:t>
            </a:r>
            <a:endParaRPr lang="zh-CN" altLang="en-US"/>
          </a:p>
        </p:txBody>
      </p:sp>
      <p:cxnSp>
        <p:nvCxnSpPr>
          <p:cNvPr id="9" name="直接箭头连接符 8">
            <a:extLst>
              <a:ext uri="{FF2B5EF4-FFF2-40B4-BE49-F238E27FC236}">
                <a16:creationId xmlns:a16="http://schemas.microsoft.com/office/drawing/2014/main" id="{BF5B1ECE-F706-41C0-92D7-FC97016A14C8}"/>
              </a:ext>
            </a:extLst>
          </p:cNvPr>
          <p:cNvCxnSpPr>
            <a:cxnSpLocks/>
          </p:cNvCxnSpPr>
          <p:nvPr/>
        </p:nvCxnSpPr>
        <p:spPr>
          <a:xfrm flipH="1" flipV="1">
            <a:off x="1635760" y="1131630"/>
            <a:ext cx="274320" cy="22231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5"/>
          </a:lnRef>
          <a:fillRef idx="0">
            <a:schemeClr val="accent5"/>
          </a:fillRef>
          <a:effectRef idx="0">
            <a:schemeClr val="accent5"/>
          </a:effectRef>
          <a:fontRef idx="minor">
            <a:schemeClr val="tx1"/>
          </a:fontRef>
        </p:style>
      </p:cxnSp>
      <p:sp>
        <p:nvSpPr>
          <p:cNvPr id="11" name="矩形 10">
            <a:extLst>
              <a:ext uri="{FF2B5EF4-FFF2-40B4-BE49-F238E27FC236}">
                <a16:creationId xmlns:a16="http://schemas.microsoft.com/office/drawing/2014/main" id="{9CB4822C-CDFE-4F4A-A6F1-818519F12481}"/>
              </a:ext>
            </a:extLst>
          </p:cNvPr>
          <p:cNvSpPr/>
          <p:nvPr/>
        </p:nvSpPr>
        <p:spPr>
          <a:xfrm>
            <a:off x="6530658" y="1353940"/>
            <a:ext cx="3302000" cy="1104175"/>
          </a:xfrm>
          <a:prstGeom prst="rect">
            <a:avLst/>
          </a:prstGeom>
        </p:spPr>
        <p:style>
          <a:lnRef idx="3">
            <a:schemeClr val="lt1"/>
          </a:lnRef>
          <a:fillRef idx="1">
            <a:schemeClr val="accent6"/>
          </a:fillRef>
          <a:effectRef idx="1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zh-CN" altLang="en-US"/>
              <a:t>可以对</a:t>
            </a:r>
            <a:r>
              <a:rPr lang="zh-CN" altLang="en-US">
                <a:highlight>
                  <a:srgbClr val="800000"/>
                </a:highlight>
              </a:rPr>
              <a:t>状态</a:t>
            </a:r>
            <a:r>
              <a:rPr lang="zh-CN" altLang="en-US"/>
              <a:t>取反（！）</a:t>
            </a:r>
            <a:endParaRPr lang="en-US" altLang="zh-CN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zh-CN" altLang="en-US">
                <a:highlight>
                  <a:srgbClr val="800000"/>
                </a:highlight>
              </a:rPr>
              <a:t>状态</a:t>
            </a:r>
            <a:r>
              <a:rPr lang="zh-CN" altLang="en-US"/>
              <a:t>还可以有</a:t>
            </a:r>
            <a:r>
              <a:rPr lang="zh-CN" altLang="en-US">
                <a:highlight>
                  <a:srgbClr val="800000"/>
                </a:highlight>
              </a:rPr>
              <a:t>子状态</a:t>
            </a:r>
            <a:endParaRPr lang="en-US" altLang="zh-CN">
              <a:highlight>
                <a:srgbClr val="800000"/>
              </a:highlight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zh-CN" altLang="en-US"/>
              <a:t>子控件也可以使用</a:t>
            </a:r>
            <a:r>
              <a:rPr lang="zh-CN" altLang="en-US">
                <a:highlight>
                  <a:srgbClr val="800000"/>
                </a:highlight>
              </a:rPr>
              <a:t>状态</a:t>
            </a:r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3B95D15D-EC7B-4900-A564-5E0077C33931}"/>
              </a:ext>
            </a:extLst>
          </p:cNvPr>
          <p:cNvSpPr/>
          <p:nvPr/>
        </p:nvSpPr>
        <p:spPr>
          <a:xfrm>
            <a:off x="975047" y="10949055"/>
            <a:ext cx="8534400" cy="499154"/>
          </a:xfrm>
          <a:prstGeom prst="rect">
            <a:avLst/>
          </a:prstGeom>
        </p:spPr>
        <p:style>
          <a:lnRef idx="3">
            <a:schemeClr val="lt1"/>
          </a:lnRef>
          <a:fillRef idx="1">
            <a:schemeClr val="accent6"/>
          </a:fillRef>
          <a:effectRef idx="1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/>
              <a:t>可以在</a:t>
            </a:r>
            <a:r>
              <a:rPr lang="en-US" altLang="zh-CN"/>
              <a:t>Qt</a:t>
            </a:r>
            <a:r>
              <a:rPr lang="zh-CN" altLang="en-US"/>
              <a:t>的帮助文档中查找“</a:t>
            </a:r>
            <a:r>
              <a:rPr lang="en-US" altLang="zh-CN"/>
              <a:t>Qt Style Sheets Reference</a:t>
            </a:r>
            <a:r>
              <a:rPr lang="zh-CN" altLang="en-US"/>
              <a:t>”参看所有属性的详细说明</a:t>
            </a:r>
          </a:p>
        </p:txBody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A4756BD7-B300-45BE-AD29-09DF2AAF1967}"/>
              </a:ext>
            </a:extLst>
          </p:cNvPr>
          <p:cNvSpPr/>
          <p:nvPr/>
        </p:nvSpPr>
        <p:spPr>
          <a:xfrm>
            <a:off x="1543209" y="3720762"/>
            <a:ext cx="3769360" cy="1866106"/>
          </a:xfrm>
          <a:prstGeom prst="rect">
            <a:avLst/>
          </a:prstGeom>
        </p:spPr>
        <p:style>
          <a:lnRef idx="3">
            <a:schemeClr val="lt1"/>
          </a:lnRef>
          <a:fillRef idx="1">
            <a:schemeClr val="accent5"/>
          </a:fillRef>
          <a:effectRef idx="1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PADDING</a:t>
            </a:r>
          </a:p>
          <a:p>
            <a:pPr algn="ctr"/>
            <a:endParaRPr lang="en-US" altLang="zh-CN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  <a:p>
            <a:pPr algn="ctr"/>
            <a:endParaRPr lang="en-US" altLang="zh-CN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  <a:p>
            <a:pPr algn="ctr"/>
            <a:endParaRPr lang="en-US" altLang="zh-CN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  <a:p>
            <a:pPr algn="ctr"/>
            <a:endParaRPr lang="en-US" altLang="zh-CN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  <a:p>
            <a:pPr algn="ctr"/>
            <a:endParaRPr lang="zh-CN" altLang="en-US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0E5D96F6-937A-4957-8115-B630D5E07621}"/>
              </a:ext>
            </a:extLst>
          </p:cNvPr>
          <p:cNvSpPr/>
          <p:nvPr/>
        </p:nvSpPr>
        <p:spPr>
          <a:xfrm>
            <a:off x="1812449" y="4218728"/>
            <a:ext cx="3171800" cy="1188594"/>
          </a:xfrm>
          <a:prstGeom prst="rect">
            <a:avLst/>
          </a:prstGeom>
        </p:spPr>
        <p:style>
          <a:lnRef idx="3">
            <a:schemeClr val="lt1"/>
          </a:lnRef>
          <a:fillRef idx="1">
            <a:schemeClr val="accent6"/>
          </a:fillRef>
          <a:effectRef idx="1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/>
              <a:t>CONTENT</a:t>
            </a:r>
            <a:endParaRPr lang="zh-CN" altLang="en-US"/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A563B767-3281-4CC7-AD72-AADDEC9773FE}"/>
              </a:ext>
            </a:extLst>
          </p:cNvPr>
          <p:cNvSpPr txBox="1"/>
          <p:nvPr/>
        </p:nvSpPr>
        <p:spPr>
          <a:xfrm>
            <a:off x="6425407" y="3512699"/>
            <a:ext cx="3489960" cy="2031325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r>
              <a:rPr lang="en-US" altLang="zh-CN">
                <a:solidFill>
                  <a:schemeClr val="accent6">
                    <a:lumMod val="75000"/>
                  </a:schemeClr>
                </a:solidFill>
                <a:effectLst/>
              </a:rPr>
              <a:t>QPushButton</a:t>
            </a:r>
            <a:r>
              <a:rPr lang="en-US" altLang="zh-CN">
                <a:effectLst/>
              </a:rPr>
              <a:t>{</a:t>
            </a:r>
          </a:p>
          <a:p>
            <a:pPr lvl="1"/>
            <a:r>
              <a:rPr lang="en-US" altLang="zh-CN">
                <a:solidFill>
                  <a:schemeClr val="accent1"/>
                </a:solidFill>
                <a:effectLst/>
              </a:rPr>
              <a:t>min-width</a:t>
            </a:r>
            <a:r>
              <a:rPr lang="en-US" altLang="zh-CN">
                <a:effectLst/>
              </a:rPr>
              <a:t>:60px;</a:t>
            </a:r>
          </a:p>
          <a:p>
            <a:pPr lvl="1"/>
            <a:r>
              <a:rPr lang="en-US" altLang="zh-CN">
                <a:solidFill>
                  <a:schemeClr val="accent1"/>
                </a:solidFill>
                <a:effectLst/>
              </a:rPr>
              <a:t>min-height</a:t>
            </a:r>
            <a:r>
              <a:rPr lang="en-US" altLang="zh-CN">
                <a:effectLst/>
              </a:rPr>
              <a:t>:60px;</a:t>
            </a:r>
          </a:p>
          <a:p>
            <a:r>
              <a:rPr lang="en-US" altLang="zh-CN"/>
              <a:t>         </a:t>
            </a:r>
            <a:r>
              <a:rPr lang="en-US" altLang="zh-CN">
                <a:solidFill>
                  <a:schemeClr val="accent1"/>
                </a:solidFill>
              </a:rPr>
              <a:t>padding</a:t>
            </a:r>
            <a:r>
              <a:rPr lang="en-US" altLang="zh-CN">
                <a:effectLst/>
              </a:rPr>
              <a:t>:0px 10px 0px 10px;</a:t>
            </a:r>
          </a:p>
          <a:p>
            <a:pPr lvl="1"/>
            <a:r>
              <a:rPr lang="en-US" altLang="zh-CN">
                <a:solidFill>
                  <a:schemeClr val="accent1"/>
                </a:solidFill>
                <a:effectLst/>
              </a:rPr>
              <a:t>border</a:t>
            </a:r>
            <a:r>
              <a:rPr lang="en-US" altLang="zh-CN">
                <a:effectLst/>
              </a:rPr>
              <a:t>:2px groove red;</a:t>
            </a:r>
          </a:p>
          <a:p>
            <a:pPr lvl="1"/>
            <a:r>
              <a:rPr lang="en-US" altLang="zh-CN">
                <a:solidFill>
                  <a:schemeClr val="accent1"/>
                </a:solidFill>
                <a:effectLst/>
              </a:rPr>
              <a:t>border-radius</a:t>
            </a:r>
            <a:r>
              <a:rPr lang="en-US" altLang="zh-CN">
                <a:effectLst/>
              </a:rPr>
              <a:t>:30px;</a:t>
            </a:r>
          </a:p>
          <a:p>
            <a:r>
              <a:rPr lang="en-US" altLang="zh-CN"/>
              <a:t>}</a:t>
            </a:r>
            <a:endParaRPr lang="zh-CN" altLang="en-US"/>
          </a:p>
        </p:txBody>
      </p:sp>
      <p:pic>
        <p:nvPicPr>
          <p:cNvPr id="21" name="图片 20">
            <a:extLst>
              <a:ext uri="{FF2B5EF4-FFF2-40B4-BE49-F238E27FC236}">
                <a16:creationId xmlns:a16="http://schemas.microsoft.com/office/drawing/2014/main" id="{071D7946-C0F9-2781-91BC-DEF7FE0588B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5690" y="6658523"/>
            <a:ext cx="8393757" cy="4089876"/>
          </a:xfrm>
          <a:prstGeom prst="rect">
            <a:avLst/>
          </a:prstGeom>
        </p:spPr>
      </p:pic>
      <p:sp>
        <p:nvSpPr>
          <p:cNvPr id="4" name="文本框 3">
            <a:extLst>
              <a:ext uri="{FF2B5EF4-FFF2-40B4-BE49-F238E27FC236}">
                <a16:creationId xmlns:a16="http://schemas.microsoft.com/office/drawing/2014/main" id="{E73CCED4-CD5C-13B0-A08E-0E24B216961B}"/>
              </a:ext>
            </a:extLst>
          </p:cNvPr>
          <p:cNvSpPr txBox="1"/>
          <p:nvPr/>
        </p:nvSpPr>
        <p:spPr>
          <a:xfrm>
            <a:off x="633175" y="6084834"/>
            <a:ext cx="372890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000">
                <a:solidFill>
                  <a:schemeClr val="bg1"/>
                </a:solidFill>
              </a:rPr>
              <a:t>可以在</a:t>
            </a:r>
            <a:r>
              <a:rPr lang="en-US" altLang="zh-CN" sz="2000">
                <a:solidFill>
                  <a:schemeClr val="bg1"/>
                </a:solidFill>
              </a:rPr>
              <a:t>Qt Designer</a:t>
            </a:r>
            <a:r>
              <a:rPr lang="zh-CN" altLang="en-US" sz="2000">
                <a:solidFill>
                  <a:schemeClr val="bg1"/>
                </a:solidFill>
              </a:rPr>
              <a:t>中编辑样式：</a:t>
            </a:r>
            <a:endParaRPr lang="zh-CN" altLang="en-US" sz="2000" dirty="0">
              <a:solidFill>
                <a:schemeClr val="bg1"/>
              </a:solidFill>
            </a:endParaRPr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10" name="墨迹 9">
                <a:extLst>
                  <a:ext uri="{FF2B5EF4-FFF2-40B4-BE49-F238E27FC236}">
                    <a16:creationId xmlns:a16="http://schemas.microsoft.com/office/drawing/2014/main" id="{9183F4F9-7823-ED9D-879C-CD1369A81001}"/>
                  </a:ext>
                </a:extLst>
              </p14:cNvPr>
              <p14:cNvContentPartPr/>
              <p14:nvPr/>
            </p14:nvContentPartPr>
            <p14:xfrm>
              <a:off x="7086360" y="2064840"/>
              <a:ext cx="14040" cy="360"/>
            </p14:xfrm>
          </p:contentPart>
        </mc:Choice>
        <mc:Fallback xmlns="">
          <p:pic>
            <p:nvPicPr>
              <p:cNvPr id="10" name="墨迹 9">
                <a:extLst>
                  <a:ext uri="{FF2B5EF4-FFF2-40B4-BE49-F238E27FC236}">
                    <a16:creationId xmlns:a16="http://schemas.microsoft.com/office/drawing/2014/main" id="{9183F4F9-7823-ED9D-879C-CD1369A81001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7077360" y="2055840"/>
                <a:ext cx="31680" cy="1800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407039468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文本框 10">
            <a:extLst>
              <a:ext uri="{FF2B5EF4-FFF2-40B4-BE49-F238E27FC236}">
                <a16:creationId xmlns:a16="http://schemas.microsoft.com/office/drawing/2014/main" id="{7E1D55D6-03D5-AE90-5793-6DE2C6F4794B}"/>
              </a:ext>
            </a:extLst>
          </p:cNvPr>
          <p:cNvSpPr txBox="1"/>
          <p:nvPr/>
        </p:nvSpPr>
        <p:spPr>
          <a:xfrm>
            <a:off x="890219" y="990803"/>
            <a:ext cx="8489435" cy="3139321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000080"/>
                </a:solidFill>
                <a:effectLst/>
              </a:rPr>
              <a:t>#include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C0C0C0"/>
                </a:solidFill>
                <a:effectLst/>
              </a:rPr>
              <a:t> 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008000"/>
                </a:solidFill>
                <a:effectLst/>
              </a:rPr>
              <a:t>"plusminus.h"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b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</a:b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000080"/>
                </a:solidFill>
                <a:effectLst/>
              </a:rPr>
              <a:t>#include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C0C0C0"/>
                </a:solidFill>
                <a:effectLst/>
              </a:rPr>
              <a:t> 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008000"/>
                </a:solidFill>
                <a:effectLst/>
              </a:rPr>
              <a:t>&lt;QApplication&gt;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b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</a:b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808000"/>
                </a:solidFill>
                <a:effectLst/>
              </a:rPr>
              <a:t>int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C0C0C0"/>
                </a:solidFill>
                <a:effectLst/>
              </a:rPr>
              <a:t> </a:t>
            </a:r>
            <a:r>
              <a:rPr kumimoji="0" lang="zh-CN" altLang="zh-CN" b="1" i="0" u="none" strike="noStrike" cap="none" normalizeH="0" baseline="0">
                <a:ln>
                  <a:noFill/>
                </a:ln>
                <a:solidFill>
                  <a:srgbClr val="00677C"/>
                </a:solidFill>
                <a:effectLst/>
              </a:rPr>
              <a:t>main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(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808000"/>
                </a:solidFill>
                <a:effectLst/>
              </a:rPr>
              <a:t>int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C0C0C0"/>
                </a:solidFill>
                <a:effectLst/>
              </a:rPr>
              <a:t> </a:t>
            </a:r>
            <a:r>
              <a:rPr kumimoji="0" lang="zh-CN" altLang="zh-CN" b="1" i="0" u="none" strike="noStrike" cap="none" normalizeH="0" baseline="0">
                <a:ln>
                  <a:noFill/>
                </a:ln>
                <a:solidFill>
                  <a:srgbClr val="092E64"/>
                </a:solidFill>
                <a:effectLst/>
              </a:rPr>
              <a:t>argc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,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C0C0C0"/>
                </a:solidFill>
                <a:effectLst/>
              </a:rPr>
              <a:t> 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808000"/>
                </a:solidFill>
                <a:effectLst/>
              </a:rPr>
              <a:t>char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C0C0C0"/>
                </a:solidFill>
                <a:effectLst/>
              </a:rPr>
              <a:t> 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*</a:t>
            </a:r>
            <a:r>
              <a:rPr kumimoji="0" lang="zh-CN" altLang="zh-CN" b="1" i="0" u="none" strike="noStrike" cap="none" normalizeH="0" baseline="0">
                <a:ln>
                  <a:noFill/>
                </a:ln>
                <a:solidFill>
                  <a:srgbClr val="092E64"/>
                </a:solidFill>
                <a:effectLst/>
              </a:rPr>
              <a:t>argv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[]) </a:t>
            </a:r>
            <a:endParaRPr kumimoji="0" lang="en-US" altLang="zh-CN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{</a:t>
            </a:r>
            <a:endParaRPr kumimoji="0" lang="en-US" altLang="zh-CN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r>
              <a:rPr lang="en-US" altLang="zh-CN">
                <a:solidFill>
                  <a:schemeClr val="tx1"/>
                </a:solidFill>
              </a:rPr>
              <a:t>       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800080"/>
                </a:solidFill>
                <a:effectLst/>
              </a:rPr>
              <a:t>QApplication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C0C0C0"/>
                </a:solidFill>
                <a:effectLst/>
              </a:rPr>
              <a:t> </a:t>
            </a:r>
            <a:r>
              <a:rPr kumimoji="0" lang="zh-CN" altLang="zh-CN" b="1" i="0" u="none" strike="noStrike" cap="none" normalizeH="0" baseline="0">
                <a:ln>
                  <a:noFill/>
                </a:ln>
                <a:solidFill>
                  <a:srgbClr val="092E64"/>
                </a:solidFill>
                <a:effectLst/>
              </a:rPr>
              <a:t>a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(</a:t>
            </a:r>
            <a:r>
              <a:rPr kumimoji="0" lang="zh-CN" altLang="zh-CN" b="0" i="1" u="none" strike="noStrike" cap="none" normalizeH="0" baseline="0">
                <a:ln>
                  <a:noFill/>
                </a:ln>
                <a:solidFill>
                  <a:srgbClr val="092E64"/>
                </a:solidFill>
                <a:effectLst/>
              </a:rPr>
              <a:t>argc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,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C0C0C0"/>
                </a:solidFill>
                <a:effectLst/>
              </a:rPr>
              <a:t> </a:t>
            </a:r>
            <a:r>
              <a:rPr kumimoji="0" lang="zh-CN" altLang="zh-CN" b="0" i="1" u="none" strike="noStrike" cap="none" normalizeH="0" baseline="0">
                <a:ln>
                  <a:noFill/>
                </a:ln>
                <a:solidFill>
                  <a:srgbClr val="092E64"/>
                </a:solidFill>
                <a:effectLst/>
              </a:rPr>
              <a:t>argv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); </a:t>
            </a:r>
            <a:endParaRPr kumimoji="0" lang="en-US" altLang="zh-CN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lvl="1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800080"/>
                </a:solidFill>
                <a:effectLst/>
              </a:rPr>
              <a:t>PlusMinus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C0C0C0"/>
                </a:solidFill>
                <a:effectLst/>
              </a:rPr>
              <a:t> </a:t>
            </a:r>
            <a:r>
              <a:rPr kumimoji="0" lang="zh-CN" altLang="zh-CN" b="1" i="0" u="none" strike="noStrike" cap="none" normalizeH="0" baseline="0">
                <a:ln>
                  <a:noFill/>
                </a:ln>
                <a:solidFill>
                  <a:srgbClr val="092E64"/>
                </a:solidFill>
                <a:effectLst/>
              </a:rPr>
              <a:t>w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; </a:t>
            </a:r>
            <a:endParaRPr kumimoji="0" lang="en-US" altLang="zh-CN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lvl="1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092E64"/>
                </a:solidFill>
                <a:effectLst/>
              </a:rPr>
              <a:t>w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.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00677C"/>
                </a:solidFill>
                <a:effectLst/>
              </a:rPr>
              <a:t>resize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(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000080"/>
                </a:solidFill>
                <a:effectLst/>
              </a:rPr>
              <a:t>300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,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C0C0C0"/>
                </a:solidFill>
                <a:effectLst/>
              </a:rPr>
              <a:t> 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000080"/>
                </a:solidFill>
                <a:effectLst/>
              </a:rPr>
              <a:t>190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); </a:t>
            </a:r>
            <a:endParaRPr kumimoji="0" lang="en-US" altLang="zh-CN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lvl="1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092E64"/>
                </a:solidFill>
                <a:effectLst/>
              </a:rPr>
              <a:t>w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.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00677C"/>
                </a:solidFill>
                <a:effectLst/>
              </a:rPr>
              <a:t>setWindowTitle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(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008000"/>
                </a:solidFill>
                <a:effectLst/>
              </a:rPr>
              <a:t>"Plus minus"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); </a:t>
            </a:r>
            <a:endParaRPr kumimoji="0" lang="en-US" altLang="zh-CN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lvl="1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092E64"/>
                </a:solidFill>
                <a:effectLst/>
              </a:rPr>
              <a:t>w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.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00677C"/>
                </a:solidFill>
                <a:effectLst/>
              </a:rPr>
              <a:t>show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(); </a:t>
            </a:r>
            <a:endParaRPr kumimoji="0" lang="en-US" altLang="zh-CN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lvl="1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808000"/>
                </a:solidFill>
                <a:effectLst/>
              </a:rPr>
              <a:t>return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C0C0C0"/>
                </a:solidFill>
                <a:effectLst/>
              </a:rPr>
              <a:t> 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092E64"/>
                </a:solidFill>
                <a:effectLst/>
              </a:rPr>
              <a:t>a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.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00677C"/>
                </a:solidFill>
                <a:effectLst/>
              </a:rPr>
              <a:t>exec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(); </a:t>
            </a:r>
            <a:endParaRPr kumimoji="0" lang="en-US" altLang="zh-CN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} </a:t>
            </a: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D905F3FE-0F84-2013-DF6D-B4FDA4F46037}"/>
              </a:ext>
            </a:extLst>
          </p:cNvPr>
          <p:cNvSpPr txBox="1"/>
          <p:nvPr/>
        </p:nvSpPr>
        <p:spPr>
          <a:xfrm>
            <a:off x="890219" y="4297764"/>
            <a:ext cx="8489435" cy="4801314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zh-CN" altLang="zh-CN" b="0" i="0" u="none" strike="noStrike" cap="none" normalizeH="0" baseline="0" dirty="0">
                <a:ln>
                  <a:noFill/>
                </a:ln>
                <a:solidFill>
                  <a:srgbClr val="000080"/>
                </a:solidFill>
                <a:effectLst/>
              </a:rPr>
              <a:t>#ifndef</a:t>
            </a:r>
            <a:r>
              <a:rPr kumimoji="0" lang="zh-CN" altLang="zh-CN" b="0" i="0" u="none" strike="noStrike" cap="none" normalizeH="0" baseline="0" dirty="0">
                <a:ln>
                  <a:noFill/>
                </a:ln>
                <a:solidFill>
                  <a:srgbClr val="C0C0C0"/>
                </a:solidFill>
                <a:effectLst/>
              </a:rPr>
              <a:t> </a:t>
            </a:r>
            <a:r>
              <a:rPr kumimoji="0" lang="zh-CN" altLang="zh-CN" b="0" i="0" u="none" strike="noStrike" cap="none" normalizeH="0" baseline="0" dirty="0">
                <a:ln>
                  <a:noFill/>
                </a:ln>
                <a:solidFill>
                  <a:srgbClr val="000080"/>
                </a:solidFill>
                <a:effectLst/>
              </a:rPr>
              <a:t>PLUSMINUS_H</a:t>
            </a:r>
            <a:r>
              <a:rPr kumimoji="0" lang="zh-CN" altLang="zh-CN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endParaRPr kumimoji="0" lang="en-US" altLang="zh-CN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zh-CN" altLang="zh-CN" b="0" i="0" u="none" strike="noStrike" cap="none" normalizeH="0" baseline="0" dirty="0">
                <a:ln>
                  <a:noFill/>
                </a:ln>
                <a:solidFill>
                  <a:srgbClr val="000080"/>
                </a:solidFill>
                <a:effectLst/>
              </a:rPr>
              <a:t>#define</a:t>
            </a:r>
            <a:r>
              <a:rPr kumimoji="0" lang="zh-CN" altLang="zh-CN" b="0" i="0" u="none" strike="noStrike" cap="none" normalizeH="0" baseline="0" dirty="0">
                <a:ln>
                  <a:noFill/>
                </a:ln>
                <a:solidFill>
                  <a:srgbClr val="C0C0C0"/>
                </a:solidFill>
                <a:effectLst/>
              </a:rPr>
              <a:t> </a:t>
            </a:r>
            <a:r>
              <a:rPr kumimoji="0" lang="zh-CN" altLang="zh-CN" b="1" i="0" u="none" strike="noStrike" cap="none" normalizeH="0" baseline="0" dirty="0">
                <a:ln>
                  <a:noFill/>
                </a:ln>
                <a:solidFill>
                  <a:srgbClr val="000080"/>
                </a:solidFill>
                <a:effectLst/>
              </a:rPr>
              <a:t>PLUSMINUS_H</a:t>
            </a:r>
            <a:r>
              <a:rPr kumimoji="0" lang="zh-CN" altLang="zh-CN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br>
              <a:rPr kumimoji="0" lang="zh-CN" altLang="zh-CN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</a:br>
            <a:r>
              <a:rPr kumimoji="0" lang="zh-CN" altLang="zh-CN" b="0" i="0" u="none" strike="noStrike" cap="none" normalizeH="0" baseline="0" dirty="0">
                <a:ln>
                  <a:noFill/>
                </a:ln>
                <a:solidFill>
                  <a:srgbClr val="000080"/>
                </a:solidFill>
                <a:effectLst/>
              </a:rPr>
              <a:t>#include</a:t>
            </a:r>
            <a:r>
              <a:rPr kumimoji="0" lang="zh-CN" altLang="zh-CN" b="0" i="0" u="none" strike="noStrike" cap="none" normalizeH="0" baseline="0" dirty="0">
                <a:ln>
                  <a:noFill/>
                </a:ln>
                <a:solidFill>
                  <a:srgbClr val="C0C0C0"/>
                </a:solidFill>
                <a:effectLst/>
              </a:rPr>
              <a:t> </a:t>
            </a:r>
            <a:r>
              <a:rPr kumimoji="0" lang="zh-CN" altLang="zh-CN" b="0" i="0" u="none" strike="noStrike" cap="none" normalizeH="0" baseline="0" dirty="0">
                <a:ln>
                  <a:noFill/>
                </a:ln>
                <a:solidFill>
                  <a:srgbClr val="008000"/>
                </a:solidFill>
                <a:effectLst/>
              </a:rPr>
              <a:t>&lt;QWidget&gt;</a:t>
            </a:r>
            <a:r>
              <a:rPr kumimoji="0" lang="zh-CN" altLang="zh-CN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endParaRPr kumimoji="0" lang="en-US" altLang="zh-CN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zh-CN" altLang="zh-CN" b="0" i="0" u="none" strike="noStrike" cap="none" normalizeH="0" baseline="0" dirty="0">
                <a:ln>
                  <a:noFill/>
                </a:ln>
                <a:solidFill>
                  <a:srgbClr val="000080"/>
                </a:solidFill>
                <a:effectLst/>
              </a:rPr>
              <a:t>#include</a:t>
            </a:r>
            <a:r>
              <a:rPr kumimoji="0" lang="zh-CN" altLang="zh-CN" b="0" i="0" u="none" strike="noStrike" cap="none" normalizeH="0" baseline="0" dirty="0">
                <a:ln>
                  <a:noFill/>
                </a:ln>
                <a:solidFill>
                  <a:srgbClr val="C0C0C0"/>
                </a:solidFill>
                <a:effectLst/>
              </a:rPr>
              <a:t> </a:t>
            </a:r>
            <a:r>
              <a:rPr kumimoji="0" lang="zh-CN" altLang="zh-CN" b="0" i="0" u="none" strike="noStrike" cap="none" normalizeH="0" baseline="0" dirty="0">
                <a:ln>
                  <a:noFill/>
                </a:ln>
                <a:solidFill>
                  <a:srgbClr val="008000"/>
                </a:solidFill>
                <a:effectLst/>
              </a:rPr>
              <a:t>&lt;QLabel&gt;</a:t>
            </a:r>
            <a:r>
              <a:rPr kumimoji="0" lang="zh-CN" altLang="zh-CN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endParaRPr kumimoji="0" lang="en-US" altLang="zh-CN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zh-CN" altLang="zh-CN" b="0" i="0" u="none" strike="noStrike" cap="none" normalizeH="0" baseline="0" dirty="0">
                <a:ln>
                  <a:noFill/>
                </a:ln>
                <a:solidFill>
                  <a:srgbClr val="808000"/>
                </a:solidFill>
                <a:effectLst/>
              </a:rPr>
              <a:t>class</a:t>
            </a:r>
            <a:r>
              <a:rPr kumimoji="0" lang="zh-CN" altLang="zh-CN" b="0" i="0" u="none" strike="noStrike" cap="none" normalizeH="0" baseline="0" dirty="0">
                <a:ln>
                  <a:noFill/>
                </a:ln>
                <a:solidFill>
                  <a:srgbClr val="C0C0C0"/>
                </a:solidFill>
                <a:effectLst/>
              </a:rPr>
              <a:t> </a:t>
            </a:r>
            <a:r>
              <a:rPr kumimoji="0" lang="zh-CN" altLang="zh-CN" b="1" i="0" u="none" strike="noStrike" cap="none" normalizeH="0" baseline="0" dirty="0">
                <a:ln>
                  <a:noFill/>
                </a:ln>
                <a:solidFill>
                  <a:srgbClr val="800080"/>
                </a:solidFill>
                <a:effectLst/>
              </a:rPr>
              <a:t>PlusMinus</a:t>
            </a:r>
            <a:r>
              <a:rPr kumimoji="0" lang="zh-CN" altLang="zh-CN" b="0" i="0" u="none" strike="noStrike" cap="none" normalizeH="0" baseline="0" dirty="0">
                <a:ln>
                  <a:noFill/>
                </a:ln>
                <a:solidFill>
                  <a:srgbClr val="C0C0C0"/>
                </a:solidFill>
                <a:effectLst/>
              </a:rPr>
              <a:t> </a:t>
            </a:r>
            <a:r>
              <a:rPr kumimoji="0" lang="zh-CN" altLang="zh-CN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:</a:t>
            </a:r>
            <a:r>
              <a:rPr kumimoji="0" lang="zh-CN" altLang="zh-CN" b="0" i="0" u="none" strike="noStrike" cap="none" normalizeH="0" baseline="0" dirty="0">
                <a:ln>
                  <a:noFill/>
                </a:ln>
                <a:solidFill>
                  <a:srgbClr val="C0C0C0"/>
                </a:solidFill>
                <a:effectLst/>
              </a:rPr>
              <a:t> </a:t>
            </a:r>
            <a:r>
              <a:rPr kumimoji="0" lang="zh-CN" altLang="zh-CN" b="0" i="0" u="none" strike="noStrike" cap="none" normalizeH="0" baseline="0" dirty="0">
                <a:ln>
                  <a:noFill/>
                </a:ln>
                <a:solidFill>
                  <a:srgbClr val="808000"/>
                </a:solidFill>
                <a:effectLst/>
              </a:rPr>
              <a:t>public</a:t>
            </a:r>
            <a:r>
              <a:rPr kumimoji="0" lang="zh-CN" altLang="zh-CN" b="0" i="0" u="none" strike="noStrike" cap="none" normalizeH="0" baseline="0" dirty="0">
                <a:ln>
                  <a:noFill/>
                </a:ln>
                <a:solidFill>
                  <a:srgbClr val="C0C0C0"/>
                </a:solidFill>
                <a:effectLst/>
              </a:rPr>
              <a:t> </a:t>
            </a:r>
            <a:r>
              <a:rPr kumimoji="0" lang="zh-CN" altLang="zh-CN" b="0" i="0" u="none" strike="noStrike" cap="none" normalizeH="0" baseline="0" dirty="0">
                <a:ln>
                  <a:noFill/>
                </a:ln>
                <a:solidFill>
                  <a:srgbClr val="800080"/>
                </a:solidFill>
                <a:effectLst/>
              </a:rPr>
              <a:t>QWidget</a:t>
            </a:r>
            <a:r>
              <a:rPr kumimoji="0" lang="zh-CN" altLang="zh-CN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{ </a:t>
            </a:r>
            <a:endParaRPr kumimoji="0" lang="en-US" altLang="zh-CN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zh-CN" b="0" i="0" u="none" strike="noStrike" cap="none" normalizeH="0" baseline="0" dirty="0">
                <a:ln>
                  <a:noFill/>
                </a:ln>
                <a:solidFill>
                  <a:srgbClr val="000080"/>
                </a:solidFill>
                <a:effectLst/>
              </a:rPr>
              <a:t>         </a:t>
            </a:r>
            <a:r>
              <a:rPr kumimoji="0" lang="zh-CN" altLang="zh-CN" b="0" i="0" u="none" strike="noStrike" cap="none" normalizeH="0" baseline="0" dirty="0">
                <a:ln>
                  <a:noFill/>
                </a:ln>
                <a:solidFill>
                  <a:srgbClr val="000080"/>
                </a:solidFill>
                <a:effectLst/>
              </a:rPr>
              <a:t>Q_OBJECT</a:t>
            </a:r>
            <a:r>
              <a:rPr kumimoji="0" lang="zh-CN" altLang="zh-CN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br>
              <a:rPr kumimoji="0" lang="zh-CN" altLang="zh-CN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</a:br>
            <a:r>
              <a:rPr kumimoji="0" lang="zh-CN" altLang="zh-CN" b="0" i="0" u="none" strike="noStrike" cap="none" normalizeH="0" baseline="0" dirty="0">
                <a:ln>
                  <a:noFill/>
                </a:ln>
                <a:solidFill>
                  <a:srgbClr val="808000"/>
                </a:solidFill>
                <a:effectLst/>
              </a:rPr>
              <a:t>public</a:t>
            </a:r>
            <a:r>
              <a:rPr kumimoji="0" lang="zh-CN" altLang="zh-CN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: </a:t>
            </a:r>
            <a:endParaRPr kumimoji="0" lang="en-US" altLang="zh-CN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lvl="1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kumimoji="0" lang="zh-CN" altLang="zh-CN" b="1" i="0" u="none" strike="noStrike" cap="none" normalizeH="0" baseline="0" dirty="0">
                <a:ln>
                  <a:noFill/>
                </a:ln>
                <a:solidFill>
                  <a:srgbClr val="00677C"/>
                </a:solidFill>
                <a:effectLst/>
              </a:rPr>
              <a:t>PlusMinus</a:t>
            </a:r>
            <a:r>
              <a:rPr kumimoji="0" lang="zh-CN" altLang="zh-CN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(</a:t>
            </a:r>
            <a:r>
              <a:rPr kumimoji="0" lang="zh-CN" altLang="zh-CN" b="0" i="0" u="none" strike="noStrike" cap="none" normalizeH="0" baseline="0" dirty="0">
                <a:ln>
                  <a:noFill/>
                </a:ln>
                <a:solidFill>
                  <a:srgbClr val="800080"/>
                </a:solidFill>
                <a:effectLst/>
              </a:rPr>
              <a:t>QWidget</a:t>
            </a:r>
            <a:r>
              <a:rPr kumimoji="0" lang="zh-CN" altLang="zh-CN" b="0" i="0" u="none" strike="noStrike" cap="none" normalizeH="0" baseline="0" dirty="0">
                <a:ln>
                  <a:noFill/>
                </a:ln>
                <a:solidFill>
                  <a:srgbClr val="C0C0C0"/>
                </a:solidFill>
                <a:effectLst/>
              </a:rPr>
              <a:t> </a:t>
            </a:r>
            <a:r>
              <a:rPr kumimoji="0" lang="zh-CN" altLang="zh-CN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*</a:t>
            </a:r>
            <a:r>
              <a:rPr kumimoji="0" lang="zh-CN" altLang="zh-CN" b="1" i="0" u="none" strike="noStrike" cap="none" normalizeH="0" baseline="0" dirty="0">
                <a:ln>
                  <a:noFill/>
                </a:ln>
                <a:solidFill>
                  <a:srgbClr val="092E64"/>
                </a:solidFill>
                <a:effectLst/>
              </a:rPr>
              <a:t>parent</a:t>
            </a:r>
            <a:r>
              <a:rPr kumimoji="0" lang="zh-CN" altLang="zh-CN" b="0" i="0" u="none" strike="noStrike" cap="none" normalizeH="0" baseline="0" dirty="0">
                <a:ln>
                  <a:noFill/>
                </a:ln>
                <a:solidFill>
                  <a:srgbClr val="C0C0C0"/>
                </a:solidFill>
                <a:effectLst/>
              </a:rPr>
              <a:t> </a:t>
            </a:r>
            <a:r>
              <a:rPr kumimoji="0" lang="zh-CN" altLang="zh-CN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=</a:t>
            </a:r>
            <a:r>
              <a:rPr kumimoji="0" lang="zh-CN" altLang="zh-CN" b="0" i="0" u="none" strike="noStrike" cap="none" normalizeH="0" baseline="0" dirty="0">
                <a:ln>
                  <a:noFill/>
                </a:ln>
                <a:solidFill>
                  <a:srgbClr val="C0C0C0"/>
                </a:solidFill>
                <a:effectLst/>
              </a:rPr>
              <a:t> </a:t>
            </a:r>
            <a:r>
              <a:rPr kumimoji="0" lang="zh-CN" altLang="zh-CN" b="0" i="0" u="none" strike="noStrike" cap="none" normalizeH="0" baseline="0" dirty="0">
                <a:ln>
                  <a:noFill/>
                </a:ln>
                <a:solidFill>
                  <a:srgbClr val="808000"/>
                </a:solidFill>
                <a:effectLst/>
              </a:rPr>
              <a:t>nullptr</a:t>
            </a:r>
            <a:r>
              <a:rPr kumimoji="0" lang="zh-CN" altLang="zh-CN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); </a:t>
            </a:r>
            <a:endParaRPr kumimoji="0" lang="en-US" altLang="zh-CN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lvl="1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kumimoji="0" lang="zh-CN" altLang="zh-CN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~</a:t>
            </a:r>
            <a:r>
              <a:rPr kumimoji="0" lang="zh-CN" altLang="zh-CN" b="1" i="0" u="none" strike="noStrike" cap="none" normalizeH="0" baseline="0" dirty="0">
                <a:ln>
                  <a:noFill/>
                </a:ln>
                <a:solidFill>
                  <a:srgbClr val="00677C"/>
                </a:solidFill>
                <a:effectLst/>
              </a:rPr>
              <a:t>PlusMinus</a:t>
            </a:r>
            <a:r>
              <a:rPr kumimoji="0" lang="zh-CN" altLang="zh-CN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(); </a:t>
            </a:r>
            <a:r>
              <a:rPr kumimoji="0" lang="zh-CN" altLang="zh-CN" b="0" i="0" u="none" strike="noStrike" cap="none" normalizeH="0" baseline="0" dirty="0">
                <a:ln>
                  <a:noFill/>
                </a:ln>
                <a:solidFill>
                  <a:srgbClr val="808000"/>
                </a:solidFill>
                <a:effectLst/>
              </a:rPr>
              <a:t>private</a:t>
            </a:r>
            <a:r>
              <a:rPr kumimoji="0" lang="zh-CN" altLang="zh-CN" b="0" i="0" u="none" strike="noStrike" cap="none" normalizeH="0" baseline="0" dirty="0">
                <a:ln>
                  <a:noFill/>
                </a:ln>
                <a:solidFill>
                  <a:srgbClr val="C0C0C0"/>
                </a:solidFill>
                <a:effectLst/>
              </a:rPr>
              <a:t> </a:t>
            </a:r>
            <a:endParaRPr kumimoji="0" lang="en-US" altLang="zh-CN" b="0" i="0" u="none" strike="noStrike" cap="none" normalizeH="0" baseline="0" dirty="0">
              <a:ln>
                <a:noFill/>
              </a:ln>
              <a:solidFill>
                <a:srgbClr val="C0C0C0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zh-CN" b="0" i="0" u="none" strike="noStrike" cap="none" normalizeH="0" baseline="0">
                <a:ln>
                  <a:noFill/>
                </a:ln>
                <a:solidFill>
                  <a:srgbClr val="000080"/>
                </a:solidFill>
                <a:effectLst/>
              </a:rPr>
              <a:t>public </a:t>
            </a:r>
            <a:r>
              <a:rPr kumimoji="0" lang="zh-CN" altLang="zh-CN" b="0" i="0" u="none" strike="noStrike" cap="none" normalizeH="0" baseline="0" dirty="0">
                <a:ln>
                  <a:noFill/>
                </a:ln>
                <a:solidFill>
                  <a:srgbClr val="000080"/>
                </a:solidFill>
                <a:effectLst/>
              </a:rPr>
              <a:t>slots</a:t>
            </a:r>
            <a:r>
              <a:rPr kumimoji="0" lang="zh-CN" altLang="zh-CN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: </a:t>
            </a:r>
            <a:endParaRPr kumimoji="0" lang="en-US" altLang="zh-CN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lvl="1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kumimoji="0" lang="zh-CN" altLang="zh-CN" b="0" i="0" u="none" strike="noStrike" cap="none" normalizeH="0" baseline="0" dirty="0">
                <a:ln>
                  <a:noFill/>
                </a:ln>
                <a:solidFill>
                  <a:srgbClr val="808000"/>
                </a:solidFill>
                <a:effectLst/>
              </a:rPr>
              <a:t>void</a:t>
            </a:r>
            <a:r>
              <a:rPr kumimoji="0" lang="zh-CN" altLang="zh-CN" b="0" i="0" u="none" strike="noStrike" cap="none" normalizeH="0" baseline="0" dirty="0">
                <a:ln>
                  <a:noFill/>
                </a:ln>
                <a:solidFill>
                  <a:srgbClr val="C0C0C0"/>
                </a:solidFill>
                <a:effectLst/>
              </a:rPr>
              <a:t> </a:t>
            </a:r>
            <a:r>
              <a:rPr kumimoji="0" lang="zh-CN" altLang="zh-CN" b="1" i="0" u="none" strike="noStrike" cap="none" normalizeH="0" baseline="0" dirty="0">
                <a:ln>
                  <a:noFill/>
                </a:ln>
                <a:solidFill>
                  <a:srgbClr val="00677C"/>
                </a:solidFill>
                <a:effectLst/>
              </a:rPr>
              <a:t>OnPlus</a:t>
            </a:r>
            <a:r>
              <a:rPr kumimoji="0" lang="zh-CN" altLang="zh-CN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(); </a:t>
            </a:r>
            <a:endParaRPr kumimoji="0" lang="en-US" altLang="zh-CN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lvl="1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kumimoji="0" lang="zh-CN" altLang="zh-CN" b="0" i="0" u="none" strike="noStrike" cap="none" normalizeH="0" baseline="0" dirty="0">
                <a:ln>
                  <a:noFill/>
                </a:ln>
                <a:solidFill>
                  <a:srgbClr val="808000"/>
                </a:solidFill>
                <a:effectLst/>
              </a:rPr>
              <a:t>void</a:t>
            </a:r>
            <a:r>
              <a:rPr kumimoji="0" lang="zh-CN" altLang="zh-CN" b="0" i="0" u="none" strike="noStrike" cap="none" normalizeH="0" baseline="0" dirty="0">
                <a:ln>
                  <a:noFill/>
                </a:ln>
                <a:solidFill>
                  <a:srgbClr val="C0C0C0"/>
                </a:solidFill>
                <a:effectLst/>
              </a:rPr>
              <a:t> </a:t>
            </a:r>
            <a:r>
              <a:rPr kumimoji="0" lang="zh-CN" altLang="zh-CN" b="1" i="0" u="none" strike="noStrike" cap="none" normalizeH="0" baseline="0" dirty="0">
                <a:ln>
                  <a:noFill/>
                </a:ln>
                <a:solidFill>
                  <a:srgbClr val="00677C"/>
                </a:solidFill>
                <a:effectLst/>
              </a:rPr>
              <a:t>OnMinus</a:t>
            </a:r>
            <a:r>
              <a:rPr kumimoji="0" lang="zh-CN" altLang="zh-CN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(); </a:t>
            </a:r>
            <a:endParaRPr kumimoji="0" lang="en-US" altLang="zh-CN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br>
              <a:rPr kumimoji="0" lang="zh-CN" altLang="zh-CN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</a:br>
            <a:r>
              <a:rPr kumimoji="0" lang="zh-CN" altLang="zh-CN" b="0" i="0" u="none" strike="noStrike" cap="none" normalizeH="0" baseline="0" dirty="0">
                <a:ln>
                  <a:noFill/>
                </a:ln>
                <a:solidFill>
                  <a:srgbClr val="808000"/>
                </a:solidFill>
                <a:effectLst/>
              </a:rPr>
              <a:t>private</a:t>
            </a:r>
            <a:r>
              <a:rPr kumimoji="0" lang="zh-CN" altLang="zh-CN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: </a:t>
            </a:r>
            <a:endParaRPr kumimoji="0" lang="en-US" altLang="zh-CN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lvl="1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kumimoji="0" lang="zh-CN" altLang="zh-CN" b="0" i="0" u="none" strike="noStrike" cap="none" normalizeH="0" baseline="0" dirty="0">
                <a:ln>
                  <a:noFill/>
                </a:ln>
                <a:solidFill>
                  <a:srgbClr val="800080"/>
                </a:solidFill>
                <a:effectLst/>
              </a:rPr>
              <a:t>QLabel</a:t>
            </a:r>
            <a:r>
              <a:rPr kumimoji="0" lang="zh-CN" altLang="zh-CN" b="0" i="0" u="none" strike="noStrike" cap="none" normalizeH="0" baseline="0" dirty="0">
                <a:ln>
                  <a:noFill/>
                </a:ln>
                <a:solidFill>
                  <a:srgbClr val="C0C0C0"/>
                </a:solidFill>
                <a:effectLst/>
              </a:rPr>
              <a:t> </a:t>
            </a:r>
            <a:r>
              <a:rPr kumimoji="0" lang="zh-CN" altLang="zh-CN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*</a:t>
            </a:r>
            <a:r>
              <a:rPr kumimoji="0" lang="zh-CN" altLang="zh-CN" b="1" i="0" u="none" strike="noStrike" cap="none" normalizeH="0" baseline="0" dirty="0">
                <a:ln>
                  <a:noFill/>
                </a:ln>
                <a:solidFill>
                  <a:srgbClr val="800000"/>
                </a:solidFill>
                <a:effectLst/>
              </a:rPr>
              <a:t>lbl</a:t>
            </a:r>
            <a:r>
              <a:rPr kumimoji="0" lang="zh-CN" altLang="zh-CN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; </a:t>
            </a:r>
            <a:endParaRPr kumimoji="0" lang="en-US" altLang="zh-CN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zh-CN" altLang="zh-CN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}; </a:t>
            </a:r>
            <a:endParaRPr kumimoji="0" lang="en-US" altLang="zh-CN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zh-CN" altLang="zh-CN" b="0" i="0" u="none" strike="noStrike" cap="none" normalizeH="0" baseline="0" dirty="0">
                <a:ln>
                  <a:noFill/>
                </a:ln>
                <a:solidFill>
                  <a:srgbClr val="000080"/>
                </a:solidFill>
                <a:effectLst/>
              </a:rPr>
              <a:t>#endif</a:t>
            </a:r>
            <a:r>
              <a:rPr kumimoji="0" lang="zh-CN" altLang="zh-CN" b="0" i="0" u="none" strike="noStrike" cap="none" normalizeH="0" baseline="0" dirty="0">
                <a:ln>
                  <a:noFill/>
                </a:ln>
                <a:solidFill>
                  <a:srgbClr val="C0C0C0"/>
                </a:solidFill>
                <a:effectLst/>
              </a:rPr>
              <a:t> </a:t>
            </a:r>
            <a:r>
              <a:rPr kumimoji="0" lang="zh-CN" altLang="zh-CN" b="0" i="0" u="none" strike="noStrike" cap="none" normalizeH="0" baseline="0" dirty="0">
                <a:ln>
                  <a:noFill/>
                </a:ln>
                <a:solidFill>
                  <a:srgbClr val="008000"/>
                </a:solidFill>
                <a:effectLst/>
              </a:rPr>
              <a:t>//</a:t>
            </a:r>
            <a:r>
              <a:rPr kumimoji="0" lang="zh-CN" altLang="zh-CN" b="0" i="0" u="none" strike="noStrike" cap="none" normalizeH="0" baseline="0" dirty="0">
                <a:ln>
                  <a:noFill/>
                </a:ln>
                <a:solidFill>
                  <a:srgbClr val="C0C0C0"/>
                </a:solidFill>
                <a:effectLst/>
              </a:rPr>
              <a:t> </a:t>
            </a:r>
            <a:r>
              <a:rPr kumimoji="0" lang="zh-CN" altLang="zh-CN" b="0" i="0" u="none" strike="noStrike" cap="none" normalizeH="0" baseline="0" dirty="0">
                <a:ln>
                  <a:noFill/>
                </a:ln>
                <a:solidFill>
                  <a:srgbClr val="008000"/>
                </a:solidFill>
                <a:effectLst/>
              </a:rPr>
              <a:t>PLUSMINUS_H</a:t>
            </a:r>
            <a:r>
              <a:rPr kumimoji="0" lang="zh-CN" altLang="zh-CN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6640D77A-344D-B19D-47E1-EACAD656950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30054" y="1192322"/>
            <a:ext cx="3543300" cy="2552700"/>
          </a:xfrm>
          <a:prstGeom prst="rect">
            <a:avLst/>
          </a:prstGeom>
        </p:spPr>
      </p:pic>
      <p:sp>
        <p:nvSpPr>
          <p:cNvPr id="7" name="文本框 6">
            <a:extLst>
              <a:ext uri="{FF2B5EF4-FFF2-40B4-BE49-F238E27FC236}">
                <a16:creationId xmlns:a16="http://schemas.microsoft.com/office/drawing/2014/main" id="{D62F7B57-6324-B281-F925-E85362184532}"/>
              </a:ext>
            </a:extLst>
          </p:cNvPr>
          <p:cNvSpPr txBox="1"/>
          <p:nvPr/>
        </p:nvSpPr>
        <p:spPr>
          <a:xfrm>
            <a:off x="3680460" y="287065"/>
            <a:ext cx="3650547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000" b="1">
                <a:solidFill>
                  <a:schemeClr val="accent3"/>
                </a:solidFill>
              </a:rPr>
              <a:t>通过按钮，加减</a:t>
            </a:r>
            <a:r>
              <a:rPr lang="en-US" altLang="zh-CN" sz="2000" b="1">
                <a:solidFill>
                  <a:schemeClr val="accent3"/>
                </a:solidFill>
              </a:rPr>
              <a:t>QLabel</a:t>
            </a:r>
            <a:r>
              <a:rPr lang="zh-CN" altLang="en-US" sz="2000" b="1">
                <a:solidFill>
                  <a:schemeClr val="accent3"/>
                </a:solidFill>
              </a:rPr>
              <a:t>的数字</a:t>
            </a:r>
            <a:endParaRPr lang="en-US" altLang="zh-CN" sz="2000" b="1">
              <a:solidFill>
                <a:schemeClr val="accent3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6161114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文本框 10">
            <a:extLst>
              <a:ext uri="{FF2B5EF4-FFF2-40B4-BE49-F238E27FC236}">
                <a16:creationId xmlns:a16="http://schemas.microsoft.com/office/drawing/2014/main" id="{7E1D55D6-03D5-AE90-5793-6DE2C6F4794B}"/>
              </a:ext>
            </a:extLst>
          </p:cNvPr>
          <p:cNvSpPr txBox="1"/>
          <p:nvPr/>
        </p:nvSpPr>
        <p:spPr>
          <a:xfrm>
            <a:off x="907805" y="753997"/>
            <a:ext cx="8489435" cy="8956298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000080"/>
                </a:solidFill>
                <a:effectLst/>
              </a:rPr>
              <a:t>#include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C0C0C0"/>
                </a:solidFill>
                <a:effectLst/>
              </a:rPr>
              <a:t> 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008000"/>
                </a:solidFill>
                <a:effectLst/>
              </a:rPr>
              <a:t>"plusminus.h"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endParaRPr kumimoji="0" lang="en-US" altLang="zh-CN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000080"/>
                </a:solidFill>
                <a:effectLst/>
              </a:rPr>
              <a:t>#include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C0C0C0"/>
                </a:solidFill>
                <a:effectLst/>
              </a:rPr>
              <a:t> 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008000"/>
                </a:solidFill>
                <a:effectLst/>
              </a:rPr>
              <a:t>&lt;QPushButton&gt;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endParaRPr kumimoji="0" lang="en-US" altLang="zh-CN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000080"/>
                </a:solidFill>
                <a:effectLst/>
              </a:rPr>
              <a:t>#include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C0C0C0"/>
                </a:solidFill>
                <a:effectLst/>
              </a:rPr>
              <a:t> 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008000"/>
                </a:solidFill>
                <a:effectLst/>
              </a:rPr>
              <a:t>&lt;QGridLayout&gt;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b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</a:b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800080"/>
                </a:solidFill>
                <a:effectLst/>
              </a:rPr>
              <a:t>PlusMinus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::</a:t>
            </a:r>
            <a:r>
              <a:rPr kumimoji="0" lang="zh-CN" altLang="zh-CN" b="1" i="0" u="none" strike="noStrike" cap="none" normalizeH="0" baseline="0">
                <a:ln>
                  <a:noFill/>
                </a:ln>
                <a:solidFill>
                  <a:srgbClr val="00677C"/>
                </a:solidFill>
                <a:effectLst/>
              </a:rPr>
              <a:t>PlusMinus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(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800080"/>
                </a:solidFill>
                <a:effectLst/>
              </a:rPr>
              <a:t>QWidget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C0C0C0"/>
                </a:solidFill>
                <a:effectLst/>
              </a:rPr>
              <a:t> 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*</a:t>
            </a:r>
            <a:r>
              <a:rPr kumimoji="0" lang="zh-CN" altLang="zh-CN" b="1" i="0" u="none" strike="noStrike" cap="none" normalizeH="0" baseline="0">
                <a:ln>
                  <a:noFill/>
                </a:ln>
                <a:solidFill>
                  <a:srgbClr val="092E64"/>
                </a:solidFill>
                <a:effectLst/>
              </a:rPr>
              <a:t>parent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) :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C0C0C0"/>
                </a:solidFill>
                <a:effectLst/>
              </a:rPr>
              <a:t> 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800080"/>
                </a:solidFill>
                <a:effectLst/>
              </a:rPr>
              <a:t>QWidget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(</a:t>
            </a:r>
            <a:r>
              <a:rPr kumimoji="0" lang="zh-CN" altLang="zh-CN" b="0" i="1" u="none" strike="noStrike" cap="none" normalizeH="0" baseline="0">
                <a:ln>
                  <a:noFill/>
                </a:ln>
                <a:solidFill>
                  <a:srgbClr val="092E64"/>
                </a:solidFill>
                <a:effectLst/>
              </a:rPr>
              <a:t>parent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) </a:t>
            </a:r>
            <a:endParaRPr kumimoji="0" lang="en-US" altLang="zh-CN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{ </a:t>
            </a:r>
            <a:endParaRPr kumimoji="0" lang="en-US" altLang="zh-CN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lvl="1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808000"/>
                </a:solidFill>
                <a:effectLst/>
              </a:rPr>
              <a:t>auto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C0C0C0"/>
                </a:solidFill>
                <a:effectLst/>
              </a:rPr>
              <a:t> 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*</a:t>
            </a:r>
            <a:r>
              <a:rPr kumimoji="0" lang="zh-CN" altLang="zh-CN" b="1" i="0" u="none" strike="noStrike" cap="none" normalizeH="0" baseline="0">
                <a:ln>
                  <a:noFill/>
                </a:ln>
                <a:solidFill>
                  <a:srgbClr val="092E64"/>
                </a:solidFill>
                <a:effectLst/>
              </a:rPr>
              <a:t>plsBtn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C0C0C0"/>
                </a:solidFill>
                <a:effectLst/>
              </a:rPr>
              <a:t> 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=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C0C0C0"/>
                </a:solidFill>
                <a:effectLst/>
              </a:rPr>
              <a:t> 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808000"/>
                </a:solidFill>
                <a:effectLst/>
              </a:rPr>
              <a:t>new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C0C0C0"/>
                </a:solidFill>
                <a:effectLst/>
              </a:rPr>
              <a:t> 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800080"/>
                </a:solidFill>
                <a:effectLst/>
              </a:rPr>
              <a:t>QPushButton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(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008000"/>
                </a:solidFill>
                <a:effectLst/>
              </a:rPr>
              <a:t>"+"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,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C0C0C0"/>
                </a:solidFill>
                <a:effectLst/>
              </a:rPr>
              <a:t> 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808000"/>
                </a:solidFill>
                <a:effectLst/>
              </a:rPr>
              <a:t>this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); </a:t>
            </a:r>
            <a:endParaRPr kumimoji="0" lang="en-US" altLang="zh-CN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lvl="1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800080"/>
                </a:solidFill>
                <a:effectLst/>
              </a:rPr>
              <a:t>auto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C0C0C0"/>
                </a:solidFill>
                <a:effectLst/>
              </a:rPr>
              <a:t> 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*</a:t>
            </a:r>
            <a:r>
              <a:rPr kumimoji="0" lang="zh-CN" altLang="zh-CN" b="1" i="0" u="none" strike="noStrike" cap="none" normalizeH="0" baseline="0">
                <a:ln>
                  <a:noFill/>
                </a:ln>
                <a:solidFill>
                  <a:srgbClr val="092E64"/>
                </a:solidFill>
                <a:effectLst/>
              </a:rPr>
              <a:t>minBtn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C0C0C0"/>
                </a:solidFill>
                <a:effectLst/>
              </a:rPr>
              <a:t> 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=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C0C0C0"/>
                </a:solidFill>
                <a:effectLst/>
              </a:rPr>
              <a:t> 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808000"/>
                </a:solidFill>
                <a:effectLst/>
              </a:rPr>
              <a:t>new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C0C0C0"/>
                </a:solidFill>
                <a:effectLst/>
              </a:rPr>
              <a:t> 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800080"/>
                </a:solidFill>
                <a:effectLst/>
              </a:rPr>
              <a:t>QPushButton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(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008000"/>
                </a:solidFill>
                <a:effectLst/>
              </a:rPr>
              <a:t>"-"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,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C0C0C0"/>
                </a:solidFill>
                <a:effectLst/>
              </a:rPr>
              <a:t> 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808000"/>
                </a:solidFill>
                <a:effectLst/>
              </a:rPr>
              <a:t>this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); </a:t>
            </a:r>
            <a:endParaRPr kumimoji="0" lang="en-US" altLang="zh-CN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lvl="1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800000"/>
                </a:solidFill>
                <a:effectLst/>
              </a:rPr>
              <a:t>lbl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C0C0C0"/>
                </a:solidFill>
                <a:effectLst/>
              </a:rPr>
              <a:t> 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=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C0C0C0"/>
                </a:solidFill>
                <a:effectLst/>
              </a:rPr>
              <a:t> 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808000"/>
                </a:solidFill>
                <a:effectLst/>
              </a:rPr>
              <a:t>new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C0C0C0"/>
                </a:solidFill>
                <a:effectLst/>
              </a:rPr>
              <a:t> 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800080"/>
                </a:solidFill>
                <a:effectLst/>
              </a:rPr>
              <a:t>QLabel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(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008000"/>
                </a:solidFill>
                <a:effectLst/>
              </a:rPr>
              <a:t>"0"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,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C0C0C0"/>
                </a:solidFill>
                <a:effectLst/>
              </a:rPr>
              <a:t> 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808000"/>
                </a:solidFill>
                <a:effectLst/>
              </a:rPr>
              <a:t>this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); </a:t>
            </a:r>
            <a:endParaRPr kumimoji="0" lang="en-US" altLang="zh-CN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lvl="1" eaLnBrk="0" fontAlgn="base" hangingPunct="0">
              <a:spcBef>
                <a:spcPct val="0"/>
              </a:spcBef>
              <a:spcAft>
                <a:spcPct val="0"/>
              </a:spcAft>
            </a:pPr>
            <a:b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</a:b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800080"/>
                </a:solidFill>
                <a:effectLst/>
              </a:rPr>
              <a:t>auto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C0C0C0"/>
                </a:solidFill>
                <a:effectLst/>
              </a:rPr>
              <a:t> 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*</a:t>
            </a:r>
            <a:r>
              <a:rPr kumimoji="0" lang="zh-CN" altLang="zh-CN" b="1" i="0" u="none" strike="noStrike" cap="none" normalizeH="0" baseline="0">
                <a:ln>
                  <a:noFill/>
                </a:ln>
                <a:solidFill>
                  <a:srgbClr val="092E64"/>
                </a:solidFill>
                <a:effectLst/>
              </a:rPr>
              <a:t>grid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C0C0C0"/>
                </a:solidFill>
                <a:effectLst/>
              </a:rPr>
              <a:t> 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=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C0C0C0"/>
                </a:solidFill>
                <a:effectLst/>
              </a:rPr>
              <a:t> 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808000"/>
                </a:solidFill>
                <a:effectLst/>
              </a:rPr>
              <a:t>new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C0C0C0"/>
                </a:solidFill>
                <a:effectLst/>
              </a:rPr>
              <a:t> 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800080"/>
                </a:solidFill>
                <a:effectLst/>
              </a:rPr>
              <a:t>QGridLayout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(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808000"/>
                </a:solidFill>
                <a:effectLst/>
              </a:rPr>
              <a:t>this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); </a:t>
            </a:r>
            <a:endParaRPr kumimoji="0" lang="en-US" altLang="zh-CN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lvl="1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092E64"/>
                </a:solidFill>
                <a:effectLst/>
              </a:rPr>
              <a:t>grid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-&gt;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00677C"/>
                </a:solidFill>
                <a:effectLst/>
              </a:rPr>
              <a:t>addWidget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(</a:t>
            </a:r>
            <a:r>
              <a:rPr kumimoji="0" lang="zh-CN" altLang="zh-CN" b="0" i="1" u="none" strike="noStrike" cap="none" normalizeH="0" baseline="0">
                <a:ln>
                  <a:noFill/>
                </a:ln>
                <a:solidFill>
                  <a:srgbClr val="092E64"/>
                </a:solidFill>
                <a:effectLst/>
              </a:rPr>
              <a:t>plsBtn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,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C0C0C0"/>
                </a:solidFill>
                <a:effectLst/>
              </a:rPr>
              <a:t> 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000080"/>
                </a:solidFill>
                <a:effectLst/>
              </a:rPr>
              <a:t>0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,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C0C0C0"/>
                </a:solidFill>
                <a:effectLst/>
              </a:rPr>
              <a:t> 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000080"/>
                </a:solidFill>
                <a:effectLst/>
              </a:rPr>
              <a:t>0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,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C0C0C0"/>
                </a:solidFill>
                <a:effectLst/>
              </a:rPr>
              <a:t> 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000080"/>
                </a:solidFill>
                <a:effectLst/>
              </a:rPr>
              <a:t>1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,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C0C0C0"/>
                </a:solidFill>
                <a:effectLst/>
              </a:rPr>
              <a:t> 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000080"/>
                </a:solidFill>
                <a:effectLst/>
              </a:rPr>
              <a:t>1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); </a:t>
            </a:r>
            <a:endParaRPr kumimoji="0" lang="en-US" altLang="zh-CN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lvl="1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092E64"/>
                </a:solidFill>
                <a:effectLst/>
              </a:rPr>
              <a:t>grid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-&gt;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00677C"/>
                </a:solidFill>
                <a:effectLst/>
              </a:rPr>
              <a:t>addWidget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(</a:t>
            </a:r>
            <a:r>
              <a:rPr kumimoji="0" lang="zh-CN" altLang="zh-CN" b="0" i="1" u="none" strike="noStrike" cap="none" normalizeH="0" baseline="0">
                <a:ln>
                  <a:noFill/>
                </a:ln>
                <a:solidFill>
                  <a:srgbClr val="092E64"/>
                </a:solidFill>
                <a:effectLst/>
              </a:rPr>
              <a:t>minBtn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,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C0C0C0"/>
                </a:solidFill>
                <a:effectLst/>
              </a:rPr>
              <a:t> 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000080"/>
                </a:solidFill>
                <a:effectLst/>
              </a:rPr>
              <a:t>0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,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C0C0C0"/>
                </a:solidFill>
                <a:effectLst/>
              </a:rPr>
              <a:t> 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000080"/>
                </a:solidFill>
                <a:effectLst/>
              </a:rPr>
              <a:t>1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,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C0C0C0"/>
                </a:solidFill>
                <a:effectLst/>
              </a:rPr>
              <a:t> 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000080"/>
                </a:solidFill>
                <a:effectLst/>
              </a:rPr>
              <a:t>1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,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C0C0C0"/>
                </a:solidFill>
                <a:effectLst/>
              </a:rPr>
              <a:t> 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000080"/>
                </a:solidFill>
                <a:effectLst/>
              </a:rPr>
              <a:t>1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); </a:t>
            </a:r>
            <a:endParaRPr kumimoji="0" lang="en-US" altLang="zh-CN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lvl="1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092E64"/>
                </a:solidFill>
                <a:effectLst/>
              </a:rPr>
              <a:t>grid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-&gt;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00677C"/>
                </a:solidFill>
                <a:effectLst/>
              </a:rPr>
              <a:t>addWidget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(</a:t>
            </a:r>
            <a:r>
              <a:rPr kumimoji="0" lang="zh-CN" altLang="zh-CN" b="0" i="1" u="none" strike="noStrike" cap="none" normalizeH="0" baseline="0">
                <a:ln>
                  <a:noFill/>
                </a:ln>
                <a:solidFill>
                  <a:srgbClr val="800000"/>
                </a:solidFill>
                <a:effectLst/>
              </a:rPr>
              <a:t>lbl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,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C0C0C0"/>
                </a:solidFill>
                <a:effectLst/>
              </a:rPr>
              <a:t> 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000080"/>
                </a:solidFill>
                <a:effectLst/>
              </a:rPr>
              <a:t>1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,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C0C0C0"/>
                </a:solidFill>
                <a:effectLst/>
              </a:rPr>
              <a:t> 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000080"/>
                </a:solidFill>
                <a:effectLst/>
              </a:rPr>
              <a:t>1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,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C0C0C0"/>
                </a:solidFill>
                <a:effectLst/>
              </a:rPr>
              <a:t> 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000080"/>
                </a:solidFill>
                <a:effectLst/>
              </a:rPr>
              <a:t>1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,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C0C0C0"/>
                </a:solidFill>
                <a:effectLst/>
              </a:rPr>
              <a:t> 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000080"/>
                </a:solidFill>
                <a:effectLst/>
              </a:rPr>
              <a:t>1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); </a:t>
            </a:r>
            <a:b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</a:b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00677C"/>
                </a:solidFill>
                <a:effectLst/>
              </a:rPr>
              <a:t>setLayout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(</a:t>
            </a:r>
            <a:r>
              <a:rPr kumimoji="0" lang="zh-CN" altLang="zh-CN" b="0" i="1" u="none" strike="noStrike" cap="none" normalizeH="0" baseline="0">
                <a:ln>
                  <a:noFill/>
                </a:ln>
                <a:solidFill>
                  <a:srgbClr val="092E64"/>
                </a:solidFill>
                <a:effectLst/>
              </a:rPr>
              <a:t>grid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); </a:t>
            </a:r>
            <a:endParaRPr kumimoji="0" lang="en-US" altLang="zh-CN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lvl="1" eaLnBrk="0" fontAlgn="base" hangingPunct="0">
              <a:spcBef>
                <a:spcPct val="0"/>
              </a:spcBef>
              <a:spcAft>
                <a:spcPct val="0"/>
              </a:spcAft>
            </a:pPr>
            <a:b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</a:b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00677C"/>
                </a:solidFill>
                <a:effectLst/>
              </a:rPr>
              <a:t>connect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(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092E64"/>
                </a:solidFill>
                <a:effectLst/>
              </a:rPr>
              <a:t>plsBtn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,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C0C0C0"/>
                </a:solidFill>
                <a:effectLst/>
              </a:rPr>
              <a:t> 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&amp;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800080"/>
                </a:solidFill>
                <a:effectLst/>
              </a:rPr>
              <a:t>QPushButton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::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00677C"/>
                </a:solidFill>
                <a:effectLst/>
              </a:rPr>
              <a:t>clicked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,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C0C0C0"/>
                </a:solidFill>
                <a:effectLst/>
              </a:rPr>
              <a:t> 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808000"/>
                </a:solidFill>
                <a:effectLst/>
              </a:rPr>
              <a:t>this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,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C0C0C0"/>
                </a:solidFill>
                <a:effectLst/>
              </a:rPr>
              <a:t> 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&amp;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800080"/>
                </a:solidFill>
                <a:effectLst/>
              </a:rPr>
              <a:t>PlusMinus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::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00677C"/>
                </a:solidFill>
                <a:effectLst/>
              </a:rPr>
              <a:t>OnPlus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); </a:t>
            </a:r>
            <a:endParaRPr kumimoji="0" lang="en-US" altLang="zh-CN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lvl="1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00677C"/>
                </a:solidFill>
                <a:effectLst/>
              </a:rPr>
              <a:t>connect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(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092E64"/>
                </a:solidFill>
                <a:effectLst/>
              </a:rPr>
              <a:t>minBtn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,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C0C0C0"/>
                </a:solidFill>
                <a:effectLst/>
              </a:rPr>
              <a:t> 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&amp;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800080"/>
                </a:solidFill>
                <a:effectLst/>
              </a:rPr>
              <a:t>QPushButton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::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00677C"/>
                </a:solidFill>
                <a:effectLst/>
              </a:rPr>
              <a:t>clicked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,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C0C0C0"/>
                </a:solidFill>
                <a:effectLst/>
              </a:rPr>
              <a:t> 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808000"/>
                </a:solidFill>
                <a:effectLst/>
              </a:rPr>
              <a:t>this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,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C0C0C0"/>
                </a:solidFill>
                <a:effectLst/>
              </a:rPr>
              <a:t> 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&amp;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800080"/>
                </a:solidFill>
                <a:effectLst/>
              </a:rPr>
              <a:t>PlusMinus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::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00677C"/>
                </a:solidFill>
                <a:effectLst/>
              </a:rPr>
              <a:t>OnMinus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); </a:t>
            </a:r>
            <a:endParaRPr kumimoji="0" lang="en-US" altLang="zh-CN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} </a:t>
            </a:r>
            <a:endParaRPr kumimoji="0" lang="en-US" altLang="zh-CN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b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</a:b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800080"/>
                </a:solidFill>
                <a:effectLst/>
              </a:rPr>
              <a:t>PlusMinus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::~</a:t>
            </a:r>
            <a:r>
              <a:rPr kumimoji="0" lang="zh-CN" altLang="zh-CN" b="1" i="0" u="none" strike="noStrike" cap="none" normalizeH="0" baseline="0">
                <a:ln>
                  <a:noFill/>
                </a:ln>
                <a:solidFill>
                  <a:srgbClr val="00677C"/>
                </a:solidFill>
                <a:effectLst/>
              </a:rPr>
              <a:t>PlusMinus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() { } </a:t>
            </a:r>
            <a:endParaRPr kumimoji="0" lang="en-US" altLang="zh-CN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b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</a:b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808000"/>
                </a:solidFill>
                <a:effectLst/>
              </a:rPr>
              <a:t>void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C0C0C0"/>
                </a:solidFill>
                <a:effectLst/>
              </a:rPr>
              <a:t> 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800080"/>
                </a:solidFill>
                <a:effectLst/>
              </a:rPr>
              <a:t>PlusMinus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::</a:t>
            </a:r>
            <a:r>
              <a:rPr kumimoji="0" lang="zh-CN" altLang="zh-CN" b="1" i="0" u="none" strike="noStrike" cap="none" normalizeH="0" baseline="0">
                <a:ln>
                  <a:noFill/>
                </a:ln>
                <a:solidFill>
                  <a:srgbClr val="00677C"/>
                </a:solidFill>
                <a:effectLst/>
              </a:rPr>
              <a:t>OnPlus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()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C0C0C0"/>
                </a:solidFill>
                <a:effectLst/>
              </a:rPr>
              <a:t> </a:t>
            </a:r>
            <a:endParaRPr kumimoji="0" lang="en-US" altLang="zh-CN" b="0" i="0" u="none" strike="noStrike" cap="none" normalizeH="0" baseline="0">
              <a:ln>
                <a:noFill/>
              </a:ln>
              <a:solidFill>
                <a:srgbClr val="C0C0C0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{ </a:t>
            </a:r>
            <a:endParaRPr kumimoji="0" lang="en-US" altLang="zh-CN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lvl="1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808000"/>
                </a:solidFill>
                <a:effectLst/>
              </a:rPr>
              <a:t>int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C0C0C0"/>
                </a:solidFill>
                <a:effectLst/>
              </a:rPr>
              <a:t> </a:t>
            </a:r>
            <a:r>
              <a:rPr kumimoji="0" lang="zh-CN" altLang="zh-CN" b="1" i="0" u="none" strike="noStrike" cap="none" normalizeH="0" baseline="0">
                <a:ln>
                  <a:noFill/>
                </a:ln>
                <a:solidFill>
                  <a:srgbClr val="092E64"/>
                </a:solidFill>
                <a:effectLst/>
              </a:rPr>
              <a:t>val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C0C0C0"/>
                </a:solidFill>
                <a:effectLst/>
              </a:rPr>
              <a:t> 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=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C0C0C0"/>
                </a:solidFill>
                <a:effectLst/>
              </a:rPr>
              <a:t> 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800000"/>
                </a:solidFill>
                <a:effectLst/>
              </a:rPr>
              <a:t>lbl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-&gt;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00677C"/>
                </a:solidFill>
                <a:effectLst/>
              </a:rPr>
              <a:t>text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().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00677C"/>
                </a:solidFill>
                <a:effectLst/>
              </a:rPr>
              <a:t>toInt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(); </a:t>
            </a:r>
            <a:endParaRPr kumimoji="0" lang="en-US" altLang="zh-CN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lvl="1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800000"/>
                </a:solidFill>
                <a:effectLst/>
              </a:rPr>
              <a:t>lbl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-&gt;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00677C"/>
                </a:solidFill>
                <a:effectLst/>
              </a:rPr>
              <a:t>setText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(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800080"/>
                </a:solidFill>
                <a:effectLst/>
              </a:rPr>
              <a:t>QString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::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00677C"/>
                </a:solidFill>
                <a:effectLst/>
              </a:rPr>
              <a:t>number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(</a:t>
            </a:r>
            <a:r>
              <a:rPr kumimoji="0" lang="en-US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++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092E64"/>
                </a:solidFill>
                <a:effectLst/>
              </a:rPr>
              <a:t>val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)); </a:t>
            </a:r>
            <a:endParaRPr kumimoji="0" lang="en-US" altLang="zh-CN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} </a:t>
            </a:r>
            <a:endParaRPr kumimoji="0" lang="en-US" altLang="zh-CN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b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</a:b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808000"/>
                </a:solidFill>
                <a:effectLst/>
              </a:rPr>
              <a:t>void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C0C0C0"/>
                </a:solidFill>
                <a:effectLst/>
              </a:rPr>
              <a:t> 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800080"/>
                </a:solidFill>
                <a:effectLst/>
              </a:rPr>
              <a:t>PlusMinus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::</a:t>
            </a:r>
            <a:r>
              <a:rPr kumimoji="0" lang="zh-CN" altLang="zh-CN" b="1" i="0" u="none" strike="noStrike" cap="none" normalizeH="0" baseline="0">
                <a:ln>
                  <a:noFill/>
                </a:ln>
                <a:solidFill>
                  <a:srgbClr val="00677C"/>
                </a:solidFill>
                <a:effectLst/>
              </a:rPr>
              <a:t>OnMinus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()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C0C0C0"/>
                </a:solidFill>
                <a:effectLst/>
              </a:rPr>
              <a:t> </a:t>
            </a:r>
            <a:endParaRPr kumimoji="0" lang="en-US" altLang="zh-CN" b="0" i="0" u="none" strike="noStrike" cap="none" normalizeH="0" baseline="0">
              <a:ln>
                <a:noFill/>
              </a:ln>
              <a:solidFill>
                <a:srgbClr val="C0C0C0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{ </a:t>
            </a:r>
            <a:endParaRPr kumimoji="0" lang="en-US" altLang="zh-CN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lvl="1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808000"/>
                </a:solidFill>
                <a:effectLst/>
              </a:rPr>
              <a:t>int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C0C0C0"/>
                </a:solidFill>
                <a:effectLst/>
              </a:rPr>
              <a:t> </a:t>
            </a:r>
            <a:r>
              <a:rPr kumimoji="0" lang="zh-CN" altLang="zh-CN" b="1" i="0" u="none" strike="noStrike" cap="none" normalizeH="0" baseline="0">
                <a:ln>
                  <a:noFill/>
                </a:ln>
                <a:solidFill>
                  <a:srgbClr val="092E64"/>
                </a:solidFill>
                <a:effectLst/>
              </a:rPr>
              <a:t>val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C0C0C0"/>
                </a:solidFill>
                <a:effectLst/>
              </a:rPr>
              <a:t> 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=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C0C0C0"/>
                </a:solidFill>
                <a:effectLst/>
              </a:rPr>
              <a:t> 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800000"/>
                </a:solidFill>
                <a:effectLst/>
              </a:rPr>
              <a:t>lbl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-&gt;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00677C"/>
                </a:solidFill>
                <a:effectLst/>
              </a:rPr>
              <a:t>text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().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00677C"/>
                </a:solidFill>
                <a:effectLst/>
              </a:rPr>
              <a:t>toInt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(); </a:t>
            </a:r>
            <a:endParaRPr kumimoji="0" lang="en-US" altLang="zh-CN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lvl="1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800000"/>
                </a:solidFill>
                <a:effectLst/>
              </a:rPr>
              <a:t>lbl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-&gt;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00677C"/>
                </a:solidFill>
                <a:effectLst/>
              </a:rPr>
              <a:t>setText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(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800080"/>
                </a:solidFill>
                <a:effectLst/>
              </a:rPr>
              <a:t>QString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::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00677C"/>
                </a:solidFill>
                <a:effectLst/>
              </a:rPr>
              <a:t>number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(</a:t>
            </a:r>
            <a:r>
              <a:rPr kumimoji="0" lang="en-US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--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092E64"/>
                </a:solidFill>
                <a:effectLst/>
              </a:rPr>
              <a:t>val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)); </a:t>
            </a:r>
            <a:endParaRPr kumimoji="0" lang="en-US" altLang="zh-CN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} </a:t>
            </a:r>
          </a:p>
        </p:txBody>
      </p:sp>
    </p:spTree>
    <p:extLst>
      <p:ext uri="{BB962C8B-B14F-4D97-AF65-F5344CB8AC3E}">
        <p14:creationId xmlns:p14="http://schemas.microsoft.com/office/powerpoint/2010/main" val="131816167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文本框 5">
            <a:extLst>
              <a:ext uri="{FF2B5EF4-FFF2-40B4-BE49-F238E27FC236}">
                <a16:creationId xmlns:a16="http://schemas.microsoft.com/office/drawing/2014/main" id="{C33E7A4D-A40C-8B14-4878-7A0AB49B4613}"/>
              </a:ext>
            </a:extLst>
          </p:cNvPr>
          <p:cNvSpPr txBox="1"/>
          <p:nvPr/>
        </p:nvSpPr>
        <p:spPr>
          <a:xfrm>
            <a:off x="909795" y="798771"/>
            <a:ext cx="8831898" cy="1200329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zh-CN" altLang="zh-CN" b="0" i="0" u="none" strike="noStrike" cap="none" normalizeH="0" baseline="0" dirty="0">
                <a:ln>
                  <a:noFill/>
                </a:ln>
                <a:solidFill>
                  <a:srgbClr val="00677C"/>
                </a:solidFill>
                <a:effectLst/>
              </a:rPr>
              <a:t>setWindowFlag</a:t>
            </a:r>
            <a:r>
              <a:rPr kumimoji="0" lang="zh-CN" altLang="zh-CN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(</a:t>
            </a:r>
            <a:r>
              <a:rPr kumimoji="0" lang="zh-CN" altLang="zh-CN" b="0" i="0" u="none" strike="noStrike" cap="none" normalizeH="0" baseline="0" dirty="0">
                <a:ln>
                  <a:noFill/>
                </a:ln>
                <a:solidFill>
                  <a:srgbClr val="800080"/>
                </a:solidFill>
                <a:effectLst/>
              </a:rPr>
              <a:t>Qt</a:t>
            </a:r>
            <a:r>
              <a:rPr kumimoji="0" lang="zh-CN" altLang="zh-CN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::</a:t>
            </a:r>
            <a:r>
              <a:rPr kumimoji="0" lang="zh-CN" altLang="zh-CN" b="0" i="0" u="none" strike="noStrike" cap="none" normalizeH="0" baseline="0" dirty="0">
                <a:ln>
                  <a:noFill/>
                </a:ln>
                <a:solidFill>
                  <a:srgbClr val="800080"/>
                </a:solidFill>
                <a:effectLst/>
              </a:rPr>
              <a:t>FramelessWindowHint</a:t>
            </a:r>
            <a:r>
              <a:rPr kumimoji="0" lang="zh-CN" altLang="zh-CN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);</a:t>
            </a:r>
            <a:r>
              <a:rPr kumimoji="0" lang="zh-CN" altLang="zh-CN" b="0" i="0" u="none" strike="noStrike" cap="none" normalizeH="0" baseline="0" dirty="0">
                <a:ln>
                  <a:noFill/>
                </a:ln>
                <a:solidFill>
                  <a:srgbClr val="C0C0C0"/>
                </a:solidFill>
                <a:effectLst/>
              </a:rPr>
              <a:t> </a:t>
            </a:r>
            <a:r>
              <a:rPr kumimoji="0" lang="zh-CN" altLang="zh-CN" b="0" i="0" u="none" strike="noStrike" cap="none" normalizeH="0" baseline="0" dirty="0">
                <a:ln>
                  <a:noFill/>
                </a:ln>
                <a:solidFill>
                  <a:srgbClr val="008000"/>
                </a:solidFill>
                <a:effectLst/>
              </a:rPr>
              <a:t>//</a:t>
            </a:r>
            <a:r>
              <a:rPr kumimoji="0" lang="zh-CN" altLang="zh-CN" b="0" i="0" u="none" strike="noStrike" cap="none" normalizeH="0" baseline="0" dirty="0">
                <a:ln>
                  <a:noFill/>
                </a:ln>
                <a:solidFill>
                  <a:srgbClr val="C0C0C0"/>
                </a:solidFill>
                <a:effectLst/>
              </a:rPr>
              <a:t> </a:t>
            </a:r>
            <a:r>
              <a:rPr kumimoji="0" lang="zh-CN" altLang="zh-CN" b="0" i="0" u="none" strike="noStrike" cap="none" normalizeH="0" baseline="0" dirty="0">
                <a:ln>
                  <a:noFill/>
                </a:ln>
                <a:solidFill>
                  <a:srgbClr val="008000"/>
                </a:solidFill>
                <a:effectLst/>
              </a:rPr>
              <a:t>设置窗口无边框，设置后窗口无法移动</a:t>
            </a:r>
            <a:r>
              <a:rPr kumimoji="0" lang="zh-CN" altLang="zh-CN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br>
              <a:rPr kumimoji="0" lang="zh-CN" altLang="zh-CN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</a:br>
            <a:r>
              <a:rPr kumimoji="0" lang="zh-CN" altLang="zh-CN" b="0" i="0" u="none" strike="noStrike" cap="none" normalizeH="0" baseline="0" dirty="0">
                <a:ln>
                  <a:noFill/>
                </a:ln>
                <a:solidFill>
                  <a:srgbClr val="00677C"/>
                </a:solidFill>
                <a:effectLst/>
              </a:rPr>
              <a:t>setAttribute</a:t>
            </a:r>
            <a:r>
              <a:rPr kumimoji="0" lang="zh-CN" altLang="zh-CN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(</a:t>
            </a:r>
            <a:r>
              <a:rPr kumimoji="0" lang="zh-CN" altLang="zh-CN" b="0" i="0" u="none" strike="noStrike" cap="none" normalizeH="0" baseline="0" dirty="0">
                <a:ln>
                  <a:noFill/>
                </a:ln>
                <a:solidFill>
                  <a:srgbClr val="800080"/>
                </a:solidFill>
                <a:effectLst/>
              </a:rPr>
              <a:t>Qt</a:t>
            </a:r>
            <a:r>
              <a:rPr kumimoji="0" lang="zh-CN" altLang="zh-CN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::</a:t>
            </a:r>
            <a:r>
              <a:rPr kumimoji="0" lang="zh-CN" altLang="zh-CN" b="0" i="0" u="none" strike="noStrike" cap="none" normalizeH="0" baseline="0" dirty="0">
                <a:ln>
                  <a:noFill/>
                </a:ln>
                <a:solidFill>
                  <a:srgbClr val="800080"/>
                </a:solidFill>
                <a:effectLst/>
              </a:rPr>
              <a:t>WA_TranslucentBackground</a:t>
            </a:r>
            <a:r>
              <a:rPr kumimoji="0" lang="zh-CN" altLang="zh-CN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,</a:t>
            </a:r>
            <a:r>
              <a:rPr kumimoji="0" lang="zh-CN" altLang="zh-CN" b="0" i="0" u="none" strike="noStrike" cap="none" normalizeH="0" baseline="0" dirty="0">
                <a:ln>
                  <a:noFill/>
                </a:ln>
                <a:solidFill>
                  <a:srgbClr val="C0C0C0"/>
                </a:solidFill>
                <a:effectLst/>
              </a:rPr>
              <a:t> </a:t>
            </a:r>
            <a:r>
              <a:rPr kumimoji="0" lang="zh-CN" altLang="zh-CN" b="0" i="0" u="none" strike="noStrike" cap="none" normalizeH="0" baseline="0" dirty="0">
                <a:ln>
                  <a:noFill/>
                </a:ln>
                <a:solidFill>
                  <a:srgbClr val="808000"/>
                </a:solidFill>
                <a:effectLst/>
              </a:rPr>
              <a:t>true</a:t>
            </a:r>
            <a:r>
              <a:rPr kumimoji="0" lang="zh-CN" altLang="zh-CN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);</a:t>
            </a:r>
            <a:r>
              <a:rPr kumimoji="0" lang="en-US" altLang="zh-CN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//</a:t>
            </a:r>
            <a:r>
              <a:rPr lang="zh-CN" altLang="en-US" b="0" i="0">
                <a:solidFill>
                  <a:srgbClr val="374151"/>
                </a:solidFill>
                <a:effectLst/>
                <a:latin typeface="Söhne"/>
              </a:rPr>
              <a:t>将窗口的背景设置为半透明</a:t>
            </a:r>
            <a:endParaRPr kumimoji="0" lang="en-US" altLang="zh-CN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lang="en-US" altLang="zh-CN" dirty="0">
              <a:solidFill>
                <a:schemeClr val="tx1"/>
              </a:solidFill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zh-CN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border-image:url</a:t>
            </a:r>
            <a:r>
              <a:rPr kumimoji="0" lang="en-US" altLang="zh-CN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(:/images/button.png);</a:t>
            </a:r>
            <a:r>
              <a:rPr kumimoji="0" lang="zh-CN" altLang="zh-CN" b="0" i="0" u="none" strike="noStrike" cap="none" normalizeH="0" baseline="0" dirty="0">
                <a:ln>
                  <a:noFill/>
                </a:ln>
                <a:solidFill>
                  <a:srgbClr val="008000"/>
                </a:solidFill>
                <a:effectLst/>
              </a:rPr>
              <a:t>//</a:t>
            </a:r>
            <a:r>
              <a:rPr kumimoji="0" lang="zh-CN" altLang="zh-CN" b="0" i="0" u="none" strike="noStrike" cap="none" normalizeH="0" baseline="0" dirty="0">
                <a:ln>
                  <a:noFill/>
                </a:ln>
                <a:solidFill>
                  <a:srgbClr val="C0C0C0"/>
                </a:solidFill>
                <a:effectLst/>
              </a:rPr>
              <a:t> </a:t>
            </a:r>
            <a:r>
              <a:rPr kumimoji="0" lang="zh-CN" altLang="en-US" b="0" i="0" u="none" strike="noStrike" cap="none" normalizeH="0" baseline="0" dirty="0">
                <a:ln>
                  <a:noFill/>
                </a:ln>
                <a:solidFill>
                  <a:srgbClr val="008000"/>
                </a:solidFill>
                <a:effectLst/>
              </a:rPr>
              <a:t>按钮样式</a:t>
            </a:r>
            <a:endParaRPr kumimoji="0" lang="zh-CN" altLang="zh-CN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9401E09B-9D9D-3888-82E6-1904781523D7}"/>
              </a:ext>
            </a:extLst>
          </p:cNvPr>
          <p:cNvSpPr txBox="1"/>
          <p:nvPr/>
        </p:nvSpPr>
        <p:spPr>
          <a:xfrm>
            <a:off x="554038" y="291647"/>
            <a:ext cx="917448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2000" b="1">
                <a:solidFill>
                  <a:schemeClr val="accent3"/>
                </a:solidFill>
              </a:rPr>
              <a:t>无边框透明背景</a:t>
            </a:r>
            <a:endParaRPr lang="en-US" altLang="zh-CN" sz="2000" b="1">
              <a:solidFill>
                <a:schemeClr val="accent3"/>
              </a:solidFill>
            </a:endParaRPr>
          </a:p>
        </p:txBody>
      </p:sp>
      <p:pic>
        <p:nvPicPr>
          <p:cNvPr id="11" name="图片 10">
            <a:extLst>
              <a:ext uri="{FF2B5EF4-FFF2-40B4-BE49-F238E27FC236}">
                <a16:creationId xmlns:a16="http://schemas.microsoft.com/office/drawing/2014/main" id="{E6A42CED-CAEB-9C0A-5358-C87FD30910D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85202" y="2657592"/>
            <a:ext cx="5048250" cy="1219200"/>
          </a:xfrm>
          <a:prstGeom prst="rect">
            <a:avLst/>
          </a:prstGeom>
        </p:spPr>
      </p:pic>
      <p:pic>
        <p:nvPicPr>
          <p:cNvPr id="13" name="图片 12">
            <a:extLst>
              <a:ext uri="{FF2B5EF4-FFF2-40B4-BE49-F238E27FC236}">
                <a16:creationId xmlns:a16="http://schemas.microsoft.com/office/drawing/2014/main" id="{52AD50EA-272A-3BC3-00F9-0AB019B077F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1686" y="2171817"/>
            <a:ext cx="3819525" cy="2190750"/>
          </a:xfrm>
          <a:prstGeom prst="rect">
            <a:avLst/>
          </a:prstGeom>
        </p:spPr>
      </p:pic>
      <p:pic>
        <p:nvPicPr>
          <p:cNvPr id="19" name="图片 18">
            <a:extLst>
              <a:ext uri="{FF2B5EF4-FFF2-40B4-BE49-F238E27FC236}">
                <a16:creationId xmlns:a16="http://schemas.microsoft.com/office/drawing/2014/main" id="{4039F9C7-2338-7D21-9F03-DC223F92C8C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91686" y="4520044"/>
            <a:ext cx="9041766" cy="5085993"/>
          </a:xfrm>
          <a:prstGeom prst="rect">
            <a:avLst/>
          </a:prstGeom>
        </p:spPr>
      </p:pic>
      <p:sp>
        <p:nvSpPr>
          <p:cNvPr id="4" name="文本框 3">
            <a:extLst>
              <a:ext uri="{FF2B5EF4-FFF2-40B4-BE49-F238E27FC236}">
                <a16:creationId xmlns:a16="http://schemas.microsoft.com/office/drawing/2014/main" id="{1BA3891A-1E46-64B4-39E0-274FDE0C82B2}"/>
              </a:ext>
            </a:extLst>
          </p:cNvPr>
          <p:cNvSpPr txBox="1"/>
          <p:nvPr/>
        </p:nvSpPr>
        <p:spPr>
          <a:xfrm>
            <a:off x="692934" y="9627169"/>
            <a:ext cx="1467068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000">
                <a:solidFill>
                  <a:schemeClr val="bg1"/>
                </a:solidFill>
              </a:rPr>
              <a:t>添加移动：</a:t>
            </a:r>
            <a:endParaRPr lang="zh-CN" altLang="en-US" sz="2000" dirty="0">
              <a:solidFill>
                <a:schemeClr val="bg1"/>
              </a:solidFill>
            </a:endParaRPr>
          </a:p>
        </p:txBody>
      </p:sp>
      <p:pic>
        <p:nvPicPr>
          <p:cNvPr id="8" name="图片 7">
            <a:extLst>
              <a:ext uri="{FF2B5EF4-FFF2-40B4-BE49-F238E27FC236}">
                <a16:creationId xmlns:a16="http://schemas.microsoft.com/office/drawing/2014/main" id="{63FED26F-76CC-F57C-BFBD-D828CC6E0842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83443" y="10052919"/>
            <a:ext cx="8858250" cy="26955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0307653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文本框 5">
            <a:extLst>
              <a:ext uri="{FF2B5EF4-FFF2-40B4-BE49-F238E27FC236}">
                <a16:creationId xmlns:a16="http://schemas.microsoft.com/office/drawing/2014/main" id="{5691A4DA-2B98-DC2F-775D-276896CFA6EC}"/>
              </a:ext>
            </a:extLst>
          </p:cNvPr>
          <p:cNvSpPr txBox="1"/>
          <p:nvPr/>
        </p:nvSpPr>
        <p:spPr>
          <a:xfrm>
            <a:off x="692934" y="2292441"/>
            <a:ext cx="9388615" cy="5632311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zh-CN" altLang="zh-CN" b="0" i="0" u="none" strike="noStrike" cap="none" normalizeH="0" baseline="0" dirty="0">
                <a:ln>
                  <a:noFill/>
                </a:ln>
                <a:solidFill>
                  <a:srgbClr val="800080"/>
                </a:solidFill>
                <a:effectLst/>
              </a:rPr>
              <a:t>QPoint</a:t>
            </a:r>
            <a:r>
              <a:rPr kumimoji="0" lang="zh-CN" altLang="zh-CN" b="0" i="0" u="none" strike="noStrike" cap="none" normalizeH="0" baseline="0" dirty="0">
                <a:ln>
                  <a:noFill/>
                </a:ln>
                <a:solidFill>
                  <a:srgbClr val="C0C0C0"/>
                </a:solidFill>
                <a:effectLst/>
              </a:rPr>
              <a:t> </a:t>
            </a:r>
            <a:r>
              <a:rPr kumimoji="0" lang="zh-CN" altLang="zh-CN" b="1" i="0" u="none" strike="noStrike" cap="none" normalizeH="0" baseline="0" dirty="0">
                <a:ln>
                  <a:noFill/>
                </a:ln>
                <a:solidFill>
                  <a:srgbClr val="CE5C00"/>
                </a:solidFill>
                <a:effectLst/>
              </a:rPr>
              <a:t>winPos</a:t>
            </a:r>
            <a:r>
              <a:rPr kumimoji="0" lang="zh-CN" altLang="zh-CN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;</a:t>
            </a:r>
            <a:r>
              <a:rPr kumimoji="0" lang="zh-CN" altLang="zh-CN" b="0" i="0" u="none" strike="noStrike" cap="none" normalizeH="0" baseline="0" dirty="0">
                <a:ln>
                  <a:noFill/>
                </a:ln>
                <a:solidFill>
                  <a:srgbClr val="008000"/>
                </a:solidFill>
                <a:effectLst/>
              </a:rPr>
              <a:t>//鼠标</a:t>
            </a:r>
            <a:r>
              <a:rPr kumimoji="0" lang="zh-CN" altLang="en-US" b="0" i="0" u="none" strike="noStrike" cap="none" normalizeH="0" baseline="0" dirty="0">
                <a:ln>
                  <a:noFill/>
                </a:ln>
                <a:solidFill>
                  <a:srgbClr val="008000"/>
                </a:solidFill>
                <a:effectLst/>
              </a:rPr>
              <a:t>相对</a:t>
            </a:r>
            <a:r>
              <a:rPr kumimoji="0" lang="zh-CN" altLang="en-US" b="0" i="0" u="none" strike="noStrike" cap="none" normalizeH="0" baseline="0">
                <a:ln>
                  <a:noFill/>
                </a:ln>
                <a:solidFill>
                  <a:srgbClr val="008000"/>
                </a:solidFill>
                <a:effectLst/>
              </a:rPr>
              <a:t>于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008000"/>
                </a:solidFill>
                <a:effectLst/>
              </a:rPr>
              <a:t>窗口</a:t>
            </a:r>
            <a:r>
              <a:rPr lang="zh-CN" altLang="en-US">
                <a:solidFill>
                  <a:srgbClr val="008000"/>
                </a:solidFill>
              </a:rPr>
              <a:t>左上角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008000"/>
                </a:solidFill>
                <a:effectLst/>
              </a:rPr>
              <a:t>坐标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br>
              <a:rPr kumimoji="0" lang="zh-CN" altLang="zh-CN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</a:br>
            <a:r>
              <a:rPr kumimoji="0" lang="zh-CN" altLang="zh-CN" b="0" i="0" u="none" strike="noStrike" cap="none" normalizeH="0" baseline="0" dirty="0">
                <a:ln>
                  <a:noFill/>
                </a:ln>
                <a:solidFill>
                  <a:srgbClr val="808000"/>
                </a:solidFill>
                <a:effectLst/>
              </a:rPr>
              <a:t>void</a:t>
            </a:r>
            <a:r>
              <a:rPr kumimoji="0" lang="zh-CN" altLang="zh-CN" b="0" i="0" u="none" strike="noStrike" cap="none" normalizeH="0" baseline="0" dirty="0">
                <a:ln>
                  <a:noFill/>
                </a:ln>
                <a:solidFill>
                  <a:srgbClr val="C0C0C0"/>
                </a:solidFill>
                <a:effectLst/>
              </a:rPr>
              <a:t> </a:t>
            </a:r>
            <a:r>
              <a:rPr kumimoji="0" lang="zh-CN" altLang="zh-CN" b="0" i="0" u="none" strike="noStrike" cap="none" normalizeH="0" baseline="0" dirty="0">
                <a:ln>
                  <a:noFill/>
                </a:ln>
                <a:solidFill>
                  <a:srgbClr val="800080"/>
                </a:solidFill>
                <a:effectLst/>
              </a:rPr>
              <a:t>Dialog</a:t>
            </a:r>
            <a:r>
              <a:rPr kumimoji="0" lang="zh-CN" altLang="zh-CN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::</a:t>
            </a:r>
            <a:r>
              <a:rPr kumimoji="0" lang="zh-CN" altLang="zh-CN" b="1" i="1" u="none" strike="noStrike" cap="none" normalizeH="0" baseline="0" dirty="0">
                <a:ln>
                  <a:noFill/>
                </a:ln>
                <a:solidFill>
                  <a:srgbClr val="00677C"/>
                </a:solidFill>
                <a:effectLst/>
              </a:rPr>
              <a:t>mouseReleaseEvent</a:t>
            </a:r>
            <a:r>
              <a:rPr kumimoji="0" lang="zh-CN" altLang="zh-CN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(</a:t>
            </a:r>
            <a:r>
              <a:rPr kumimoji="0" lang="zh-CN" altLang="zh-CN" b="0" i="0" u="none" strike="noStrike" cap="none" normalizeH="0" baseline="0" dirty="0">
                <a:ln>
                  <a:noFill/>
                </a:ln>
                <a:solidFill>
                  <a:srgbClr val="800080"/>
                </a:solidFill>
                <a:effectLst/>
              </a:rPr>
              <a:t>QMouseEvent</a:t>
            </a:r>
            <a:r>
              <a:rPr kumimoji="0" lang="zh-CN" altLang="zh-CN" b="0" i="0" u="none" strike="noStrike" cap="none" normalizeH="0" baseline="0" dirty="0">
                <a:ln>
                  <a:noFill/>
                </a:ln>
                <a:solidFill>
                  <a:srgbClr val="C0C0C0"/>
                </a:solidFill>
                <a:effectLst/>
              </a:rPr>
              <a:t> </a:t>
            </a:r>
            <a:r>
              <a:rPr kumimoji="0" lang="zh-CN" altLang="zh-CN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*</a:t>
            </a:r>
            <a:r>
              <a:rPr kumimoji="0" lang="zh-CN" altLang="zh-CN" b="1" i="0" u="none" strike="noStrike" cap="none" normalizeH="0" baseline="0" dirty="0">
                <a:ln>
                  <a:noFill/>
                </a:ln>
                <a:solidFill>
                  <a:srgbClr val="092E64"/>
                </a:solidFill>
                <a:effectLst/>
              </a:rPr>
              <a:t>event</a:t>
            </a:r>
            <a:r>
              <a:rPr kumimoji="0" lang="zh-CN" altLang="zh-CN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) </a:t>
            </a:r>
            <a:endParaRPr kumimoji="0" lang="en-US" altLang="zh-CN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zh-CN" altLang="zh-CN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{ </a:t>
            </a:r>
            <a:endParaRPr kumimoji="0" lang="en-US" altLang="zh-CN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lvl="1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kumimoji="0" lang="zh-CN" altLang="zh-CN" b="0" i="0" u="none" strike="noStrike" cap="none" normalizeH="0" baseline="0" dirty="0">
                <a:ln>
                  <a:noFill/>
                </a:ln>
                <a:solidFill>
                  <a:srgbClr val="CE5C00"/>
                </a:solidFill>
                <a:effectLst/>
              </a:rPr>
              <a:t>winPos</a:t>
            </a:r>
            <a:r>
              <a:rPr kumimoji="0" lang="zh-CN" altLang="zh-CN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=</a:t>
            </a:r>
            <a:r>
              <a:rPr kumimoji="0" lang="zh-CN" altLang="zh-CN" b="0" i="0" u="none" strike="noStrike" cap="none" normalizeH="0" baseline="0" dirty="0">
                <a:ln>
                  <a:noFill/>
                </a:ln>
                <a:solidFill>
                  <a:srgbClr val="800080"/>
                </a:solidFill>
                <a:effectLst/>
              </a:rPr>
              <a:t>QPoint</a:t>
            </a:r>
            <a:r>
              <a:rPr kumimoji="0" lang="zh-CN" altLang="zh-CN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(); </a:t>
            </a:r>
            <a:endParaRPr kumimoji="0" lang="en-US" altLang="zh-CN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zh-CN" altLang="zh-CN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} </a:t>
            </a:r>
            <a:endParaRPr kumimoji="0" lang="en-US" altLang="zh-CN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br>
              <a:rPr kumimoji="0" lang="zh-CN" altLang="zh-CN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</a:br>
            <a:r>
              <a:rPr kumimoji="0" lang="zh-CN" altLang="zh-CN" b="0" i="0" u="none" strike="noStrike" cap="none" normalizeH="0" baseline="0" dirty="0">
                <a:ln>
                  <a:noFill/>
                </a:ln>
                <a:solidFill>
                  <a:srgbClr val="808000"/>
                </a:solidFill>
                <a:effectLst/>
              </a:rPr>
              <a:t>void</a:t>
            </a:r>
            <a:r>
              <a:rPr kumimoji="0" lang="zh-CN" altLang="zh-CN" b="0" i="0" u="none" strike="noStrike" cap="none" normalizeH="0" baseline="0" dirty="0">
                <a:ln>
                  <a:noFill/>
                </a:ln>
                <a:solidFill>
                  <a:srgbClr val="C0C0C0"/>
                </a:solidFill>
                <a:effectLst/>
              </a:rPr>
              <a:t> </a:t>
            </a:r>
            <a:r>
              <a:rPr kumimoji="0" lang="zh-CN" altLang="zh-CN" b="0" i="0" u="none" strike="noStrike" cap="none" normalizeH="0" baseline="0" dirty="0">
                <a:ln>
                  <a:noFill/>
                </a:ln>
                <a:solidFill>
                  <a:srgbClr val="800080"/>
                </a:solidFill>
                <a:effectLst/>
              </a:rPr>
              <a:t>Dialog</a:t>
            </a:r>
            <a:r>
              <a:rPr kumimoji="0" lang="zh-CN" altLang="zh-CN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::</a:t>
            </a:r>
            <a:r>
              <a:rPr kumimoji="0" lang="zh-CN" altLang="zh-CN" b="1" i="1" u="none" strike="noStrike" cap="none" normalizeH="0" baseline="0" dirty="0">
                <a:ln>
                  <a:noFill/>
                </a:ln>
                <a:solidFill>
                  <a:srgbClr val="00677C"/>
                </a:solidFill>
                <a:effectLst/>
              </a:rPr>
              <a:t>mousePressEvent</a:t>
            </a:r>
            <a:r>
              <a:rPr kumimoji="0" lang="zh-CN" altLang="zh-CN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(</a:t>
            </a:r>
            <a:r>
              <a:rPr kumimoji="0" lang="zh-CN" altLang="zh-CN" b="0" i="0" u="none" strike="noStrike" cap="none" normalizeH="0" baseline="0" dirty="0">
                <a:ln>
                  <a:noFill/>
                </a:ln>
                <a:solidFill>
                  <a:srgbClr val="800080"/>
                </a:solidFill>
                <a:effectLst/>
              </a:rPr>
              <a:t>QMouseEvent</a:t>
            </a:r>
            <a:r>
              <a:rPr kumimoji="0" lang="zh-CN" altLang="zh-CN" b="0" i="0" u="none" strike="noStrike" cap="none" normalizeH="0" baseline="0" dirty="0">
                <a:ln>
                  <a:noFill/>
                </a:ln>
                <a:solidFill>
                  <a:srgbClr val="C0C0C0"/>
                </a:solidFill>
                <a:effectLst/>
              </a:rPr>
              <a:t> </a:t>
            </a:r>
            <a:r>
              <a:rPr kumimoji="0" lang="zh-CN" altLang="zh-CN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*</a:t>
            </a:r>
            <a:r>
              <a:rPr kumimoji="0" lang="zh-CN" altLang="zh-CN" b="1" i="0" u="none" strike="noStrike" cap="none" normalizeH="0" baseline="0" dirty="0">
                <a:ln>
                  <a:noFill/>
                </a:ln>
                <a:solidFill>
                  <a:srgbClr val="092E64"/>
                </a:solidFill>
                <a:effectLst/>
              </a:rPr>
              <a:t>event</a:t>
            </a:r>
            <a:r>
              <a:rPr kumimoji="0" lang="zh-CN" altLang="zh-CN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) </a:t>
            </a:r>
            <a:endParaRPr kumimoji="0" lang="en-US" altLang="zh-CN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zh-CN" altLang="zh-CN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{ </a:t>
            </a:r>
            <a:endParaRPr kumimoji="0" lang="en-US" altLang="zh-CN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lvl="1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kumimoji="0" lang="zh-CN" altLang="zh-CN" b="0" i="0" u="none" strike="noStrike" cap="none" normalizeH="0" baseline="0" dirty="0">
                <a:ln>
                  <a:noFill/>
                </a:ln>
                <a:solidFill>
                  <a:srgbClr val="800080"/>
                </a:solidFill>
                <a:effectLst/>
              </a:rPr>
              <a:t>QPoint</a:t>
            </a:r>
            <a:r>
              <a:rPr kumimoji="0" lang="zh-CN" altLang="zh-CN" b="0" i="0" u="none" strike="noStrike" cap="none" normalizeH="0" baseline="0" dirty="0">
                <a:ln>
                  <a:noFill/>
                </a:ln>
                <a:solidFill>
                  <a:srgbClr val="C0C0C0"/>
                </a:solidFill>
                <a:effectLst/>
              </a:rPr>
              <a:t> </a:t>
            </a:r>
            <a:r>
              <a:rPr kumimoji="0" lang="zh-CN" altLang="zh-CN" b="1" i="0" u="none" strike="noStrike" cap="none" normalizeH="0" baseline="0" dirty="0">
                <a:ln>
                  <a:noFill/>
                </a:ln>
                <a:solidFill>
                  <a:srgbClr val="092E64"/>
                </a:solidFill>
                <a:effectLst/>
              </a:rPr>
              <a:t>mousePos</a:t>
            </a:r>
            <a:r>
              <a:rPr kumimoji="0" lang="zh-CN" altLang="zh-CN" b="0" i="0" u="none" strike="noStrike" cap="none" normalizeH="0" baseline="0" dirty="0">
                <a:ln>
                  <a:noFill/>
                </a:ln>
                <a:solidFill>
                  <a:srgbClr val="C0C0C0"/>
                </a:solidFill>
                <a:effectLst/>
              </a:rPr>
              <a:t> </a:t>
            </a:r>
            <a:r>
              <a:rPr kumimoji="0" lang="zh-CN" altLang="zh-CN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=</a:t>
            </a:r>
            <a:r>
              <a:rPr kumimoji="0" lang="zh-CN" altLang="zh-CN" b="0" i="0" u="none" strike="noStrike" cap="none" normalizeH="0" baseline="0" dirty="0">
                <a:ln>
                  <a:noFill/>
                </a:ln>
                <a:solidFill>
                  <a:srgbClr val="C0C0C0"/>
                </a:solidFill>
                <a:effectLst/>
              </a:rPr>
              <a:t> </a:t>
            </a:r>
            <a:r>
              <a:rPr kumimoji="0" lang="zh-CN" altLang="zh-CN" b="0" i="0" u="none" strike="noStrike" cap="none" normalizeH="0" baseline="0" dirty="0">
                <a:ln>
                  <a:noFill/>
                </a:ln>
                <a:solidFill>
                  <a:srgbClr val="092E64"/>
                </a:solidFill>
                <a:effectLst/>
              </a:rPr>
              <a:t>event</a:t>
            </a:r>
            <a:r>
              <a:rPr kumimoji="0" lang="zh-CN" altLang="zh-CN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-&gt;</a:t>
            </a:r>
            <a:r>
              <a:rPr kumimoji="0" lang="zh-CN" altLang="zh-CN" b="0" i="0" u="none" strike="noStrike" cap="none" normalizeH="0" baseline="0" dirty="0">
                <a:ln>
                  <a:noFill/>
                </a:ln>
                <a:solidFill>
                  <a:srgbClr val="00677C"/>
                </a:solidFill>
                <a:effectLst/>
              </a:rPr>
              <a:t>globalPosition</a:t>
            </a:r>
            <a:r>
              <a:rPr kumimoji="0" lang="zh-CN" altLang="zh-CN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().</a:t>
            </a:r>
            <a:r>
              <a:rPr kumimoji="0" lang="zh-CN" altLang="zh-CN" b="0" i="0" u="none" strike="noStrike" cap="none" normalizeH="0" baseline="0" dirty="0">
                <a:ln>
                  <a:noFill/>
                </a:ln>
                <a:solidFill>
                  <a:srgbClr val="00677C"/>
                </a:solidFill>
                <a:effectLst/>
              </a:rPr>
              <a:t>toPoint</a:t>
            </a:r>
            <a:r>
              <a:rPr kumimoji="0" lang="zh-CN" altLang="zh-CN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();</a:t>
            </a:r>
            <a:r>
              <a:rPr kumimoji="0" lang="zh-CN" altLang="zh-CN" b="0" i="0" u="none" strike="noStrike" cap="none" normalizeH="0" baseline="0" dirty="0">
                <a:ln>
                  <a:noFill/>
                </a:ln>
                <a:solidFill>
                  <a:srgbClr val="008000"/>
                </a:solidFill>
                <a:effectLst/>
              </a:rPr>
              <a:t>//鼠标相对于屏幕的坐标</a:t>
            </a:r>
            <a:r>
              <a:rPr kumimoji="0" lang="zh-CN" altLang="zh-CN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endParaRPr kumimoji="0" lang="en-US" altLang="zh-CN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lvl="1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kumimoji="0" lang="zh-CN" altLang="zh-CN" b="0" i="0" u="none" strike="noStrike" cap="none" normalizeH="0" baseline="0" dirty="0">
                <a:ln>
                  <a:noFill/>
                </a:ln>
                <a:solidFill>
                  <a:srgbClr val="800080"/>
                </a:solidFill>
                <a:effectLst/>
              </a:rPr>
              <a:t>QPoint</a:t>
            </a:r>
            <a:r>
              <a:rPr kumimoji="0" lang="zh-CN" altLang="zh-CN" b="0" i="0" u="none" strike="noStrike" cap="none" normalizeH="0" baseline="0" dirty="0">
                <a:ln>
                  <a:noFill/>
                </a:ln>
                <a:solidFill>
                  <a:srgbClr val="C0C0C0"/>
                </a:solidFill>
                <a:effectLst/>
              </a:rPr>
              <a:t> </a:t>
            </a:r>
            <a:r>
              <a:rPr kumimoji="0" lang="zh-CN" altLang="zh-CN" b="1" i="0" u="none" strike="noStrike" cap="none" normalizeH="0" baseline="0" dirty="0">
                <a:ln>
                  <a:noFill/>
                </a:ln>
                <a:solidFill>
                  <a:srgbClr val="092E64"/>
                </a:solidFill>
                <a:effectLst/>
              </a:rPr>
              <a:t>topleft</a:t>
            </a:r>
            <a:r>
              <a:rPr kumimoji="0" lang="zh-CN" altLang="zh-CN" b="0" i="0" u="none" strike="noStrike" cap="none" normalizeH="0" baseline="0" dirty="0">
                <a:ln>
                  <a:noFill/>
                </a:ln>
                <a:solidFill>
                  <a:srgbClr val="C0C0C0"/>
                </a:solidFill>
                <a:effectLst/>
              </a:rPr>
              <a:t> </a:t>
            </a:r>
            <a:r>
              <a:rPr kumimoji="0" lang="zh-CN" altLang="zh-CN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=</a:t>
            </a:r>
            <a:r>
              <a:rPr kumimoji="0" lang="zh-CN" altLang="zh-CN" b="0" i="0" u="none" strike="noStrike" cap="none" normalizeH="0" baseline="0" dirty="0">
                <a:ln>
                  <a:noFill/>
                </a:ln>
                <a:solidFill>
                  <a:srgbClr val="C0C0C0"/>
                </a:solidFill>
                <a:effectLst/>
              </a:rPr>
              <a:t> </a:t>
            </a:r>
            <a:r>
              <a:rPr kumimoji="0" lang="zh-CN" altLang="zh-CN" b="0" i="0" u="none" strike="noStrike" cap="none" normalizeH="0" baseline="0" dirty="0">
                <a:ln>
                  <a:noFill/>
                </a:ln>
                <a:solidFill>
                  <a:srgbClr val="808000"/>
                </a:solidFill>
                <a:effectLst/>
              </a:rPr>
              <a:t>this</a:t>
            </a:r>
            <a:r>
              <a:rPr kumimoji="0" lang="zh-CN" altLang="zh-CN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-&gt;</a:t>
            </a:r>
            <a:r>
              <a:rPr kumimoji="0" lang="zh-CN" altLang="zh-CN" b="0" i="0" u="none" strike="noStrike" cap="none" normalizeH="0" baseline="0" dirty="0">
                <a:ln>
                  <a:noFill/>
                </a:ln>
                <a:solidFill>
                  <a:srgbClr val="00677C"/>
                </a:solidFill>
                <a:effectLst/>
              </a:rPr>
              <a:t>geometry</a:t>
            </a:r>
            <a:r>
              <a:rPr kumimoji="0" lang="zh-CN" altLang="zh-CN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().</a:t>
            </a:r>
            <a:r>
              <a:rPr kumimoji="0" lang="zh-CN" altLang="zh-CN" b="0" i="0" u="none" strike="noStrike" cap="none" normalizeH="0" baseline="0" dirty="0">
                <a:ln>
                  <a:noFill/>
                </a:ln>
                <a:solidFill>
                  <a:srgbClr val="00677C"/>
                </a:solidFill>
                <a:effectLst/>
              </a:rPr>
              <a:t>topLeft</a:t>
            </a:r>
            <a:r>
              <a:rPr kumimoji="0" lang="zh-CN" altLang="zh-CN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();</a:t>
            </a:r>
            <a:r>
              <a:rPr kumimoji="0" lang="zh-CN" altLang="zh-CN" b="0" i="0" u="none" strike="noStrike" cap="none" normalizeH="0" baseline="0" dirty="0">
                <a:ln>
                  <a:noFill/>
                </a:ln>
                <a:solidFill>
                  <a:srgbClr val="008000"/>
                </a:solidFill>
                <a:effectLst/>
              </a:rPr>
              <a:t>//窗口左上角相对于屏幕的坐标</a:t>
            </a:r>
            <a:r>
              <a:rPr kumimoji="0" lang="zh-CN" altLang="zh-CN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br>
              <a:rPr kumimoji="0" lang="zh-CN" altLang="zh-CN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</a:br>
            <a:r>
              <a:rPr kumimoji="0" lang="zh-CN" altLang="zh-CN" b="0" i="0" u="none" strike="noStrike" cap="none" normalizeH="0" baseline="0" dirty="0">
                <a:ln>
                  <a:noFill/>
                </a:ln>
                <a:solidFill>
                  <a:srgbClr val="008000"/>
                </a:solidFill>
                <a:effectLst/>
              </a:rPr>
              <a:t>//将鼠标相对于窗口的坐标保存</a:t>
            </a:r>
            <a:r>
              <a:rPr kumimoji="0" lang="zh-CN" altLang="zh-CN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endParaRPr kumimoji="0" lang="en-US" altLang="zh-CN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lvl="1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kumimoji="0" lang="zh-CN" altLang="zh-CN" b="0" i="0" u="none" strike="noStrike" cap="none" normalizeH="0" baseline="0" dirty="0">
                <a:ln>
                  <a:noFill/>
                </a:ln>
                <a:solidFill>
                  <a:srgbClr val="CE5C00"/>
                </a:solidFill>
                <a:effectLst/>
              </a:rPr>
              <a:t>winPos</a:t>
            </a:r>
            <a:r>
              <a:rPr kumimoji="0" lang="zh-CN" altLang="zh-CN" b="0" i="0" u="none" strike="noStrike" cap="none" normalizeH="0" baseline="0" dirty="0">
                <a:ln>
                  <a:noFill/>
                </a:ln>
                <a:solidFill>
                  <a:srgbClr val="00677C"/>
                </a:solidFill>
                <a:effectLst/>
              </a:rPr>
              <a:t>=</a:t>
            </a:r>
            <a:r>
              <a:rPr kumimoji="0" lang="zh-CN" altLang="zh-CN" b="0" i="0" u="none" strike="noStrike" cap="none" normalizeH="0" baseline="0" dirty="0">
                <a:ln>
                  <a:noFill/>
                </a:ln>
                <a:solidFill>
                  <a:srgbClr val="092E64"/>
                </a:solidFill>
                <a:effectLst/>
              </a:rPr>
              <a:t>mousePos</a:t>
            </a:r>
            <a:r>
              <a:rPr kumimoji="0" lang="zh-CN" altLang="zh-CN" b="0" i="0" u="none" strike="noStrike" cap="none" normalizeH="0" baseline="0" dirty="0">
                <a:ln>
                  <a:noFill/>
                </a:ln>
                <a:solidFill>
                  <a:srgbClr val="00677C"/>
                </a:solidFill>
                <a:effectLst/>
              </a:rPr>
              <a:t>-</a:t>
            </a:r>
            <a:r>
              <a:rPr kumimoji="0" lang="zh-CN" altLang="zh-CN" b="0" i="0" u="none" strike="noStrike" cap="none" normalizeH="0" baseline="0" dirty="0">
                <a:ln>
                  <a:noFill/>
                </a:ln>
                <a:solidFill>
                  <a:srgbClr val="092E64"/>
                </a:solidFill>
                <a:effectLst/>
              </a:rPr>
              <a:t>topleft</a:t>
            </a:r>
            <a:r>
              <a:rPr kumimoji="0" lang="zh-CN" altLang="zh-CN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; </a:t>
            </a:r>
            <a:endParaRPr kumimoji="0" lang="en-US" altLang="zh-CN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zh-CN" altLang="zh-CN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} </a:t>
            </a:r>
            <a:endParaRPr kumimoji="0" lang="en-US" altLang="zh-CN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br>
              <a:rPr kumimoji="0" lang="zh-CN" altLang="zh-CN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</a:br>
            <a:r>
              <a:rPr kumimoji="0" lang="zh-CN" altLang="zh-CN" b="0" i="0" u="none" strike="noStrike" cap="none" normalizeH="0" baseline="0" dirty="0">
                <a:ln>
                  <a:noFill/>
                </a:ln>
                <a:solidFill>
                  <a:srgbClr val="808000"/>
                </a:solidFill>
                <a:effectLst/>
              </a:rPr>
              <a:t>void</a:t>
            </a:r>
            <a:r>
              <a:rPr kumimoji="0" lang="zh-CN" altLang="zh-CN" b="0" i="0" u="none" strike="noStrike" cap="none" normalizeH="0" baseline="0" dirty="0">
                <a:ln>
                  <a:noFill/>
                </a:ln>
                <a:solidFill>
                  <a:srgbClr val="C0C0C0"/>
                </a:solidFill>
                <a:effectLst/>
              </a:rPr>
              <a:t> </a:t>
            </a:r>
            <a:r>
              <a:rPr kumimoji="0" lang="zh-CN" altLang="zh-CN" b="0" i="0" u="none" strike="noStrike" cap="none" normalizeH="0" baseline="0" dirty="0">
                <a:ln>
                  <a:noFill/>
                </a:ln>
                <a:solidFill>
                  <a:srgbClr val="800080"/>
                </a:solidFill>
                <a:effectLst/>
              </a:rPr>
              <a:t>Dialog</a:t>
            </a:r>
            <a:r>
              <a:rPr kumimoji="0" lang="zh-CN" altLang="zh-CN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::</a:t>
            </a:r>
            <a:r>
              <a:rPr kumimoji="0" lang="zh-CN" altLang="zh-CN" b="1" i="1" u="none" strike="noStrike" cap="none" normalizeH="0" baseline="0" dirty="0">
                <a:ln>
                  <a:noFill/>
                </a:ln>
                <a:solidFill>
                  <a:srgbClr val="00677C"/>
                </a:solidFill>
                <a:effectLst/>
              </a:rPr>
              <a:t>mouseMoveEvent</a:t>
            </a:r>
            <a:r>
              <a:rPr kumimoji="0" lang="zh-CN" altLang="zh-CN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(</a:t>
            </a:r>
            <a:r>
              <a:rPr kumimoji="0" lang="zh-CN" altLang="zh-CN" b="0" i="0" u="none" strike="noStrike" cap="none" normalizeH="0" baseline="0" dirty="0">
                <a:ln>
                  <a:noFill/>
                </a:ln>
                <a:solidFill>
                  <a:srgbClr val="800080"/>
                </a:solidFill>
                <a:effectLst/>
              </a:rPr>
              <a:t>QMouseEvent</a:t>
            </a:r>
            <a:r>
              <a:rPr kumimoji="0" lang="zh-CN" altLang="zh-CN" b="0" i="0" u="none" strike="noStrike" cap="none" normalizeH="0" baseline="0" dirty="0">
                <a:ln>
                  <a:noFill/>
                </a:ln>
                <a:solidFill>
                  <a:srgbClr val="C0C0C0"/>
                </a:solidFill>
                <a:effectLst/>
              </a:rPr>
              <a:t> </a:t>
            </a:r>
            <a:r>
              <a:rPr kumimoji="0" lang="zh-CN" altLang="zh-CN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*</a:t>
            </a:r>
            <a:r>
              <a:rPr kumimoji="0" lang="zh-CN" altLang="zh-CN" b="1" i="0" u="none" strike="noStrike" cap="none" normalizeH="0" baseline="0" dirty="0">
                <a:ln>
                  <a:noFill/>
                </a:ln>
                <a:solidFill>
                  <a:srgbClr val="092E64"/>
                </a:solidFill>
                <a:effectLst/>
              </a:rPr>
              <a:t>event</a:t>
            </a:r>
            <a:r>
              <a:rPr kumimoji="0" lang="zh-CN" altLang="zh-CN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) </a:t>
            </a:r>
            <a:endParaRPr kumimoji="0" lang="en-US" altLang="zh-CN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zh-CN" altLang="zh-CN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{ </a:t>
            </a:r>
            <a:endParaRPr kumimoji="0" lang="en-US" altLang="zh-CN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lvl="1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kumimoji="0" lang="zh-CN" altLang="zh-CN" b="0" i="0" u="none" strike="noStrike" cap="none" normalizeH="0" baseline="0" dirty="0">
                <a:ln>
                  <a:noFill/>
                </a:ln>
                <a:solidFill>
                  <a:srgbClr val="800080"/>
                </a:solidFill>
                <a:effectLst/>
              </a:rPr>
              <a:t>QPoint</a:t>
            </a:r>
            <a:r>
              <a:rPr kumimoji="0" lang="zh-CN" altLang="zh-CN" b="0" i="0" u="none" strike="noStrike" cap="none" normalizeH="0" baseline="0" dirty="0">
                <a:ln>
                  <a:noFill/>
                </a:ln>
                <a:solidFill>
                  <a:srgbClr val="C0C0C0"/>
                </a:solidFill>
                <a:effectLst/>
              </a:rPr>
              <a:t> </a:t>
            </a:r>
            <a:r>
              <a:rPr kumimoji="0" lang="zh-CN" altLang="zh-CN" b="1" i="0" u="none" strike="noStrike" cap="none" normalizeH="0" baseline="0" dirty="0">
                <a:ln>
                  <a:noFill/>
                </a:ln>
                <a:solidFill>
                  <a:srgbClr val="092E64"/>
                </a:solidFill>
                <a:effectLst/>
              </a:rPr>
              <a:t>mousePos</a:t>
            </a:r>
            <a:r>
              <a:rPr kumimoji="0" lang="zh-CN" altLang="zh-CN" b="0" i="0" u="none" strike="noStrike" cap="none" normalizeH="0" baseline="0" dirty="0">
                <a:ln>
                  <a:noFill/>
                </a:ln>
                <a:solidFill>
                  <a:srgbClr val="C0C0C0"/>
                </a:solidFill>
                <a:effectLst/>
              </a:rPr>
              <a:t> </a:t>
            </a:r>
            <a:r>
              <a:rPr kumimoji="0" lang="zh-CN" altLang="zh-CN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=</a:t>
            </a:r>
            <a:r>
              <a:rPr kumimoji="0" lang="zh-CN" altLang="zh-CN" b="0" i="0" u="none" strike="noStrike" cap="none" normalizeH="0" baseline="0" dirty="0">
                <a:ln>
                  <a:noFill/>
                </a:ln>
                <a:solidFill>
                  <a:srgbClr val="C0C0C0"/>
                </a:solidFill>
                <a:effectLst/>
              </a:rPr>
              <a:t> </a:t>
            </a:r>
            <a:r>
              <a:rPr kumimoji="0" lang="zh-CN" altLang="zh-CN" b="0" i="0" u="none" strike="noStrike" cap="none" normalizeH="0" baseline="0" dirty="0">
                <a:ln>
                  <a:noFill/>
                </a:ln>
                <a:solidFill>
                  <a:srgbClr val="092E64"/>
                </a:solidFill>
                <a:effectLst/>
              </a:rPr>
              <a:t>event</a:t>
            </a:r>
            <a:r>
              <a:rPr kumimoji="0" lang="zh-CN" altLang="zh-CN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-&gt;</a:t>
            </a:r>
            <a:r>
              <a:rPr kumimoji="0" lang="zh-CN" altLang="zh-CN" b="0" i="0" u="none" strike="noStrike" cap="none" normalizeH="0" baseline="0" dirty="0">
                <a:ln>
                  <a:noFill/>
                </a:ln>
                <a:solidFill>
                  <a:srgbClr val="00677C"/>
                </a:solidFill>
                <a:effectLst/>
              </a:rPr>
              <a:t>globalPosition</a:t>
            </a:r>
            <a:r>
              <a:rPr kumimoji="0" lang="zh-CN" altLang="zh-CN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().</a:t>
            </a:r>
            <a:r>
              <a:rPr kumimoji="0" lang="zh-CN" altLang="zh-CN" b="0" i="0" u="none" strike="noStrike" cap="none" normalizeH="0" baseline="0" dirty="0">
                <a:ln>
                  <a:noFill/>
                </a:ln>
                <a:solidFill>
                  <a:srgbClr val="00677C"/>
                </a:solidFill>
                <a:effectLst/>
              </a:rPr>
              <a:t>toPoint</a:t>
            </a:r>
            <a:r>
              <a:rPr kumimoji="0" lang="zh-CN" altLang="zh-CN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();</a:t>
            </a:r>
            <a:r>
              <a:rPr kumimoji="0" lang="zh-CN" altLang="zh-CN" b="0" i="0" u="none" strike="noStrike" cap="none" normalizeH="0" baseline="0" dirty="0">
                <a:ln>
                  <a:noFill/>
                </a:ln>
                <a:solidFill>
                  <a:srgbClr val="008000"/>
                </a:solidFill>
                <a:effectLst/>
              </a:rPr>
              <a:t>//鼠标相对于屏幕的坐标</a:t>
            </a:r>
            <a:r>
              <a:rPr kumimoji="0" lang="zh-CN" altLang="zh-CN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endParaRPr kumimoji="0" lang="en-US" altLang="zh-CN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lvl="1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kumimoji="0" lang="zh-CN" altLang="zh-CN" b="0" i="0" u="none" strike="noStrike" cap="none" normalizeH="0" baseline="0" dirty="0">
                <a:ln>
                  <a:noFill/>
                </a:ln>
                <a:solidFill>
                  <a:srgbClr val="800080"/>
                </a:solidFill>
                <a:effectLst/>
              </a:rPr>
              <a:t>QPoint</a:t>
            </a:r>
            <a:r>
              <a:rPr kumimoji="0" lang="zh-CN" altLang="zh-CN" b="0" i="0" u="none" strike="noStrike" cap="none" normalizeH="0" baseline="0" dirty="0">
                <a:ln>
                  <a:noFill/>
                </a:ln>
                <a:solidFill>
                  <a:srgbClr val="C0C0C0"/>
                </a:solidFill>
                <a:effectLst/>
              </a:rPr>
              <a:t> </a:t>
            </a:r>
            <a:r>
              <a:rPr kumimoji="0" lang="zh-CN" altLang="zh-CN" b="1" i="0" u="none" strike="noStrike" cap="none" normalizeH="0" baseline="0" dirty="0">
                <a:ln>
                  <a:noFill/>
                </a:ln>
                <a:solidFill>
                  <a:srgbClr val="092E64"/>
                </a:solidFill>
                <a:effectLst/>
              </a:rPr>
              <a:t>endPos</a:t>
            </a:r>
            <a:r>
              <a:rPr kumimoji="0" lang="zh-CN" altLang="zh-CN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=</a:t>
            </a:r>
            <a:r>
              <a:rPr kumimoji="0" lang="zh-CN" altLang="zh-CN" b="0" i="0" u="none" strike="noStrike" cap="none" normalizeH="0" baseline="0" dirty="0">
                <a:ln>
                  <a:noFill/>
                </a:ln>
                <a:solidFill>
                  <a:srgbClr val="092E64"/>
                </a:solidFill>
                <a:effectLst/>
              </a:rPr>
              <a:t>mousePos</a:t>
            </a:r>
            <a:r>
              <a:rPr kumimoji="0" lang="zh-CN" altLang="zh-CN" b="0" i="0" u="none" strike="noStrike" cap="none" normalizeH="0" baseline="0" dirty="0">
                <a:ln>
                  <a:noFill/>
                </a:ln>
                <a:solidFill>
                  <a:srgbClr val="00677C"/>
                </a:solidFill>
                <a:effectLst/>
              </a:rPr>
              <a:t>-</a:t>
            </a:r>
            <a:r>
              <a:rPr kumimoji="0" lang="zh-CN" altLang="zh-CN" b="0" i="0" u="none" strike="noStrike" cap="none" normalizeH="0" baseline="0" dirty="0">
                <a:ln>
                  <a:noFill/>
                </a:ln>
                <a:solidFill>
                  <a:srgbClr val="CE5C00"/>
                </a:solidFill>
                <a:effectLst/>
              </a:rPr>
              <a:t>winPos</a:t>
            </a:r>
            <a:r>
              <a:rPr kumimoji="0" lang="zh-CN" altLang="zh-CN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;</a:t>
            </a:r>
            <a:r>
              <a:rPr kumimoji="0" lang="zh-CN" altLang="zh-CN" b="0" i="0" u="none" strike="noStrike" cap="none" normalizeH="0" baseline="0" dirty="0">
                <a:ln>
                  <a:noFill/>
                </a:ln>
                <a:solidFill>
                  <a:srgbClr val="008000"/>
                </a:solidFill>
                <a:effectLst/>
              </a:rPr>
              <a:t>//窗口相对于桌面的坐标</a:t>
            </a:r>
            <a:r>
              <a:rPr kumimoji="0" lang="zh-CN" altLang="zh-CN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endParaRPr kumimoji="0" lang="en-US" altLang="zh-CN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lvl="1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kumimoji="0" lang="zh-CN" altLang="zh-CN" b="0" i="0" u="none" strike="noStrike" cap="none" normalizeH="0" baseline="0" dirty="0">
                <a:ln>
                  <a:noFill/>
                </a:ln>
                <a:solidFill>
                  <a:srgbClr val="808000"/>
                </a:solidFill>
                <a:effectLst/>
              </a:rPr>
              <a:t>this</a:t>
            </a:r>
            <a:r>
              <a:rPr kumimoji="0" lang="zh-CN" altLang="zh-CN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-&gt;</a:t>
            </a:r>
            <a:r>
              <a:rPr kumimoji="0" lang="zh-CN" altLang="zh-CN" b="0" i="0" u="none" strike="noStrike" cap="none" normalizeH="0" baseline="0" dirty="0">
                <a:ln>
                  <a:noFill/>
                </a:ln>
                <a:solidFill>
                  <a:srgbClr val="00677C"/>
                </a:solidFill>
                <a:effectLst/>
              </a:rPr>
              <a:t>move</a:t>
            </a:r>
            <a:r>
              <a:rPr kumimoji="0" lang="zh-CN" altLang="zh-CN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(</a:t>
            </a:r>
            <a:r>
              <a:rPr kumimoji="0" lang="zh-CN" altLang="zh-CN" b="0" i="0" u="none" strike="noStrike" cap="none" normalizeH="0" baseline="0" dirty="0">
                <a:ln>
                  <a:noFill/>
                </a:ln>
                <a:solidFill>
                  <a:srgbClr val="092E64"/>
                </a:solidFill>
                <a:effectLst/>
              </a:rPr>
              <a:t>endPos</a:t>
            </a:r>
            <a:r>
              <a:rPr kumimoji="0" lang="zh-CN" altLang="zh-CN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);</a:t>
            </a:r>
            <a:r>
              <a:rPr kumimoji="0" lang="zh-CN" altLang="zh-CN" b="0" i="0" u="none" strike="noStrike" cap="none" normalizeH="0" baseline="0" dirty="0">
                <a:ln>
                  <a:noFill/>
                </a:ln>
                <a:solidFill>
                  <a:srgbClr val="008000"/>
                </a:solidFill>
                <a:effectLst/>
              </a:rPr>
              <a:t>//设置窗口相对于桌面的坐标（x），实现窗口移动</a:t>
            </a:r>
            <a:r>
              <a:rPr kumimoji="0" lang="zh-CN" altLang="zh-CN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endParaRPr kumimoji="0" lang="en-US" altLang="zh-CN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zh-CN" altLang="zh-CN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}</a:t>
            </a: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3E8B72A9-CC10-2DF9-B6F9-A26B7ED10DDC}"/>
              </a:ext>
            </a:extLst>
          </p:cNvPr>
          <p:cNvSpPr txBox="1"/>
          <p:nvPr/>
        </p:nvSpPr>
        <p:spPr>
          <a:xfrm>
            <a:off x="692934" y="843981"/>
            <a:ext cx="9388615" cy="1200329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808000"/>
                </a:solidFill>
                <a:effectLst/>
              </a:rPr>
              <a:t>protected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: </a:t>
            </a:r>
            <a:endParaRPr kumimoji="0" lang="en-US" altLang="zh-CN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808000"/>
                </a:solidFill>
                <a:effectLst/>
              </a:rPr>
              <a:t>void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C0C0C0"/>
                </a:solidFill>
                <a:effectLst/>
              </a:rPr>
              <a:t> </a:t>
            </a:r>
            <a:r>
              <a:rPr kumimoji="0" lang="zh-CN" altLang="zh-CN" b="1" i="1" u="none" strike="noStrike" cap="none" normalizeH="0" baseline="0">
                <a:ln>
                  <a:noFill/>
                </a:ln>
                <a:solidFill>
                  <a:srgbClr val="00677C"/>
                </a:solidFill>
                <a:effectLst/>
              </a:rPr>
              <a:t>mousePressEvent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(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800080"/>
                </a:solidFill>
                <a:effectLst/>
              </a:rPr>
              <a:t>QMouseEvent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C0C0C0"/>
                </a:solidFill>
                <a:effectLst/>
              </a:rPr>
              <a:t> 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*</a:t>
            </a:r>
            <a:r>
              <a:rPr kumimoji="0" lang="zh-CN" altLang="zh-CN" b="1" i="0" u="none" strike="noStrike" cap="none" normalizeH="0" baseline="0">
                <a:ln>
                  <a:noFill/>
                </a:ln>
                <a:solidFill>
                  <a:srgbClr val="092E64"/>
                </a:solidFill>
                <a:effectLst/>
              </a:rPr>
              <a:t>event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)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C0C0C0"/>
                </a:solidFill>
                <a:effectLst/>
              </a:rPr>
              <a:t> 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808000"/>
                </a:solidFill>
                <a:effectLst/>
              </a:rPr>
              <a:t>override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; </a:t>
            </a:r>
            <a:endParaRPr kumimoji="0" lang="en-US" altLang="zh-CN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808000"/>
                </a:solidFill>
                <a:effectLst/>
              </a:rPr>
              <a:t>void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C0C0C0"/>
                </a:solidFill>
                <a:effectLst/>
              </a:rPr>
              <a:t> </a:t>
            </a:r>
            <a:r>
              <a:rPr kumimoji="0" lang="zh-CN" altLang="zh-CN" b="1" i="1" u="none" strike="noStrike" cap="none" normalizeH="0" baseline="0">
                <a:ln>
                  <a:noFill/>
                </a:ln>
                <a:solidFill>
                  <a:srgbClr val="00677C"/>
                </a:solidFill>
                <a:effectLst/>
              </a:rPr>
              <a:t>mouseReleaseEvent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(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800080"/>
                </a:solidFill>
                <a:effectLst/>
              </a:rPr>
              <a:t>QMouseEvent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C0C0C0"/>
                </a:solidFill>
                <a:effectLst/>
              </a:rPr>
              <a:t> 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*</a:t>
            </a:r>
            <a:r>
              <a:rPr kumimoji="0" lang="zh-CN" altLang="zh-CN" b="1" i="0" u="none" strike="noStrike" cap="none" normalizeH="0" baseline="0">
                <a:ln>
                  <a:noFill/>
                </a:ln>
                <a:solidFill>
                  <a:srgbClr val="092E64"/>
                </a:solidFill>
                <a:effectLst/>
              </a:rPr>
              <a:t>event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)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C0C0C0"/>
                </a:solidFill>
                <a:effectLst/>
              </a:rPr>
              <a:t> 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808000"/>
                </a:solidFill>
                <a:effectLst/>
              </a:rPr>
              <a:t>override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;</a:t>
            </a:r>
            <a:endParaRPr kumimoji="0" lang="en-US" altLang="zh-CN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808000"/>
                </a:solidFill>
                <a:effectLst/>
              </a:rPr>
              <a:t>void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C0C0C0"/>
                </a:solidFill>
                <a:effectLst/>
              </a:rPr>
              <a:t> </a:t>
            </a:r>
            <a:r>
              <a:rPr kumimoji="0" lang="zh-CN" altLang="zh-CN" b="1" i="1" u="none" strike="noStrike" cap="none" normalizeH="0" baseline="0">
                <a:ln>
                  <a:noFill/>
                </a:ln>
                <a:solidFill>
                  <a:srgbClr val="00677C"/>
                </a:solidFill>
                <a:effectLst/>
              </a:rPr>
              <a:t>mouseMoveEvent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(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800080"/>
                </a:solidFill>
                <a:effectLst/>
              </a:rPr>
              <a:t>QMouseEvent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C0C0C0"/>
                </a:solidFill>
                <a:effectLst/>
              </a:rPr>
              <a:t> 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*</a:t>
            </a:r>
            <a:r>
              <a:rPr kumimoji="0" lang="zh-CN" altLang="zh-CN" b="1" i="0" u="none" strike="noStrike" cap="none" normalizeH="0" baseline="0">
                <a:ln>
                  <a:noFill/>
                </a:ln>
                <a:solidFill>
                  <a:srgbClr val="092E64"/>
                </a:solidFill>
                <a:effectLst/>
              </a:rPr>
              <a:t>event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)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C0C0C0"/>
                </a:solidFill>
                <a:effectLst/>
              </a:rPr>
              <a:t> 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808000"/>
                </a:solidFill>
                <a:effectLst/>
              </a:rPr>
              <a:t>override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;</a:t>
            </a:r>
          </a:p>
        </p:txBody>
      </p:sp>
      <p:sp>
        <p:nvSpPr>
          <p:cNvPr id="356" name="矩形 355">
            <a:extLst>
              <a:ext uri="{FF2B5EF4-FFF2-40B4-BE49-F238E27FC236}">
                <a16:creationId xmlns:a16="http://schemas.microsoft.com/office/drawing/2014/main" id="{4A6DB6C4-AFE5-F495-471C-0B3CFFE90D62}"/>
              </a:ext>
            </a:extLst>
          </p:cNvPr>
          <p:cNvSpPr/>
          <p:nvPr/>
        </p:nvSpPr>
        <p:spPr>
          <a:xfrm>
            <a:off x="6088380" y="2514600"/>
            <a:ext cx="3558540" cy="198882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57" name="矩形 356">
            <a:extLst>
              <a:ext uri="{FF2B5EF4-FFF2-40B4-BE49-F238E27FC236}">
                <a16:creationId xmlns:a16="http://schemas.microsoft.com/office/drawing/2014/main" id="{AF83AD3F-1877-B5BA-7EF5-E04913062023}"/>
              </a:ext>
            </a:extLst>
          </p:cNvPr>
          <p:cNvSpPr/>
          <p:nvPr/>
        </p:nvSpPr>
        <p:spPr>
          <a:xfrm>
            <a:off x="6797040" y="2956560"/>
            <a:ext cx="792480" cy="449580"/>
          </a:xfrm>
          <a:prstGeom prst="rect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58" name="矩形 357">
            <a:extLst>
              <a:ext uri="{FF2B5EF4-FFF2-40B4-BE49-F238E27FC236}">
                <a16:creationId xmlns:a16="http://schemas.microsoft.com/office/drawing/2014/main" id="{142F4D38-6D14-A958-036A-8527B848466E}"/>
              </a:ext>
            </a:extLst>
          </p:cNvPr>
          <p:cNvSpPr/>
          <p:nvPr/>
        </p:nvSpPr>
        <p:spPr>
          <a:xfrm>
            <a:off x="7688580" y="3726180"/>
            <a:ext cx="792480" cy="449580"/>
          </a:xfrm>
          <a:prstGeom prst="rect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360" name="直接箭头连接符 359">
            <a:extLst>
              <a:ext uri="{FF2B5EF4-FFF2-40B4-BE49-F238E27FC236}">
                <a16:creationId xmlns:a16="http://schemas.microsoft.com/office/drawing/2014/main" id="{F4E10676-F51A-2F31-EBF6-2A50722BBAFC}"/>
              </a:ext>
            </a:extLst>
          </p:cNvPr>
          <p:cNvCxnSpPr>
            <a:cxnSpLocks/>
          </p:cNvCxnSpPr>
          <p:nvPr/>
        </p:nvCxnSpPr>
        <p:spPr>
          <a:xfrm>
            <a:off x="6088380" y="2514600"/>
            <a:ext cx="1600200" cy="125349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5"/>
          </a:lnRef>
          <a:fillRef idx="0">
            <a:schemeClr val="accent5"/>
          </a:fillRef>
          <a:effectRef idx="1">
            <a:schemeClr val="accent5"/>
          </a:effectRef>
          <a:fontRef idx="minor">
            <a:schemeClr val="tx1"/>
          </a:fontRef>
        </p:style>
      </p:cxnSp>
      <p:cxnSp>
        <p:nvCxnSpPr>
          <p:cNvPr id="363" name="直接箭头连接符 362">
            <a:extLst>
              <a:ext uri="{FF2B5EF4-FFF2-40B4-BE49-F238E27FC236}">
                <a16:creationId xmlns:a16="http://schemas.microsoft.com/office/drawing/2014/main" id="{08489A00-B010-989C-41A6-02A2C9B7B0C7}"/>
              </a:ext>
            </a:extLst>
          </p:cNvPr>
          <p:cNvCxnSpPr/>
          <p:nvPr/>
        </p:nvCxnSpPr>
        <p:spPr>
          <a:xfrm>
            <a:off x="6088380" y="2514600"/>
            <a:ext cx="2148840" cy="143637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3"/>
          </a:lnRef>
          <a:fillRef idx="0">
            <a:schemeClr val="accent3"/>
          </a:fillRef>
          <a:effectRef idx="0">
            <a:schemeClr val="accent3"/>
          </a:effectRef>
          <a:fontRef idx="minor">
            <a:schemeClr val="tx1"/>
          </a:fontRef>
        </p:style>
      </p:cxnSp>
      <p:cxnSp>
        <p:nvCxnSpPr>
          <p:cNvPr id="397" name="直接箭头连接符 396">
            <a:extLst>
              <a:ext uri="{FF2B5EF4-FFF2-40B4-BE49-F238E27FC236}">
                <a16:creationId xmlns:a16="http://schemas.microsoft.com/office/drawing/2014/main" id="{E1975AD9-F52E-D4D2-1587-52ECEDB9A170}"/>
              </a:ext>
            </a:extLst>
          </p:cNvPr>
          <p:cNvCxnSpPr>
            <a:cxnSpLocks/>
          </p:cNvCxnSpPr>
          <p:nvPr/>
        </p:nvCxnSpPr>
        <p:spPr>
          <a:xfrm>
            <a:off x="7688580" y="3768090"/>
            <a:ext cx="510539" cy="18288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98" name="文本框 397">
            <a:extLst>
              <a:ext uri="{FF2B5EF4-FFF2-40B4-BE49-F238E27FC236}">
                <a16:creationId xmlns:a16="http://schemas.microsoft.com/office/drawing/2014/main" id="{A926EEC5-60D1-A8BF-7E31-C4404F086359}"/>
              </a:ext>
            </a:extLst>
          </p:cNvPr>
          <p:cNvSpPr txBox="1"/>
          <p:nvPr/>
        </p:nvSpPr>
        <p:spPr>
          <a:xfrm>
            <a:off x="6713220" y="3568035"/>
            <a:ext cx="1242059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000">
                <a:solidFill>
                  <a:schemeClr val="bg1"/>
                </a:solidFill>
              </a:rPr>
              <a:t>endPos</a:t>
            </a:r>
            <a:endParaRPr lang="zh-CN" altLang="en-US" sz="2000" dirty="0">
              <a:solidFill>
                <a:schemeClr val="bg1"/>
              </a:solidFill>
            </a:endParaRPr>
          </a:p>
        </p:txBody>
      </p:sp>
      <p:sp>
        <p:nvSpPr>
          <p:cNvPr id="399" name="文本框 398">
            <a:extLst>
              <a:ext uri="{FF2B5EF4-FFF2-40B4-BE49-F238E27FC236}">
                <a16:creationId xmlns:a16="http://schemas.microsoft.com/office/drawing/2014/main" id="{BFED0DB2-D466-BA3B-7696-9D5D2C70457B}"/>
              </a:ext>
            </a:extLst>
          </p:cNvPr>
          <p:cNvSpPr txBox="1"/>
          <p:nvPr/>
        </p:nvSpPr>
        <p:spPr>
          <a:xfrm>
            <a:off x="8199119" y="3674445"/>
            <a:ext cx="1242059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000">
                <a:solidFill>
                  <a:schemeClr val="bg1"/>
                </a:solidFill>
              </a:rPr>
              <a:t>mousePos</a:t>
            </a:r>
            <a:endParaRPr lang="zh-CN" altLang="en-US" sz="2000" dirty="0">
              <a:solidFill>
                <a:schemeClr val="bg1"/>
              </a:solidFill>
            </a:endParaRPr>
          </a:p>
        </p:txBody>
      </p:sp>
      <p:cxnSp>
        <p:nvCxnSpPr>
          <p:cNvPr id="407" name="直接箭头连接符 406">
            <a:extLst>
              <a:ext uri="{FF2B5EF4-FFF2-40B4-BE49-F238E27FC236}">
                <a16:creationId xmlns:a16="http://schemas.microsoft.com/office/drawing/2014/main" id="{B879EF5C-33D7-CAA9-6FC3-6890D0522822}"/>
              </a:ext>
            </a:extLst>
          </p:cNvPr>
          <p:cNvCxnSpPr>
            <a:cxnSpLocks/>
          </p:cNvCxnSpPr>
          <p:nvPr/>
        </p:nvCxnSpPr>
        <p:spPr>
          <a:xfrm>
            <a:off x="6804659" y="2966085"/>
            <a:ext cx="510539" cy="18288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08" name="文本框 407">
            <a:extLst>
              <a:ext uri="{FF2B5EF4-FFF2-40B4-BE49-F238E27FC236}">
                <a16:creationId xmlns:a16="http://schemas.microsoft.com/office/drawing/2014/main" id="{4527E51C-0AA2-C228-7B6E-CE50F2403FED}"/>
              </a:ext>
            </a:extLst>
          </p:cNvPr>
          <p:cNvSpPr txBox="1"/>
          <p:nvPr/>
        </p:nvSpPr>
        <p:spPr>
          <a:xfrm>
            <a:off x="7322819" y="2897415"/>
            <a:ext cx="1242059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000">
                <a:solidFill>
                  <a:schemeClr val="bg1"/>
                </a:solidFill>
              </a:rPr>
              <a:t>winPos</a:t>
            </a:r>
            <a:endParaRPr lang="zh-CN" altLang="en-US" sz="200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246845507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COMMONDATA" val="eyJoZGlkIjoiOGFjYTU0NWJkMWQ1YTMwMTViZThhYTk5YTFlZGRhMzgifQ=="/>
</p:tagLst>
</file>

<file path=ppt/theme/theme1.xml><?xml version="1.0" encoding="utf-8"?>
<a:theme xmlns:a="http://schemas.openxmlformats.org/drawingml/2006/main" name="第一PPT，www.1ppt.com">
  <a:themeElements>
    <a:clrScheme name="字幕">
      <a:dk1>
        <a:srgbClr val="000000"/>
      </a:dk1>
      <a:lt1>
        <a:sysClr val="window" lastClr="FFFFFF"/>
      </a:lt1>
      <a:dk2>
        <a:srgbClr val="5E5E5E"/>
      </a:dk2>
      <a:lt2>
        <a:srgbClr val="DDDDDD"/>
      </a:lt2>
      <a:accent1>
        <a:srgbClr val="418AB3"/>
      </a:accent1>
      <a:accent2>
        <a:srgbClr val="A6B727"/>
      </a:accent2>
      <a:accent3>
        <a:srgbClr val="F69200"/>
      </a:accent3>
      <a:accent4>
        <a:srgbClr val="838383"/>
      </a:accent4>
      <a:accent5>
        <a:srgbClr val="FEC306"/>
      </a:accent5>
      <a:accent6>
        <a:srgbClr val="DF5327"/>
      </a:accent6>
      <a:hlink>
        <a:srgbClr val="F59E00"/>
      </a:hlink>
      <a:folHlink>
        <a:srgbClr val="B2B2B2"/>
      </a:folHlink>
    </a:clrScheme>
    <a:fontScheme name="Cambria-Calibri">
      <a:majorFont>
        <a:latin typeface="Cambria"/>
        <a:ea typeface=""/>
        <a:cs typeface=""/>
        <a:font script="Jpan" typeface="ＭＳ Ｐゴシック"/>
        <a:font script="Hang" typeface="맑은 고딕"/>
        <a:font script="Hans" typeface="黑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反射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alpha val="100000"/>
                <a:satMod val="140000"/>
                <a:lumMod val="105000"/>
              </a:schemeClr>
            </a:gs>
            <a:gs pos="41000">
              <a:schemeClr val="phClr">
                <a:tint val="57000"/>
                <a:satMod val="160000"/>
                <a:lumMod val="99000"/>
              </a:schemeClr>
            </a:gs>
            <a:gs pos="100000">
              <a:schemeClr val="phClr">
                <a:tint val="80000"/>
                <a:satMod val="180000"/>
                <a:lumMod val="104000"/>
              </a:schemeClr>
            </a:gs>
          </a:gsLst>
          <a:lin ang="5400000" scaled="1"/>
        </a:gradFill>
        <a:gradFill rotWithShape="1">
          <a:gsLst>
            <a:gs pos="0">
              <a:schemeClr val="phClr">
                <a:tint val="97000"/>
                <a:satMod val="115000"/>
                <a:lumMod val="114000"/>
              </a:schemeClr>
            </a:gs>
            <a:gs pos="60000">
              <a:schemeClr val="phClr">
                <a:tint val="100000"/>
                <a:shade val="96000"/>
                <a:satMod val="100000"/>
                <a:lumMod val="108000"/>
              </a:schemeClr>
            </a:gs>
            <a:gs pos="100000">
              <a:schemeClr val="phClr">
                <a:shade val="91000"/>
                <a:satMod val="100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  <a:ln w="28575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38100" dist="25400" dir="5400000" rotWithShape="0">
              <a:srgbClr val="000000">
                <a:alpha val="28000"/>
              </a:srgbClr>
            </a:outerShdw>
          </a:effectLst>
        </a:effectStyle>
        <a:effectStyle>
          <a:effectLst>
            <a:outerShdw blurRad="50800" dist="31750" dir="5400000" sy="98000" rotWithShape="0">
              <a:srgbClr val="000000">
                <a:alpha val="47000"/>
              </a:srgbClr>
            </a:outerShdw>
          </a:effectLst>
          <a:scene3d>
            <a:camera prst="orthographicFront">
              <a:rot lat="0" lon="0" rev="0"/>
            </a:camera>
            <a:lightRig rig="twoPt" dir="t">
              <a:rot lat="0" lon="0" rev="4800000"/>
            </a:lightRig>
          </a:scene3d>
          <a:sp3d prstMaterial="matte">
            <a:bevelT w="25400" h="44450"/>
          </a:sp3d>
        </a:effectStyle>
        <a:effectStyle>
          <a:effectLst>
            <a:reflection blurRad="25400" stA="32000" endPos="28000" dist="8889" dir="5400000" sy="-100000" rotWithShape="0"/>
          </a:effectLst>
          <a:scene3d>
            <a:camera prst="orthographicFront">
              <a:rot lat="0" lon="0" rev="0"/>
            </a:camera>
            <a:lightRig rig="threePt" dir="t">
              <a:rot lat="0" lon="0" rev="4800000"/>
            </a:lightRig>
          </a:scene3d>
          <a:sp3d>
            <a:bevelT w="50800" h="25400"/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txDef>
      <a:spPr>
        <a:noFill/>
      </a:spPr>
      <a:bodyPr wrap="square" rtlCol="0">
        <a:spAutoFit/>
      </a:bodyPr>
      <a:lstStyle>
        <a:defPPr>
          <a:defRPr sz="2000" dirty="0" smtClean="0">
            <a:solidFill>
              <a:schemeClr val="bg1"/>
            </a:solidFill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4_第一PPT，www.1ppt.com">
  <a:themeElements>
    <a:clrScheme name="字幕">
      <a:dk1>
        <a:srgbClr val="000000"/>
      </a:dk1>
      <a:lt1>
        <a:sysClr val="window" lastClr="FFFFFF"/>
      </a:lt1>
      <a:dk2>
        <a:srgbClr val="5E5E5E"/>
      </a:dk2>
      <a:lt2>
        <a:srgbClr val="DDDDDD"/>
      </a:lt2>
      <a:accent1>
        <a:srgbClr val="418AB3"/>
      </a:accent1>
      <a:accent2>
        <a:srgbClr val="A6B727"/>
      </a:accent2>
      <a:accent3>
        <a:srgbClr val="F69200"/>
      </a:accent3>
      <a:accent4>
        <a:srgbClr val="838383"/>
      </a:accent4>
      <a:accent5>
        <a:srgbClr val="FEC306"/>
      </a:accent5>
      <a:accent6>
        <a:srgbClr val="DF5327"/>
      </a:accent6>
      <a:hlink>
        <a:srgbClr val="F59E00"/>
      </a:hlink>
      <a:folHlink>
        <a:srgbClr val="B2B2B2"/>
      </a:folHlink>
    </a:clrScheme>
    <a:fontScheme name="Cambria-Calibri">
      <a:majorFont>
        <a:latin typeface="Cambria"/>
        <a:ea typeface=""/>
        <a:cs typeface=""/>
        <a:font script="Jpan" typeface="ＭＳ Ｐゴシック"/>
        <a:font script="Hang" typeface="맑은 고딕"/>
        <a:font script="Hans" typeface="黑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反射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alpha val="100000"/>
                <a:satMod val="140000"/>
                <a:lumMod val="105000"/>
              </a:schemeClr>
            </a:gs>
            <a:gs pos="41000">
              <a:schemeClr val="phClr">
                <a:tint val="57000"/>
                <a:satMod val="160000"/>
                <a:lumMod val="99000"/>
              </a:schemeClr>
            </a:gs>
            <a:gs pos="100000">
              <a:schemeClr val="phClr">
                <a:tint val="80000"/>
                <a:satMod val="180000"/>
                <a:lumMod val="104000"/>
              </a:schemeClr>
            </a:gs>
          </a:gsLst>
          <a:lin ang="5400000" scaled="1"/>
        </a:gradFill>
        <a:gradFill rotWithShape="1">
          <a:gsLst>
            <a:gs pos="0">
              <a:schemeClr val="phClr">
                <a:tint val="97000"/>
                <a:satMod val="115000"/>
                <a:lumMod val="114000"/>
              </a:schemeClr>
            </a:gs>
            <a:gs pos="60000">
              <a:schemeClr val="phClr">
                <a:tint val="100000"/>
                <a:shade val="96000"/>
                <a:satMod val="100000"/>
                <a:lumMod val="108000"/>
              </a:schemeClr>
            </a:gs>
            <a:gs pos="100000">
              <a:schemeClr val="phClr">
                <a:shade val="91000"/>
                <a:satMod val="100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  <a:ln w="28575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38100" dist="25400" dir="5400000" rotWithShape="0">
              <a:srgbClr val="000000">
                <a:alpha val="28000"/>
              </a:srgbClr>
            </a:outerShdw>
          </a:effectLst>
        </a:effectStyle>
        <a:effectStyle>
          <a:effectLst>
            <a:outerShdw blurRad="50800" dist="31750" dir="5400000" sy="98000" rotWithShape="0">
              <a:srgbClr val="000000">
                <a:alpha val="47000"/>
              </a:srgbClr>
            </a:outerShdw>
          </a:effectLst>
          <a:scene3d>
            <a:camera prst="orthographicFront">
              <a:rot lat="0" lon="0" rev="0"/>
            </a:camera>
            <a:lightRig rig="twoPt" dir="t">
              <a:rot lat="0" lon="0" rev="4800000"/>
            </a:lightRig>
          </a:scene3d>
          <a:sp3d prstMaterial="matte">
            <a:bevelT w="25400" h="44450"/>
          </a:sp3d>
        </a:effectStyle>
        <a:effectStyle>
          <a:effectLst>
            <a:reflection blurRad="25400" stA="32000" endPos="28000" dist="8889" dir="5400000" sy="-100000" rotWithShape="0"/>
          </a:effectLst>
          <a:scene3d>
            <a:camera prst="orthographicFront">
              <a:rot lat="0" lon="0" rev="0"/>
            </a:camera>
            <a:lightRig rig="threePt" dir="t">
              <a:rot lat="0" lon="0" rev="4800000"/>
            </a:lightRig>
          </a:scene3d>
          <a:sp3d>
            <a:bevelT w="50800" h="25400"/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txDef>
      <a:spPr>
        <a:noFill/>
      </a:spPr>
      <a:bodyPr wrap="square" rtlCol="0">
        <a:spAutoFit/>
      </a:bodyPr>
      <a:lstStyle>
        <a:defPPr>
          <a:defRPr sz="2000" dirty="0" smtClean="0">
            <a:solidFill>
              <a:schemeClr val="bg1"/>
            </a:solidFill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第4章：程序流程之循环</Template>
  <TotalTime>4332</TotalTime>
  <Words>1503</Words>
  <Application>Microsoft Office PowerPoint</Application>
  <PresentationFormat>自定义</PresentationFormat>
  <Paragraphs>212</Paragraphs>
  <Slides>9</Slides>
  <Notes>1</Notes>
  <HiddenSlides>0</HiddenSlides>
  <MMClips>1</MMClips>
  <ScaleCrop>false</ScaleCrop>
  <HeadingPairs>
    <vt:vector size="6" baseType="variant">
      <vt:variant>
        <vt:lpstr>已用的字体</vt:lpstr>
      </vt:variant>
      <vt:variant>
        <vt:i4>6</vt:i4>
      </vt:variant>
      <vt:variant>
        <vt:lpstr>主题</vt:lpstr>
      </vt:variant>
      <vt:variant>
        <vt:i4>2</vt:i4>
      </vt:variant>
      <vt:variant>
        <vt:lpstr>幻灯片标题</vt:lpstr>
      </vt:variant>
      <vt:variant>
        <vt:i4>9</vt:i4>
      </vt:variant>
    </vt:vector>
  </HeadingPairs>
  <TitlesOfParts>
    <vt:vector size="17" baseType="lpstr">
      <vt:lpstr>Söhne</vt:lpstr>
      <vt:lpstr>等线</vt:lpstr>
      <vt:lpstr>华文琥珀</vt:lpstr>
      <vt:lpstr>Arial</vt:lpstr>
      <vt:lpstr>Calibri</vt:lpstr>
      <vt:lpstr>Cambria</vt:lpstr>
      <vt:lpstr>第一PPT，www.1ppt.com</vt:lpstr>
      <vt:lpstr>4_第一PPT，www.1ppt.com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蔡乐</dc:creator>
  <cp:lastModifiedBy>宇恒 张</cp:lastModifiedBy>
  <cp:revision>1460</cp:revision>
  <dcterms:created xsi:type="dcterms:W3CDTF">2020-06-26T01:00:00Z</dcterms:created>
  <dcterms:modified xsi:type="dcterms:W3CDTF">2023-07-23T03:49:36Z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2052-11.1.0.11744</vt:lpwstr>
  </property>
  <property fmtid="{D5CDD505-2E9C-101B-9397-08002B2CF9AE}" pid="3" name="ICV">
    <vt:lpwstr>35C8A0B9FA4B4BC7B03E97E74C2317FB</vt:lpwstr>
  </property>
</Properties>
</file>