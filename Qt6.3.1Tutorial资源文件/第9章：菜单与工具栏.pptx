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258" r:id="rId3"/>
    <p:sldId id="330" r:id="rId4"/>
    <p:sldId id="331" r:id="rId5"/>
    <p:sldId id="332" r:id="rId6"/>
  </p:sldIdLst>
  <p:sldSz cx="10625138" cy="1440021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25" d="100"/>
          <a:sy n="125" d="100"/>
        </p:scale>
        <p:origin x="72" y="-5956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2T07:47:17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301 92 24575,'0'-1'0,"-1"0"0,1 0 0,-1 0 0,1 0 0,0 0 0,-1 1 0,0-1 0,1 0 0,-1 0 0,0 1 0,1-1 0,-1 0 0,0 0 0,0 1 0,0-1 0,1 1 0,-1-1 0,0 1 0,0-1 0,0 1 0,0 0 0,0-1 0,0 1 0,0 0 0,0 0 0,0 0 0,-1 0 0,-33-4 0,31 3 0,-10 0 0,0 1 0,1 0 0,-1 0 0,1 2 0,-1 0 0,-21 5 0,30-5 0,0 0 0,0 0 0,0 1 0,0-1 0,0 1 0,0 0 0,1 1 0,-1-1 0,1 1 0,0 0 0,0 0 0,0 0 0,1 0 0,0 1 0,-1 0 0,2-1 0,-1 1 0,-4 10 0,-2 14 0,0-1 0,2 1 0,2 0 0,0 1 0,2 0 0,1-1 0,2 1 0,1 0 0,4 32 0,-4-52 0,1-1 0,0 1 0,0-1 0,1 1 0,0-1 0,1 0 0,0 0 0,0 0 0,1-1 0,0 0 0,1 0 0,-1 0 0,12 11 0,-11-14 0,0 0 0,0 0 0,1-1 0,0 0 0,0 0 0,0-1 0,0 0 0,0 0 0,1 0 0,-1-1 0,1 0 0,0-1 0,0 1 0,-1-2 0,1 1 0,0-1 0,10-1 0,9-1 0,0-2 0,-1-1 0,1-1 0,-1-1 0,33-13 0,-41 12 0,-1 1 0,0-2 0,0-1 0,-1 0 0,0 0 0,-1-2 0,0 0 0,18-19 0,-27 23 0,0 1 0,0-1 0,-1 0 0,0 0 0,0 0 0,-1-1 0,0 0 0,0 0 0,-1 0 0,0 0 0,-1 0 0,0-1 0,0 1 0,-1-1 0,0 1 0,-1-16 0,-2 13 0,0 0 0,0 0 0,-1 0 0,-1 0 0,0 1 0,0 0 0,-1-1 0,-1 1 0,0 1 0,0-1 0,-1 1 0,-13-15 0,3 7 0,-1 0 0,0 1 0,-2 1 0,1 0 0,-2 2 0,-33-18 0,37 23 0,-1 0 0,0 2 0,-1 0 0,1 1 0,-1 1 0,0 0 0,-1 2 0,-36-3 0,53 6-50,-1 1-1,1-1 1,-1 0-1,1 1 0,-1-1 1,1 1-1,0 0 1,0 0-1,-1 1 1,1-1-1,0 1 0,0-1 1,0 1-1,0 0 1,1 0-1,-1 0 1,0 0-1,1 1 0,0-1 1,-1 1-1,1 0 1,0-1-1,0 1 1,1 0-1,-1 0 1,-2 5-1,-9 26-6775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菜单与工具栏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6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820033" y="322015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菜单与工具栏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1076203" y="732731"/>
            <a:ext cx="8112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菜单栏：对在应用程序中使用的</a:t>
            </a:r>
            <a:r>
              <a:rPr lang="en-US" altLang="zh-CN">
                <a:solidFill>
                  <a:schemeClr val="bg1"/>
                </a:solidFill>
              </a:rPr>
              <a:t>action</a:t>
            </a:r>
            <a:r>
              <a:rPr lang="zh-CN" altLang="en-US">
                <a:solidFill>
                  <a:schemeClr val="bg1"/>
                </a:solidFill>
              </a:rPr>
              <a:t>进行分组。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工具栏：快速访问最常用的</a:t>
            </a:r>
            <a:r>
              <a:rPr lang="en-US" altLang="zh-CN">
                <a:solidFill>
                  <a:schemeClr val="bg1"/>
                </a:solidFill>
              </a:rPr>
              <a:t>action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76203" y="1379062"/>
            <a:ext cx="848943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"menu.h"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"简单菜单"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9200" y="1400275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菜单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7A026D-5617-FFB7-1E4D-2B20D82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033" y="2388946"/>
            <a:ext cx="2625914" cy="206451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B3B3F65-C79F-12D9-9B30-2BD9A3FE2A01}"/>
              </a:ext>
            </a:extLst>
          </p:cNvPr>
          <p:cNvSpPr txBox="1"/>
          <p:nvPr/>
        </p:nvSpPr>
        <p:spPr>
          <a:xfrm>
            <a:off x="1076203" y="5381635"/>
            <a:ext cx="8489435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"menu.h"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&lt;QMenu&gt;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&lt;QMenuBar&gt;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"&amp;Quit"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QMenu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menuBar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addMenu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"&amp;File"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triggered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::~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} 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5923E51-C3CA-D22E-EC07-304AB7BF4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59" y="2278946"/>
            <a:ext cx="2395057" cy="21745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72CFA98-30FA-CD65-570A-7CBB3618AD95}"/>
              </a:ext>
            </a:extLst>
          </p:cNvPr>
          <p:cNvSpPr txBox="1"/>
          <p:nvPr/>
        </p:nvSpPr>
        <p:spPr>
          <a:xfrm>
            <a:off x="3537701" y="4524771"/>
            <a:ext cx="638151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注意：基类为</a:t>
            </a:r>
            <a:r>
              <a:rPr lang="en-US" altLang="zh-CN"/>
              <a:t>QMainWindow</a:t>
            </a:r>
            <a:r>
              <a:rPr lang="zh-CN" altLang="en-US"/>
              <a:t>，QMainWindow有自己的布局。布局有一个中心区域，可以被任何类型的</a:t>
            </a:r>
            <a:r>
              <a:rPr lang="en-US" altLang="zh-CN"/>
              <a:t>widget</a:t>
            </a:r>
            <a:r>
              <a:rPr lang="zh-CN" altLang="en-US"/>
              <a:t>占用。</a:t>
            </a:r>
          </a:p>
        </p:txBody>
      </p:sp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6261F83-91A4-2C8A-1E26-F39BEBBBABD9}"/>
              </a:ext>
            </a:extLst>
          </p:cNvPr>
          <p:cNvSpPr txBox="1"/>
          <p:nvPr/>
        </p:nvSpPr>
        <p:spPr>
          <a:xfrm>
            <a:off x="1067851" y="797006"/>
            <a:ext cx="8489435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QPixmap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newpix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"images/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new.png"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QPixmap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openpix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"images/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open.png"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QPixmap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quitpix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"images/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quit.png"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newa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newpix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"&amp;New"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openpix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"&amp;Open"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quitpix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"&amp;Quit"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setShortcut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"CTRL+Q"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QMenu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menuBar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addMenu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"&amp;File"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newa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addSeparator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setAttribute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AA_DontShowIconsInMenus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triggered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1FFBC4-4170-9EB9-8AB3-818F18EAD0A1}"/>
              </a:ext>
            </a:extLst>
          </p:cNvPr>
          <p:cNvSpPr txBox="1"/>
          <p:nvPr/>
        </p:nvSpPr>
        <p:spPr>
          <a:xfrm>
            <a:off x="6544847" y="427674"/>
            <a:ext cx="3012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图标、快捷方式和分隔符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10579B-C946-946A-D2D0-0CBEEFC70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47" y="1798647"/>
            <a:ext cx="3176718" cy="247241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FC9AD1A-50FE-2155-183D-809ACB776BD5}"/>
              </a:ext>
            </a:extLst>
          </p:cNvPr>
          <p:cNvSpPr txBox="1"/>
          <p:nvPr/>
        </p:nvSpPr>
        <p:spPr>
          <a:xfrm>
            <a:off x="1050939" y="6706316"/>
            <a:ext cx="8489435" cy="729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slots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toggleStatusbar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0677C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"&amp;View statusbar"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setCheckable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激活这状态栏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setStatusTip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"状态栏"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QAction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triggered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C0C0C0"/>
                </a:solidFill>
              </a:rPr>
              <a:t>	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toggleStatusbar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toggleStatusbar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</a:rPr>
              <a:t>status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isChecked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hide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35D7EC-1607-FFEC-62A6-6B001AA7D024}"/>
              </a:ext>
            </a:extLst>
          </p:cNvPr>
          <p:cNvSpPr txBox="1"/>
          <p:nvPr/>
        </p:nvSpPr>
        <p:spPr>
          <a:xfrm>
            <a:off x="6527935" y="6706316"/>
            <a:ext cx="3012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可勾选菜单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C821B61-9609-1269-4E11-EB4CE8FF2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414" y="9137128"/>
            <a:ext cx="3709563" cy="29438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DCF1FD1-AF06-B25E-529C-32DE29EF0BD0}"/>
                  </a:ext>
                </a:extLst>
              </p14:cNvPr>
              <p14:cNvContentPartPr/>
              <p14:nvPr/>
            </p14:nvContentPartPr>
            <p14:xfrm>
              <a:off x="6178080" y="10421280"/>
              <a:ext cx="225000" cy="240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DCF1FD1-AF06-B25E-529C-32DE29EF0B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9440" y="10412280"/>
                <a:ext cx="242640" cy="2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6535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67851" y="799942"/>
            <a:ext cx="848943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chemeClr val="tx1"/>
                </a:solidFill>
              </a:rPr>
              <a:t>…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800080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addToolBar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"main toolbar"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newa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addSeparator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toolbar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addAction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//toolbar-&gt;setToolButtonStyle(Qt::ToolButtonTextUnderIcon);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…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0847" y="452697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工具栏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092ACE9-627A-1F42-E11E-66FC78FA6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91" y="1303179"/>
            <a:ext cx="3724275" cy="216217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26B5248-4165-51A0-634B-C01295C01DDD}"/>
              </a:ext>
            </a:extLst>
          </p:cNvPr>
          <p:cNvSpPr txBox="1"/>
          <p:nvPr/>
        </p:nvSpPr>
        <p:spPr>
          <a:xfrm>
            <a:off x="1067851" y="4597262"/>
            <a:ext cx="8489435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simpleMenuMW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chemeClr val="tx1"/>
                </a:solidFill>
              </a:rPr>
              <a:t>…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800080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"已就绪"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setCentralWidget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…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24783D8-E640-AD7B-5258-4E643D78C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573" y="5348170"/>
            <a:ext cx="3859947" cy="305799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789406B-C629-3BD2-8579-6186C362BA5B}"/>
              </a:ext>
            </a:extLst>
          </p:cNvPr>
          <p:cNvSpPr txBox="1"/>
          <p:nvPr/>
        </p:nvSpPr>
        <p:spPr>
          <a:xfrm>
            <a:off x="1612106" y="1447959"/>
            <a:ext cx="332613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创建QToolBar 对象，设置标题，将对象插入顶部的工具栏区域.</a:t>
            </a:r>
          </a:p>
        </p:txBody>
      </p:sp>
    </p:spTree>
    <p:extLst>
      <p:ext uri="{BB962C8B-B14F-4D97-AF65-F5344CB8AC3E}">
        <p14:creationId xmlns:p14="http://schemas.microsoft.com/office/powerpoint/2010/main" val="25160938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2920</TotalTime>
  <Words>651</Words>
  <Application>Microsoft Office PowerPoint</Application>
  <PresentationFormat>自定义</PresentationFormat>
  <Paragraphs>99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1450</cp:revision>
  <dcterms:created xsi:type="dcterms:W3CDTF">2020-06-26T01:00:00Z</dcterms:created>
  <dcterms:modified xsi:type="dcterms:W3CDTF">2023-07-15T12:58:12Z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