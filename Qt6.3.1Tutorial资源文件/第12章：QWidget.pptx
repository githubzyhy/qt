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22"/>
  </p:notesMasterIdLst>
  <p:handoutMasterIdLst>
    <p:handoutMasterId r:id="rId23"/>
  </p:handoutMasterIdLst>
  <p:sldIdLst>
    <p:sldId id="258" r:id="rId3"/>
    <p:sldId id="330" r:id="rId4"/>
    <p:sldId id="331" r:id="rId5"/>
    <p:sldId id="332" r:id="rId6"/>
    <p:sldId id="334" r:id="rId7"/>
    <p:sldId id="333" r:id="rId8"/>
    <p:sldId id="335" r:id="rId9"/>
    <p:sldId id="337" r:id="rId10"/>
    <p:sldId id="336" r:id="rId11"/>
    <p:sldId id="338" r:id="rId12"/>
    <p:sldId id="339" r:id="rId13"/>
    <p:sldId id="340" r:id="rId14"/>
    <p:sldId id="341" r:id="rId15"/>
    <p:sldId id="342" r:id="rId16"/>
    <p:sldId id="343" r:id="rId17"/>
    <p:sldId id="344" r:id="rId18"/>
    <p:sldId id="345" r:id="rId19"/>
    <p:sldId id="346" r:id="rId20"/>
    <p:sldId id="347" r:id="rId21"/>
  </p:sldIdLst>
  <p:sldSz cx="10625138" cy="14400213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2">
          <p15:clr>
            <a:srgbClr val="A4A3A4"/>
          </p15:clr>
        </p15:guide>
        <p15:guide id="2" orient="horz" pos="45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1F1F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3" autoAdjust="0"/>
    <p:restoredTop sz="95244" autoAdjust="0"/>
  </p:normalViewPr>
  <p:slideViewPr>
    <p:cSldViewPr snapToGrid="0" showGuides="1">
      <p:cViewPr>
        <p:scale>
          <a:sx n="100" d="100"/>
          <a:sy n="100" d="100"/>
        </p:scale>
        <p:origin x="912" y="-3552"/>
      </p:cViewPr>
      <p:guideLst>
        <p:guide pos="412"/>
        <p:guide orient="horz" pos="455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notesViewPr>
    <p:cSldViewPr snapToGrid="0">
      <p:cViewPr varScale="1">
        <p:scale>
          <a:sx n="69" d="100"/>
          <a:sy n="69" d="100"/>
        </p:scale>
        <p:origin x="2227" y="8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gs" Target="tags/tag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A54208-A716-42FF-80CF-57B00CE66560}" type="datetimeFigureOut">
              <a:rPr lang="zh-CN" altLang="en-US" smtClean="0"/>
              <a:t>2023/8/15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DB86B2-45FA-46FD-932F-E74808AB18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7-30T02:31:18.17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154 21 24575,'-15'6'0,"1"0"0,0 1 0,0 1 0,-23 17 0,32-22 0,1 1 0,-1 0 0,1 1 0,0-1 0,0 1 0,0 0 0,1-1 0,0 2 0,0-1 0,0 0 0,0 1 0,1-1 0,0 1 0,0 0 0,-1 9 0,0 8 0,2 0 0,0 0 0,1 0 0,2 0 0,0-1 0,1 1 0,10 30 0,-11-43 0,1 0 0,0-1 0,1 0 0,0 0 0,0 0 0,1 0 0,0-1 0,1 0 0,-1 0 0,2 0 0,-1-1 0,1 0 0,0 0 0,1 0 0,0-1 0,0 0 0,0-1 0,0 0 0,15 7 0,-17-11 0,0 1 0,-1-1 0,1-1 0,-1 1 0,1-1 0,0 0 0,-1 0 0,1 0 0,0-1 0,-1 0 0,1 0 0,0-1 0,-1 1 0,0-1 0,1 0 0,-1-1 0,0 1 0,0-1 0,0 0 0,-1 0 0,9-8 0,8-7 0,-2 0 0,0-2 0,21-28 0,-32 38 0,-1 1 0,92-123 0,-89 117 0,-1-1 0,0 1 0,-1-2 0,-1 1 0,-1-1 0,0 0 0,3-20 0,-8 35 0,-1-1 0,1 0 0,-1 1 0,0-1 0,0 0 0,0 0 0,0 1 0,-1-1 0,1 0 0,-1 1 0,1-1 0,-1 0 0,0 1 0,0-1 0,0 1 0,-1-1 0,1 1 0,0 0 0,-1 0 0,0-1 0,1 1 0,-1 0 0,0 0 0,0 1 0,0-1 0,0 0 0,0 0 0,-1 1 0,1 0 0,0-1 0,-1 1 0,1 0 0,-1 0 0,0 0 0,-3 0 0,-11-3 0,0 1 0,-1 1 0,1 0 0,-29 2 0,9 0 0,-144-8-1365,122 6-5461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7-30T02:31:19.01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278 173 24575,'-1'-2'0,"0"0"0,0 0 0,0 0 0,0 0 0,0 0 0,-1 0 0,1 0 0,-1 0 0,1 1 0,-1-1 0,0 1 0,1-1 0,-1 1 0,0 0 0,0-1 0,0 1 0,0 0 0,0 0 0,0 1 0,-1-1 0,1 0 0,0 1 0,-3-1 0,2 1 0,-1 0 0,0 1 0,0-1 0,1 1 0,-1 0 0,1 0 0,-1 0 0,1 1 0,-1-1 0,1 1 0,0 0 0,-6 4 0,-5 6 0,0 0 0,0 1 0,1 0 0,-16 23 0,17-19 0,0 0 0,1 2 0,1-1 0,1 1 0,0 1 0,2-1 0,0 2 0,1-1 0,1 1 0,1-1 0,1 1 0,0 0 0,2 1 0,1-1 0,2 22 0,-2-38 0,1 0 0,-1 0 0,1 0 0,1 0 0,-1 0 0,1 0 0,0 0 0,0-1 0,0 1 0,1-1 0,-1 1 0,1-1 0,0 0 0,0 0 0,1 0 0,-1-1 0,5 4 0,-3-3 0,1-1 0,-1 0 0,1 0 0,0 0 0,0-1 0,0 0 0,0 0 0,0-1 0,0 1 0,1-1 0,12 0 0,3-2 0,0 0 0,-1-2 0,1 0 0,0-2 0,-1 0 0,38-15 0,-28 7 0,0-1 0,-1-2 0,0 0 0,-2-2 0,46-37 0,-58 42 0,-1-2 0,0 1 0,-1-2 0,-1 0 0,-1-1 0,0 0 0,-1-1 0,0 0 0,-2-1 0,11-28 0,-18 41 0,0-1 0,0 0 0,-1-1 0,1 1 0,-2 0 0,1 0 0,-1 0 0,0-1 0,0 1 0,-1 0 0,0 0 0,-1 0 0,1 0 0,-5-10 0,2 9 0,0 0 0,0 0 0,-1 1 0,0 0 0,0 0 0,-1 0 0,0 1 0,0-1 0,0 1 0,-1 1 0,-12-9 0,-1 2 20,-1 0 0,0 1 0,-1 2 0,-1 0 0,-23-6 0,-1 2-763,-72-8 1,77 16-6084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7-30T02:31:22.22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24575,'14'4'0,"13"8"0,8 5 0,2 1 0,2 0 0,-6 1 0,-4 1 0,-8-4-8191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7-30T02:31:21.72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24575,'4'0'0,"4"0"0,5 0 0,7 0 0,4 0 0,2 0 0,3 0 0,4 0 0,7 0 0,-3 0-8191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7-30T02:31:23.34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 5 24575,'0'-4'0,"-4"3"0,0 8 0,-1 15 0,2 16 0,0 14 0,1 12 0,1 3 0,1 0 0,0-8 0,0-9 0,0-11 0,4-11 0,1-11-8191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7-30T02:31:23.76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43 24575,'11'-7'0,"1"0"0,0 1 0,0 0 0,24-7 0,-34 12 0,1 1 0,-1-1 0,0 1 0,0-1 0,0 1 0,0 0 0,0-1 0,1 1 0,-1 0 0,0 1 0,0-1 0,0 0 0,0 1 0,0-1 0,1 1 0,-1-1 0,0 1 0,0 0 0,0 0 0,-1 0 0,1 0 0,0 0 0,0 1 0,0-1 0,-1 0 0,1 1 0,-1 0 0,1-1 0,-1 1 0,0 0 0,1-1 0,-1 1 0,0 0 0,0 0 0,0 0 0,-1 0 0,1 0 0,0 2 0,7 35 0,-2-1 0,-1 1 0,-2 0 0,-5 72 0,1-42 0,0 101-1365,1-143-5461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7-30T02:31:58.74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488 45 24575,'-11'-7'0,"-1"1"0,1 1 0,-1 0 0,-1 0 0,1 1 0,0 1 0,-1 0 0,0 0 0,0 2 0,0-1 0,0 2 0,0 0 0,0 0 0,0 1 0,1 1 0,-1 0 0,0 1 0,1 0 0,-1 1 0,1 0 0,0 1 0,0 0 0,-13 9 0,10-5 0,0 1 0,0 1 0,1 0 0,0 1 0,1 1 0,1 0 0,0 0 0,-13 20 0,19-23 0,1-1 0,0 2 0,0-1 0,1 0 0,0 1 0,1 0 0,0 0 0,1 0 0,0 0 0,1 1 0,0-1 0,1 0 0,0 1 0,2 14 0,-1-18 0,1 1 0,0-1 0,0 0 0,1 0 0,0-1 0,0 1 0,1 0 0,0-1 0,0 0 0,1 0 0,0 0 0,0-1 0,0 1 0,1-1 0,0-1 0,0 1 0,1-1 0,0 0 0,0 0 0,0-1 0,0 0 0,0 0 0,1-1 0,9 4 0,18 3 0,0 0 0,0-3 0,0-1 0,47 2 0,-66-6 0,6 0 0,-1 0 0,1-1 0,-1-2 0,1 0 0,41-8 0,-54 6 0,0 1 0,-1-2 0,1 1 0,-1-1 0,0 0 0,0-1 0,0 0 0,-1 0 0,0-1 0,0 0 0,0 0 0,0 0 0,-1-1 0,0 0 0,-1 0 0,9-15 0,-4 5 0,-1 0 0,-1-1 0,0 0 0,-1 0 0,-1-1 0,5-26 0,-10 37 0,0 0 0,0 0 0,0 0 0,-1-1 0,-1 1 0,1 0 0,-1 0 0,-1 0 0,0 0 0,0 0 0,0 0 0,-1 0 0,0 1 0,0-1 0,-1 1 0,0 0 0,-9-12 0,6 10 0,-1 1 0,1 1 0,-1-1 0,-1 1 0,0 0 0,0 1 0,0 0 0,0 1 0,-1 0 0,0 0 0,0 1 0,-1 0 0,1 1 0,-12-3 0,7 4 0,-1 0 0,1 1 0,-1 0 0,0 2 0,1-1 0,-1 2 0,1 0 0,-1 1 0,-21 7 0,33-8 0,-16 3 0,1 1 0,0 1 0,0 1 0,-28 17 0,39-16 78,8-9-124,0 0-1,0 1 1,0-1-1,0 0 1,0 1-1,0-1 0,0 0 1,0 1-1,1-1 1,-1 0-1,0 1 1,0-1-1,0 0 0,1 0 1,-1 1-1,0-1 1,0 0-1,0 0 1,1 1-1,-1-1 1,0 0-1,1 0 0,-1 0 1,0 0-1,1 1 1,-1-1-1,0 0 1,0 0-1,1 0 0,0 0 1,15 4-6780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7-30T02:31:59.12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7-30T03:00:46.59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0 0 24575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7-30T02:54:07.46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221 0 24575,'0'25'0,"0"9"-8191</inkml:trace>
  <inkml:trace contextRef="#ctx0" brushRef="#br0" timeOffset="1">115 698 24575,'-14'18'0,"-9"13"0,-4 5 0,-1 0 0,5-6-8191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7-30T02:54:07.82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486 0 24575,'-18'14'0,"-6"5"-8191</inkml:trace>
  <inkml:trace contextRef="#ctx0" brushRef="#br0" timeOffset="1">0 423 24575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7-30T02:54:08.16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244 33 24575,'-29'-4'0,"-16"-1"0,-13-3 0,-2-1 0,9 2-8191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7-30T02:54:09.46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22 0 24575,'0'438'0,"-1"-493"0,-17-108 0,29 292 0,-8-79 0,3 78 0,-20-403 0,11 259-71,0 14 249,0 25-1650,3-3-5354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7-30T02:54:12.13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24575,'117'-1'0,"125"3"0,-234-2 0,-2 0 0,1 0 0,-1 0 0,0 1 0,1 0 0,-1 0 0,8 3 0,-14-4 0,0 1 0,0-1 0,0 0 0,0 0 0,0 0 0,0 1 0,0-1 0,0 0 0,0 0 0,0 0 0,0 0 0,0 1 0,0-1 0,0 0 0,0 0 0,0 0 0,0 0 0,-1 1 0,1-1 0,0 0 0,0 0 0,0 0 0,0 0 0,0 0 0,0 1 0,0-1 0,-1 0 0,1 0 0,0 0 0,0 0 0,0 0 0,0 0 0,-1 0 0,1 0 0,0 0 0,0 0 0,0 0 0,0 1 0,-1-1 0,1 0 0,0 0 0,0 0 0,0 0 0,0 0 0,-1 0 0,1 0 0,0-1 0,0 1 0,0 0 0,0 0 0,-1 0 0,1 0 0,-15 3 0,-84 5 0,-48 6 0,143-14 0,7-1 0,17-5 0,-16 5 0,0 0 0,-1 1 0,1-1 0,0 0 0,-1 1 0,1 0 0,0 0 0,0 0 0,5 1 0,-9 0 0,0-1 0,0 1 0,0-1 0,0 1 0,0-1 0,0 1 0,-1-1 0,1 1 0,0-1 0,0 1 0,-1-1 0,1 1 0,0-1 0,-1 1 0,1-1 0,0 0 0,-1 1 0,1-1 0,-1 0 0,1 1 0,0-1 0,-1 0 0,1 1 0,-1-1 0,1 0 0,-1 0 0,1 0 0,-1 0 0,1 1 0,-2-1 0,-17 9 0,19-9 0,-11 6 29,23-8-220,-1 0-1012,8-1-5623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7-30T02:54:17.67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24575,'21'285'0,"0"-37"0,-20-230 0,-1-5 0,0-21 0,0-11-1365,0-3-5461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7-30T02:54:07.10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24575,'0'4'0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7-30T02:54:18.45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89 0 24575,'4'32'0,"0"26"0,1 16 0,-5 11 0,-10 2 0,-6-1 0,-8-2 0,-3-3 0,3-14-8191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7-30T02:54:19.51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149 5 24575,'-3'-1'0,"-1"0"0,1 0 0,-1 0 0,1 1 0,-1 0 0,1-1 0,-1 1 0,1 0 0,-1 1 0,1-1 0,-1 1 0,1-1 0,0 1 0,-1 0 0,1 0 0,0 0 0,-1 1 0,1-1 0,0 1 0,0 0 0,0 0 0,0 0 0,1 0 0,-1 1 0,1-1 0,-1 1 0,1-1 0,0 1 0,0 0 0,0 0 0,0 0 0,0 0 0,-1 4 0,-5 10 0,1-1 0,1 1 0,1 0 0,0 0 0,-2 24 0,7-40 0,-3 8 0,1 0 0,1 0 0,0 0 0,0 0 0,1 0 0,0 0 0,1 0 0,-1 0 0,2 1 0,4 16 0,-6-26 0,0 1 0,1 0 0,-1 0 0,1-1 0,-1 1 0,0-1 0,1 1 0,-1 0 0,1-1 0,0 1 0,-1-1 0,1 1 0,-1-1 0,1 1 0,0-1 0,-1 0 0,1 1 0,0-1 0,-1 0 0,1 1 0,0-1 0,0 0 0,-1 0 0,1 0 0,0 0 0,0 0 0,-1 0 0,1 0 0,0 0 0,0 0 0,0 0 0,-1 0 0,1 0 0,0 0 0,0-1 0,-1 1 0,1 0 0,0 0 0,-1-1 0,1 1 0,0-1 0,-1 1 0,1-1 0,0 1 0,0-2 0,27-26 0,-11 5 0,-1-1 0,22-46 0,-17 29 0,-20 39 0,0 1 0,0-1 0,0 0 0,0 0 0,0 1 0,0-1 0,1 0 0,-1 1 0,0-1 0,1 1 0,1-2 0,-2 3 0,-1 0 0,0 0 0,0 0 0,1 0 0,-1 0 0,0 1 0,1-1 0,-1 0 0,0 0 0,0 0 0,1 0 0,-1 0 0,0 0 0,0 0 0,1 1 0,-1-1 0,0 0 0,0 0 0,1 0 0,-1 0 0,0 1 0,0-1 0,0 0 0,1 0 0,-1 1 0,0-1 0,0 0 0,0 0 0,0 1 0,0-1 0,0 0 0,0 1 0,1-1 0,-1 0 0,0 0 0,0 1 0,0-1 0,0 0 0,0 1 0,0-1 0,0 0 0,0 9 0,1-1 0,-1 0 0,-1 0 0,-1 11 0,-36 186 0,20-121 0,13-47 120,7-19-321,-2-18 169,0 0 0,0 0 0,0 1 0,0-1-1,0 0 1,0 0 0,1 1 0,-1-1 0,0 0 0,0 0 0,0 1 0,0-1 0,1 0 0,-1 0-1,0 0 1,0 1 0,0-1 0,1 0 0,-1 0 0,0 0 0,0 0 0,1 1 0,-1-1 0,0 0-1,0 0 1,1 0 0,-1 0 0,0 0 0,0 0 0,1 0 0,-1 0 0,0 0 0,1 0 0,-1 0-1,0 0 1,0 0 0,1 0 0,-1 0 0,1 0 0,10-7-6794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7-30T02:54:19.87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94 0 24575,'-89'258'0,"88"-256"0,0-1 0,1 1 0,-1 0 0,1 0 0,-1 0 0,1 0 0,0-1 0,-1 1 0,1 0 0,0 0 0,0 0 0,0 0 0,1 0 0,-1 0 0,0 0 0,1-1 0,-1 1 0,1 0 0,0 0 0,0-1 0,1 3 0,-1-3 0,1 0 0,0 0 0,0 0 0,0 0 0,0-1 0,0 1 0,0-1 0,0 1 0,0-1 0,0 0 0,0 0 0,0 0 0,0 0 0,0 0 0,0 0 0,0 0 0,0-1 0,0 1 0,2-2 0,2 1 0,5-1 0,-1-1 0,1 2 0,0 0 0,0 0 0,17 1 0,-26 1 0,0-1 0,0 0 0,0 1 0,0-1 0,0 1 0,-1 0 0,1-1 0,0 1 0,0 0 0,-1 0 0,1 0 0,-1 0 0,1 1 0,-1-1 0,1 0 0,1 3 0,-2-2 0,0 0 0,0 0 0,0 0 0,0 0 0,-1 1 0,1-1 0,-1 0 0,1 1 0,-1-1 0,0 0 0,0 1 0,0-1 0,0 0 0,0 1 0,-1-1 0,1 0 0,-1 3 0,-2 3 11,0 0 0,0-1 0,-1 1 0,0-1 0,0 0 0,-1 0-1,0 0 1,0 0 0,-1-1 0,-11 10 0,13-12-33,0-1-1,0 0 1,0 0 0,0 0-1,-1-1 1,1 1 0,-1-1-1,-8 2 1,11-3-42,0-1 0,0 1-1,-1-1 1,1 0 0,0 0 0,0 0 0,0 0-1,-1 0 1,1 0 0,0-1 0,0 1 0,0-1-1,-1 1 1,1-1 0,0 0 0,0 0 0,0 0-1,0 0 1,-3-3 0,-14-15-6762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7-30T02:54:20.23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24575,'32'11'0,"11"3"-8191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7-30T02:54:20.57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26 0 24575,'0'22'0,"0"17"0,0 14 0,-4 8 0,0 1 0,-5-7 0,1-12-8191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7-30T02:54:20.93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97 0 24575,'-11'25'0,"-10"16"0,-6 8 0,2-1 0,12-9 0,16-17 0,14-21 0,12-17 0,1-6-8191</inkml:trace>
  <inkml:trace contextRef="#ctx0" brushRef="#br0" timeOffset="1">224 233 24575,'0'14'0,"-4"24"0,-4 18 0,-2 12 0,-2 0 0,1-10-8191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7-30T02:54:25.58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24575,'0'4'0,"4"4"0,-3 1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7-30T02:54:25.94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0 106 24575,'4'4'0,"11"0"0,25 5 0,32-1 0,27 3 0,27 3 0,13 2 0,12 3 0,9-3 0,2-7 0,-1-12 0,-6-13 0,-29-4-8191</inkml:trace>
  <inkml:trace contextRef="#ctx0" brushRef="#br0" timeOffset="1">2011 0 24575,'29'14'0,"23"9"0,18 0 0,-3-3-8191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7-30T02:54:05.54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60 24575,'25'-1'0,"46"-9"0,-46 6 0,45-3 0,-41 5 0,-1-1 0,1-1 0,54-16 0,-79 19-108,11-6-1149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7-30T02:54:06.62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87 24575,'14'-5'0,"1"0"0,0 1 0,0 0 0,0 1 0,1 1 0,-1 0 0,0 1 0,29 3 0,36-5 0,-43 0 0,-16 2 0,-1-1 0,27-7 0,-47 9 0,0 0 0,-1 0 0,1 0 0,0 0 0,0 0 0,0 0 0,-1 0 0,1 0 0,0 0 0,0 0 0,0 0 0,-1 0 0,1-1 0,0 1 0,0 0 0,0 0 0,-1 0 0,1 0 0,0 0 0,0-1 0,0 1 0,0 0 0,0 0 0,0 0 0,-1-1 0,1 1 0,0 0 0,0 0 0,0 0 0,0-1 0,0 1 0,0 0 0,0 0 0,0-1 0,0 1 0,0 0 0,0 0 0,0 0 0,0-1 0,0 1 0,0 0 0,0 0 0,0 0 0,0-1 0,0 1 0,0 0 0,1 0 0,-1 0 0,0-1 0,0 1 0,0 0 0,0 0 0,0 0 0,1 0 0,-1-1 0,0 1 0,0 0 0,0 0 0,0 0 0,1 0 0,-1 0 0,0 0 0,0-1 0,0 1 0,1 0 0,-1 0 0,0 0 0,1 0 0,-18-8 0,-6 1 0,0 1 0,0 1 0,-1 1 0,1 1 0,-1 2 0,-32 0 0,84 1 0,144 3 0,-145 3 0,-22-1 0,-17-1 0,-55-1 0,57-4 0,-1 1 0,0 0 0,1 1 0,-1 0 0,0 0 0,1 1 0,-15 5 0,26-4 0,10 0 0,13 1 0,120-1 0,-137 1 0,-15 2 0,-17 3 0,-20 0 0,-59 5 0,98-13 0,67-8 0,92-12 0,-133 13-1365,-8 1-5461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7-30T02:56:37.27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0 0 24575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7-30T02:56:37.69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0 0 24575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7-31T08:31:38.86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0 0 24575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01T03:11:18.71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46 24575,'0'1'0,"1"0"0,-1 0 0,1 0 0,-1 0 0,1 0 0,-1 0 0,1 0 0,0 0 0,-1-1 0,1 1 0,0 0 0,0 0 0,0-1 0,-1 1 0,1 0 0,0-1 0,0 1 0,0-1 0,0 1 0,0-1 0,0 0 0,0 1 0,0-1 0,0 0 0,1 0 0,-1 0 0,0 0 0,0 1 0,0-2 0,2 1 0,35 0 0,81-18 0,-75 10 0,0 1 0,1 3 0,86 1 0,-61 14 0,-47-7 0,0 0 0,44 0 0,-12-8 0,66-14 0,-72 9 0,99-5 0,-82 14 0,108 3 0,-48 17 0,-119-20 0,0 0 0,0 1 0,0 0 0,-1 1 0,11 2 0,-14-3 0,-1 1 0,1-1 0,0 1 0,-1-1 0,1 1 0,-1 0 0,0 0 0,1 0 0,-1 0 0,0 1 0,0-1 0,0 0 0,-1 1 0,4 4 0,-3-3 0,0-1 0,1 1 0,0-1 0,0 0 0,0 0 0,0 0 0,0 0 0,0-1 0,1 1 0,-1-1 0,1 0 0,0 0 0,0 0 0,0-1 0,0 1 0,0-1 0,0 0 0,0 0 0,8 0 0,9 1 0,0-1 0,40-3 0,-24 0 0,51-1 0,182 5 0,-211 8 0,-43-7 0,-1 0 0,23 1 0,24-4-455,1-2 0,63-12 0,-106 11-6371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01T03:11:20.70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0 207 24575,'5'-1'0,"0"0"0,-1 0 0,1-1 0,-1 1 0,9-5 0,9-3 0,46-12 0,1 2 0,0 4 0,2 2 0,-1 4 0,102-1 0,-94 8 0,132-20 0,-122 10 0,-46 4 0,50-14 0,-67 14 0,0 1 0,1 1 0,0 2 0,0 0 0,0 2 0,33 1 0,-55 1 0,1 1 0,0 0 0,-1 0 0,1 1 0,-1-1 0,1 1 0,-1 0 0,0 0 0,0 0 0,0 1 0,0-1 0,0 1 0,-1 0 0,1 0 0,-1 1 0,0-1 0,0 1 0,0-1 0,0 1 0,4 8 0,20 23 0,-23-32 0,1 1 0,-1-1 0,0 0 0,1 0 0,0-1 0,-1 1 0,1-1 0,0 0 0,0-1 0,0 1 0,1-1 0,-1 0 0,8 1 0,11 0 0,41-2 0,-40-1 0,3 0 0,-19 0 0,0 0 0,1 1 0,-1 0 0,0 0 0,1 1 0,-1 1 0,0-1 0,0 1 0,0 1 0,0 0 0,0 0 0,9 5 0,-14-5 0,0-1 0,1 0 0,-1 0 0,0-1 0,1 0 0,-1 1 0,1-1 0,-1-1 0,1 1 0,0-1 0,-1 1 0,1-2 0,5 1 0,5-3 0,0 0 0,25-8 0,-30 7 0,1 1 0,-1 0 0,1 0 0,0 1 0,-1 1 0,23-1 0,21 9 0,-39-4 0,1-1 0,0 0 0,-1-1 0,1-1 0,-1-1 0,28-4 0,9-3 0,1 3 0,0 1 0,88 6 0,-37 0 0,-85-2-89,-10-1-166,0 1 0,1 0-1,-1 1 1,15 3 0,-10 0-6571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01T03:11:25.79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 24575,'214'-1'0,"238"3"0,-260 8 0,80 1 0,-244-10 31,0 2 0,0 1-1,35 9 1,-36-6-403,1-2 0,0 0 0,30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01T03:11:28.27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86 24575,'0'-1'0,"1"0"0,-1 0 0,0 0 0,1 1 0,-1-1 0,1 0 0,-1 0 0,1 1 0,0-1 0,-1 0 0,1 0 0,0 1 0,-1-1 0,1 1 0,0-1 0,0 1 0,0-1 0,-1 1 0,1-1 0,0 1 0,0 0 0,0-1 0,0 1 0,0 0 0,0 0 0,0 0 0,1 0 0,32-5 0,-29 5 0,249-4 0,22-2 0,348-29 0,-447 25 0,-21 0 0,53 21 0,-29-1 0,-16-11 0,108 3 0,-251 1-1365,-6 1-5461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01T03:11:31.86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24575,'183'6'0,"198"31"0,-249-18 0,126 15 0,-194-29 0,1-3 0,65-6 0,16-7 0,203 8 0,-283 12-1365,-57-10-5461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01T03:11:35.12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58 24575,'0'-1'0,"0"1"0,1-1 0,-1 0 0,0 1 0,0-1 0,1 0 0,-1 1 0,0-1 0,1 0 0,-1 1 0,1-1 0,-1 1 0,1-1 0,-1 1 0,1-1 0,-1 1 0,1-1 0,-1 1 0,1 0 0,0-1 0,-1 1 0,1 0 0,0-1 0,-1 1 0,1 0 0,0 0 0,-1 0 0,1 0 0,0 0 0,-1-1 0,1 1 0,0 0 0,0 1 0,1-1 0,30 2 0,-29-1 0,441 32 0,1-33 0,-373-1 0,508-20 0,-572 21 0,-1 0 0,0 0 0,-1-1 0,1 1 0,0-2 0,-1 1 0,1-1 0,-1 0 0,11-4 0,-16 5-29,-1 1 0,1-1 0,-1 1 0,1-1 0,-1 1 0,1-1 0,-1 0 0,0 1 0,1-1 0,-1 0 0,0 1 0,0-1 0,1 0 0,-1 1 0,0-1-1,0 0 1,0 1 0,0-1 0,0 0 0,0 0 0,0 1 0,0-1 0,0 0 0,0 0 0,0 1 0,0-1 0,-1 0 0,1 1 0,0-1 0,0 0 0,-1 1 0,1-1 0,0 0 0,-1 1 0,1-1 0,-1 1-1,1-1 1,-1 1 0,1-1 0,-1 1 0,0-1 0,1 1 0,-1-1 0,1 1 0,-1 0 0,-1-1 0,-17-15-6797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01T03:11:36.68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3 103 24575,'0'0'0,"0"0"0,0 0 0,0 0 0,0 0 0,-1 0 0,1 0 0,0 0 0,0 0 0,0 0 0,0 0 0,0 0 0,0 0 0,0 0 0,0 0 0,0 0 0,0 0 0,-1 0 0,1 0 0,0 0 0,0 0 0,0 0 0,0 0 0,0 0 0,0 0 0,0 0 0,0 0 0,0 0 0,0 0 0,0 0 0,0-1 0,-1 1 0,1 0 0,0 0 0,0 0 0,0 0 0,0 0 0,0 0 0,0 0 0,0 0 0,0 0 0,0 0 0,0-1 0,0 1 0,0 0 0,0 0 0,0 0 0,0 0 0,0 0 0,0 0 0,0 0 0,0 0 0,0 0 0,0 0 0,0-1 0,0 1 0,0 0 0,0 0 0,0 0 0,0 0 0,0 0 0,1 0 0,-1 0 0,0 0 0,0 0 0,8-8 0,12-6 0,10 1 0,0 2 0,0 1 0,1 1 0,0 1 0,0 2 0,1 2 0,-1 0 0,1 3 0,51 2 0,-64 1 0,0 0 0,-1 1 0,1 2 0,31 10 0,-41-11 0,-1 0 0,1 0 0,-1 1 0,0 0 0,0 0 0,0 1 0,0 0 0,-1 1 0,0 0 0,-1 0 0,7 9 0,-10-13 0,-1-1 0,1 1 0,0-1 0,0 0 0,-1 1 0,2-1 0,-1-1 0,0 1 0,0 0 0,1-1 0,-1 0 0,0 1 0,1-1 0,-1-1 0,1 1 0,0 0 0,-1-1 0,1 0 0,5 0 0,8-1 0,0 0 0,30-7 0,-45 8 0,215-62 0,-156 42 0,1 2 0,90-15 0,-145 32 0,0 1 0,1-1 0,-1 1 0,0 0 0,0 1 0,1 0 0,-1 0 0,0 0 0,0 1 0,0 0 0,0 1 0,0-1 0,0 1 0,-1 1 0,0-1 0,1 1 0,-1 0 0,0 0 0,-1 1 0,10 10 0,-6-8 0,0 0 0,0 0 0,0-1 0,1 0 0,0 0 0,0-1 0,0-1 0,1 0 0,0 0 0,0-1 0,0 0 0,14 1 0,15 1 0,1-3 0,43-2 0,-40-1 0,59-4 0,152-27 0,-114 11 0,-123 22-46,-13 5 160,-5-3-244,-1-1 0,1 0-1,-1 0 1,0 0 0,0 0-1,0-1 1,0 1 0,0 0 0,-1 0-1,-2 3 1,-18 21-6696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C13B3F-2B31-4A61-B985-2117CDAFE2AD}" type="datetimeFigureOut">
              <a:rPr lang="zh-CN" altLang="en-US" smtClean="0"/>
              <a:t>2023/8/15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1143000"/>
            <a:ext cx="22764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70FF05-BDD8-42F0-BA90-04AD6ABB1C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1143000"/>
            <a:ext cx="227647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70FF05-BDD8-42F0-BA90-04AD6ABB1C0C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28142" y="2356703"/>
            <a:ext cx="7968854" cy="5013407"/>
          </a:xfrm>
        </p:spPr>
        <p:txBody>
          <a:bodyPr anchor="b"/>
          <a:lstStyle>
            <a:lvl1pPr algn="ctr">
              <a:defRPr sz="52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28142" y="7563446"/>
            <a:ext cx="7968854" cy="3476717"/>
          </a:xfrm>
        </p:spPr>
        <p:txBody>
          <a:bodyPr/>
          <a:lstStyle>
            <a:lvl1pPr marL="0" indent="0" algn="ctr">
              <a:buNone/>
              <a:defRPr sz="2090"/>
            </a:lvl1pPr>
            <a:lvl2pPr marL="398145" indent="0" algn="ctr">
              <a:buNone/>
              <a:defRPr sz="1745"/>
            </a:lvl2pPr>
            <a:lvl3pPr marL="796925" indent="0" algn="ctr">
              <a:buNone/>
              <a:defRPr sz="1570"/>
            </a:lvl3pPr>
            <a:lvl4pPr marL="1195070" indent="0" algn="ctr">
              <a:buNone/>
              <a:defRPr sz="1395"/>
            </a:lvl4pPr>
            <a:lvl5pPr marL="1593850" indent="0" algn="ctr">
              <a:buNone/>
              <a:defRPr sz="1395"/>
            </a:lvl5pPr>
            <a:lvl6pPr marL="1991995" indent="0" algn="ctr">
              <a:buNone/>
              <a:defRPr sz="1395"/>
            </a:lvl6pPr>
            <a:lvl7pPr marL="2390775" indent="0" algn="ctr">
              <a:buNone/>
              <a:defRPr sz="1395"/>
            </a:lvl7pPr>
            <a:lvl8pPr marL="2788920" indent="0" algn="ctr">
              <a:buNone/>
              <a:defRPr sz="1395"/>
            </a:lvl8pPr>
            <a:lvl9pPr marL="3187700" indent="0" algn="ctr">
              <a:buNone/>
              <a:defRPr sz="1395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2023/8/15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2023/8/15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4944" y="3590055"/>
            <a:ext cx="9164182" cy="5990088"/>
          </a:xfrm>
        </p:spPr>
        <p:txBody>
          <a:bodyPr anchor="b"/>
          <a:lstStyle>
            <a:lvl1pPr>
              <a:defRPr sz="52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4944" y="9636811"/>
            <a:ext cx="9164182" cy="3150046"/>
          </a:xfrm>
        </p:spPr>
        <p:txBody>
          <a:bodyPr/>
          <a:lstStyle>
            <a:lvl1pPr marL="0" indent="0">
              <a:buNone/>
              <a:defRPr sz="2090">
                <a:solidFill>
                  <a:schemeClr val="tx1">
                    <a:tint val="75000"/>
                  </a:schemeClr>
                </a:solidFill>
              </a:defRPr>
            </a:lvl1pPr>
            <a:lvl2pPr marL="398145" indent="0">
              <a:buNone/>
              <a:defRPr sz="1745">
                <a:solidFill>
                  <a:schemeClr val="tx1">
                    <a:tint val="75000"/>
                  </a:schemeClr>
                </a:solidFill>
              </a:defRPr>
            </a:lvl2pPr>
            <a:lvl3pPr marL="796925" indent="0">
              <a:buNone/>
              <a:defRPr sz="1570">
                <a:solidFill>
                  <a:schemeClr val="tx1">
                    <a:tint val="75000"/>
                  </a:schemeClr>
                </a:solidFill>
              </a:defRPr>
            </a:lvl3pPr>
            <a:lvl4pPr marL="119507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4pPr>
            <a:lvl5pPr marL="159385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5pPr>
            <a:lvl6pPr marL="1991995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6pPr>
            <a:lvl7pPr marL="2390775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7pPr>
            <a:lvl8pPr marL="278892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8pPr>
            <a:lvl9pPr marL="318770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2023/8/15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30478" y="3833390"/>
            <a:ext cx="4515684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378976" y="3833390"/>
            <a:ext cx="4515684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2023/8/15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2" y="766679"/>
            <a:ext cx="9164182" cy="278337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1863" y="3530053"/>
            <a:ext cx="4494931" cy="1730025"/>
          </a:xfrm>
        </p:spPr>
        <p:txBody>
          <a:bodyPr anchor="b"/>
          <a:lstStyle>
            <a:lvl1pPr marL="0" indent="0">
              <a:buNone/>
              <a:defRPr sz="2090" b="1"/>
            </a:lvl1pPr>
            <a:lvl2pPr marL="398145" indent="0">
              <a:buNone/>
              <a:defRPr sz="1745" b="1"/>
            </a:lvl2pPr>
            <a:lvl3pPr marL="796925" indent="0">
              <a:buNone/>
              <a:defRPr sz="1570" b="1"/>
            </a:lvl3pPr>
            <a:lvl4pPr marL="1195070" indent="0">
              <a:buNone/>
              <a:defRPr sz="1395" b="1"/>
            </a:lvl4pPr>
            <a:lvl5pPr marL="1593850" indent="0">
              <a:buNone/>
              <a:defRPr sz="1395" b="1"/>
            </a:lvl5pPr>
            <a:lvl6pPr marL="1991995" indent="0">
              <a:buNone/>
              <a:defRPr sz="1395" b="1"/>
            </a:lvl6pPr>
            <a:lvl7pPr marL="2390775" indent="0">
              <a:buNone/>
              <a:defRPr sz="1395" b="1"/>
            </a:lvl7pPr>
            <a:lvl8pPr marL="2788920" indent="0">
              <a:buNone/>
              <a:defRPr sz="1395" b="1"/>
            </a:lvl8pPr>
            <a:lvl9pPr marL="3187700" indent="0">
              <a:buNone/>
              <a:defRPr sz="139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31863" y="5260078"/>
            <a:ext cx="4494931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378976" y="3530053"/>
            <a:ext cx="4517068" cy="1730025"/>
          </a:xfrm>
        </p:spPr>
        <p:txBody>
          <a:bodyPr anchor="b"/>
          <a:lstStyle>
            <a:lvl1pPr marL="0" indent="0">
              <a:buNone/>
              <a:defRPr sz="2090" b="1"/>
            </a:lvl1pPr>
            <a:lvl2pPr marL="398145" indent="0">
              <a:buNone/>
              <a:defRPr sz="1745" b="1"/>
            </a:lvl2pPr>
            <a:lvl3pPr marL="796925" indent="0">
              <a:buNone/>
              <a:defRPr sz="1570" b="1"/>
            </a:lvl3pPr>
            <a:lvl4pPr marL="1195070" indent="0">
              <a:buNone/>
              <a:defRPr sz="1395" b="1"/>
            </a:lvl4pPr>
            <a:lvl5pPr marL="1593850" indent="0">
              <a:buNone/>
              <a:defRPr sz="1395" b="1"/>
            </a:lvl5pPr>
            <a:lvl6pPr marL="1991995" indent="0">
              <a:buNone/>
              <a:defRPr sz="1395" b="1"/>
            </a:lvl6pPr>
            <a:lvl7pPr marL="2390775" indent="0">
              <a:buNone/>
              <a:defRPr sz="1395" b="1"/>
            </a:lvl7pPr>
            <a:lvl8pPr marL="2788920" indent="0">
              <a:buNone/>
              <a:defRPr sz="1395" b="1"/>
            </a:lvl8pPr>
            <a:lvl9pPr marL="3187700" indent="0">
              <a:buNone/>
              <a:defRPr sz="139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378976" y="5260078"/>
            <a:ext cx="4517068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2023/8/15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7230529" y="12153097"/>
            <a:ext cx="67551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素材：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图表：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精美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课件：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www.1ppt.com/kejian/   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工作总结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www.1ppt.com/xiazai/zongjie/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工作计划：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www.1ppt.com/xiazai/jihua/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商务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www.1ppt.com/moban/shangwu/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个人简历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www.1ppt.com/xiazai/jianli/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毕业答辩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www.1ppt.com/xiazai/dabian/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工作汇报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www.1ppt.com/xiazai/huibao/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12" name="矩形 11"/>
          <p:cNvSpPr/>
          <p:nvPr userDrawn="1"/>
        </p:nvSpPr>
        <p:spPr>
          <a:xfrm>
            <a:off x="7230529" y="12153097"/>
            <a:ext cx="67551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素材：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图表：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精美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课件：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www.1ppt.com/kejian/   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工作总结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www.1ppt.com/xiazai/zongjie/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工作计划：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www.1ppt.com/xiazai/jihua/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商务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www.1ppt.com/moban/shangwu/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个人简历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www.1ppt.com/xiazai/jianli/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毕业答辩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www.1ppt.com/xiazai/dabian/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工作汇报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www.1ppt.com/xiazai/huibao/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2023/8/15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2023/8/15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3" y="960014"/>
            <a:ext cx="3426883" cy="3360050"/>
          </a:xfrm>
        </p:spPr>
        <p:txBody>
          <a:bodyPr anchor="b"/>
          <a:lstStyle>
            <a:lvl1pPr>
              <a:defRPr sz="279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17068" y="2073365"/>
            <a:ext cx="5378976" cy="10233485"/>
          </a:xfrm>
        </p:spPr>
        <p:txBody>
          <a:bodyPr/>
          <a:lstStyle>
            <a:lvl1pPr>
              <a:defRPr sz="2790"/>
            </a:lvl1pPr>
            <a:lvl2pPr>
              <a:defRPr sz="2440"/>
            </a:lvl2pPr>
            <a:lvl3pPr>
              <a:defRPr sz="2090"/>
            </a:lvl3pPr>
            <a:lvl4pPr>
              <a:defRPr sz="1745"/>
            </a:lvl4pPr>
            <a:lvl5pPr>
              <a:defRPr sz="1745"/>
            </a:lvl5pPr>
            <a:lvl6pPr>
              <a:defRPr sz="1745"/>
            </a:lvl6pPr>
            <a:lvl7pPr>
              <a:defRPr sz="1745"/>
            </a:lvl7pPr>
            <a:lvl8pPr>
              <a:defRPr sz="1745"/>
            </a:lvl8pPr>
            <a:lvl9pPr>
              <a:defRPr sz="174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1863" y="4320064"/>
            <a:ext cx="3426883" cy="8003453"/>
          </a:xfrm>
        </p:spPr>
        <p:txBody>
          <a:bodyPr/>
          <a:lstStyle>
            <a:lvl1pPr marL="0" indent="0">
              <a:buNone/>
              <a:defRPr sz="1395"/>
            </a:lvl1pPr>
            <a:lvl2pPr marL="398145" indent="0">
              <a:buNone/>
              <a:defRPr sz="1220"/>
            </a:lvl2pPr>
            <a:lvl3pPr marL="796925" indent="0">
              <a:buNone/>
              <a:defRPr sz="1045"/>
            </a:lvl3pPr>
            <a:lvl4pPr marL="1195070" indent="0">
              <a:buNone/>
              <a:defRPr sz="870"/>
            </a:lvl4pPr>
            <a:lvl5pPr marL="1593850" indent="0">
              <a:buNone/>
              <a:defRPr sz="870"/>
            </a:lvl5pPr>
            <a:lvl6pPr marL="1991995" indent="0">
              <a:buNone/>
              <a:defRPr sz="870"/>
            </a:lvl6pPr>
            <a:lvl7pPr marL="2390775" indent="0">
              <a:buNone/>
              <a:defRPr sz="870"/>
            </a:lvl7pPr>
            <a:lvl8pPr marL="2788920" indent="0">
              <a:buNone/>
              <a:defRPr sz="870"/>
            </a:lvl8pPr>
            <a:lvl9pPr marL="3187700" indent="0">
              <a:buNone/>
              <a:defRPr sz="87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2023/8/15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3" y="960014"/>
            <a:ext cx="3426883" cy="3360050"/>
          </a:xfrm>
        </p:spPr>
        <p:txBody>
          <a:bodyPr anchor="b"/>
          <a:lstStyle>
            <a:lvl1pPr>
              <a:defRPr sz="279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517068" y="2073365"/>
            <a:ext cx="5378976" cy="10233485"/>
          </a:xfrm>
        </p:spPr>
        <p:txBody>
          <a:bodyPr/>
          <a:lstStyle>
            <a:lvl1pPr marL="0" indent="0">
              <a:buNone/>
              <a:defRPr sz="2790"/>
            </a:lvl1pPr>
            <a:lvl2pPr marL="398145" indent="0">
              <a:buNone/>
              <a:defRPr sz="2440"/>
            </a:lvl2pPr>
            <a:lvl3pPr marL="796925" indent="0">
              <a:buNone/>
              <a:defRPr sz="2090"/>
            </a:lvl3pPr>
            <a:lvl4pPr marL="1195070" indent="0">
              <a:buNone/>
              <a:defRPr sz="1745"/>
            </a:lvl4pPr>
            <a:lvl5pPr marL="1593850" indent="0">
              <a:buNone/>
              <a:defRPr sz="1745"/>
            </a:lvl5pPr>
            <a:lvl6pPr marL="1991995" indent="0">
              <a:buNone/>
              <a:defRPr sz="1745"/>
            </a:lvl6pPr>
            <a:lvl7pPr marL="2390775" indent="0">
              <a:buNone/>
              <a:defRPr sz="1745"/>
            </a:lvl7pPr>
            <a:lvl8pPr marL="2788920" indent="0">
              <a:buNone/>
              <a:defRPr sz="1745"/>
            </a:lvl8pPr>
            <a:lvl9pPr marL="3187700" indent="0">
              <a:buNone/>
              <a:defRPr sz="1745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1863" y="4320064"/>
            <a:ext cx="3426883" cy="8003453"/>
          </a:xfrm>
        </p:spPr>
        <p:txBody>
          <a:bodyPr/>
          <a:lstStyle>
            <a:lvl1pPr marL="0" indent="0">
              <a:buNone/>
              <a:defRPr sz="1395"/>
            </a:lvl1pPr>
            <a:lvl2pPr marL="398145" indent="0">
              <a:buNone/>
              <a:defRPr sz="1220"/>
            </a:lvl2pPr>
            <a:lvl3pPr marL="796925" indent="0">
              <a:buNone/>
              <a:defRPr sz="1045"/>
            </a:lvl3pPr>
            <a:lvl4pPr marL="1195070" indent="0">
              <a:buNone/>
              <a:defRPr sz="870"/>
            </a:lvl4pPr>
            <a:lvl5pPr marL="1593850" indent="0">
              <a:buNone/>
              <a:defRPr sz="870"/>
            </a:lvl5pPr>
            <a:lvl6pPr marL="1991995" indent="0">
              <a:buNone/>
              <a:defRPr sz="870"/>
            </a:lvl6pPr>
            <a:lvl7pPr marL="2390775" indent="0">
              <a:buNone/>
              <a:defRPr sz="870"/>
            </a:lvl7pPr>
            <a:lvl8pPr marL="2788920" indent="0">
              <a:buNone/>
              <a:defRPr sz="870"/>
            </a:lvl8pPr>
            <a:lvl9pPr marL="3187700" indent="0">
              <a:buNone/>
              <a:defRPr sz="87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2023/8/15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2023/8/15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603615" y="766678"/>
            <a:ext cx="2291045" cy="1220351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30478" y="766678"/>
            <a:ext cx="6740322" cy="1220351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2023/8/15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28142" y="2356703"/>
            <a:ext cx="7968854" cy="5013407"/>
          </a:xfrm>
        </p:spPr>
        <p:txBody>
          <a:bodyPr anchor="b"/>
          <a:lstStyle>
            <a:lvl1pPr algn="ctr">
              <a:defRPr sz="52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28142" y="7563446"/>
            <a:ext cx="7968854" cy="3476717"/>
          </a:xfrm>
        </p:spPr>
        <p:txBody>
          <a:bodyPr/>
          <a:lstStyle>
            <a:lvl1pPr marL="0" indent="0" algn="ctr">
              <a:buNone/>
              <a:defRPr sz="2090"/>
            </a:lvl1pPr>
            <a:lvl2pPr marL="398145" indent="0" algn="ctr">
              <a:buNone/>
              <a:defRPr sz="1745"/>
            </a:lvl2pPr>
            <a:lvl3pPr marL="796925" indent="0" algn="ctr">
              <a:buNone/>
              <a:defRPr sz="1570"/>
            </a:lvl3pPr>
            <a:lvl4pPr marL="1195070" indent="0" algn="ctr">
              <a:buNone/>
              <a:defRPr sz="1395"/>
            </a:lvl4pPr>
            <a:lvl5pPr marL="1593850" indent="0" algn="ctr">
              <a:buNone/>
              <a:defRPr sz="1395"/>
            </a:lvl5pPr>
            <a:lvl6pPr marL="1991995" indent="0" algn="ctr">
              <a:buNone/>
              <a:defRPr sz="1395"/>
            </a:lvl6pPr>
            <a:lvl7pPr marL="2390775" indent="0" algn="ctr">
              <a:buNone/>
              <a:defRPr sz="1395"/>
            </a:lvl7pPr>
            <a:lvl8pPr marL="2788920" indent="0" algn="ctr">
              <a:buNone/>
              <a:defRPr sz="1395"/>
            </a:lvl8pPr>
            <a:lvl9pPr marL="3187700" indent="0" algn="ctr">
              <a:buNone/>
              <a:defRPr sz="1395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2023/8/15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2023/8/15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4944" y="3590055"/>
            <a:ext cx="9164182" cy="5990088"/>
          </a:xfrm>
        </p:spPr>
        <p:txBody>
          <a:bodyPr anchor="b"/>
          <a:lstStyle>
            <a:lvl1pPr>
              <a:defRPr sz="52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4944" y="9636811"/>
            <a:ext cx="9164182" cy="3150046"/>
          </a:xfrm>
        </p:spPr>
        <p:txBody>
          <a:bodyPr/>
          <a:lstStyle>
            <a:lvl1pPr marL="0" indent="0">
              <a:buNone/>
              <a:defRPr sz="2090">
                <a:solidFill>
                  <a:schemeClr val="tx1">
                    <a:tint val="75000"/>
                  </a:schemeClr>
                </a:solidFill>
              </a:defRPr>
            </a:lvl1pPr>
            <a:lvl2pPr marL="398145" indent="0">
              <a:buNone/>
              <a:defRPr sz="1745">
                <a:solidFill>
                  <a:schemeClr val="tx1">
                    <a:tint val="75000"/>
                  </a:schemeClr>
                </a:solidFill>
              </a:defRPr>
            </a:lvl2pPr>
            <a:lvl3pPr marL="796925" indent="0">
              <a:buNone/>
              <a:defRPr sz="1570">
                <a:solidFill>
                  <a:schemeClr val="tx1">
                    <a:tint val="75000"/>
                  </a:schemeClr>
                </a:solidFill>
              </a:defRPr>
            </a:lvl3pPr>
            <a:lvl4pPr marL="119507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4pPr>
            <a:lvl5pPr marL="159385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5pPr>
            <a:lvl6pPr marL="1991995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6pPr>
            <a:lvl7pPr marL="2390775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7pPr>
            <a:lvl8pPr marL="278892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8pPr>
            <a:lvl9pPr marL="318770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2023/8/15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30478" y="3833390"/>
            <a:ext cx="4515684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378976" y="3833390"/>
            <a:ext cx="4515684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2023/8/15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2" y="766679"/>
            <a:ext cx="9164182" cy="278337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1863" y="3530053"/>
            <a:ext cx="4494931" cy="1730025"/>
          </a:xfrm>
        </p:spPr>
        <p:txBody>
          <a:bodyPr anchor="b"/>
          <a:lstStyle>
            <a:lvl1pPr marL="0" indent="0">
              <a:buNone/>
              <a:defRPr sz="2090" b="1"/>
            </a:lvl1pPr>
            <a:lvl2pPr marL="398145" indent="0">
              <a:buNone/>
              <a:defRPr sz="1745" b="1"/>
            </a:lvl2pPr>
            <a:lvl3pPr marL="796925" indent="0">
              <a:buNone/>
              <a:defRPr sz="1570" b="1"/>
            </a:lvl3pPr>
            <a:lvl4pPr marL="1195070" indent="0">
              <a:buNone/>
              <a:defRPr sz="1395" b="1"/>
            </a:lvl4pPr>
            <a:lvl5pPr marL="1593850" indent="0">
              <a:buNone/>
              <a:defRPr sz="1395" b="1"/>
            </a:lvl5pPr>
            <a:lvl6pPr marL="1991995" indent="0">
              <a:buNone/>
              <a:defRPr sz="1395" b="1"/>
            </a:lvl6pPr>
            <a:lvl7pPr marL="2390775" indent="0">
              <a:buNone/>
              <a:defRPr sz="1395" b="1"/>
            </a:lvl7pPr>
            <a:lvl8pPr marL="2788920" indent="0">
              <a:buNone/>
              <a:defRPr sz="1395" b="1"/>
            </a:lvl8pPr>
            <a:lvl9pPr marL="3187700" indent="0">
              <a:buNone/>
              <a:defRPr sz="139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31863" y="5260078"/>
            <a:ext cx="4494931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378976" y="3530053"/>
            <a:ext cx="4517068" cy="1730025"/>
          </a:xfrm>
        </p:spPr>
        <p:txBody>
          <a:bodyPr anchor="b"/>
          <a:lstStyle>
            <a:lvl1pPr marL="0" indent="0">
              <a:buNone/>
              <a:defRPr sz="2090" b="1"/>
            </a:lvl1pPr>
            <a:lvl2pPr marL="398145" indent="0">
              <a:buNone/>
              <a:defRPr sz="1745" b="1"/>
            </a:lvl2pPr>
            <a:lvl3pPr marL="796925" indent="0">
              <a:buNone/>
              <a:defRPr sz="1570" b="1"/>
            </a:lvl3pPr>
            <a:lvl4pPr marL="1195070" indent="0">
              <a:buNone/>
              <a:defRPr sz="1395" b="1"/>
            </a:lvl4pPr>
            <a:lvl5pPr marL="1593850" indent="0">
              <a:buNone/>
              <a:defRPr sz="1395" b="1"/>
            </a:lvl5pPr>
            <a:lvl6pPr marL="1991995" indent="0">
              <a:buNone/>
              <a:defRPr sz="1395" b="1"/>
            </a:lvl6pPr>
            <a:lvl7pPr marL="2390775" indent="0">
              <a:buNone/>
              <a:defRPr sz="1395" b="1"/>
            </a:lvl7pPr>
            <a:lvl8pPr marL="2788920" indent="0">
              <a:buNone/>
              <a:defRPr sz="1395" b="1"/>
            </a:lvl8pPr>
            <a:lvl9pPr marL="3187700" indent="0">
              <a:buNone/>
              <a:defRPr sz="139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378976" y="5260078"/>
            <a:ext cx="4517068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2023/8/15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7230529" y="12153097"/>
            <a:ext cx="67551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素材：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图表：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精美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课件：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www.1ppt.com/kejian/   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工作总结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www.1ppt.com/xiazai/zongjie/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工作计划：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www.1ppt.com/xiazai/jihua/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商务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www.1ppt.com/moban/shangwu/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个人简历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www.1ppt.com/xiazai/jianli/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毕业答辩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www.1ppt.com/xiazai/dabian/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工作汇报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www.1ppt.com/xiazai/huibao/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12" name="矩形 11"/>
          <p:cNvSpPr/>
          <p:nvPr userDrawn="1"/>
        </p:nvSpPr>
        <p:spPr>
          <a:xfrm>
            <a:off x="7230529" y="12153097"/>
            <a:ext cx="67551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素材：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图表：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精美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课件：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www.1ppt.com/kejian/   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工作总结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www.1ppt.com/xiazai/zongjie/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工作计划：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www.1ppt.com/xiazai/jihua/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商务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www.1ppt.com/moban/shangwu/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个人简历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www.1ppt.com/xiazai/jianli/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毕业答辩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www.1ppt.com/xiazai/dabian/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工作汇报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www.1ppt.com/xiazai/huibao/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2023/8/15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2023/8/15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3" y="960014"/>
            <a:ext cx="3426883" cy="3360050"/>
          </a:xfrm>
        </p:spPr>
        <p:txBody>
          <a:bodyPr anchor="b"/>
          <a:lstStyle>
            <a:lvl1pPr>
              <a:defRPr sz="279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17068" y="2073365"/>
            <a:ext cx="5378976" cy="10233485"/>
          </a:xfrm>
        </p:spPr>
        <p:txBody>
          <a:bodyPr/>
          <a:lstStyle>
            <a:lvl1pPr>
              <a:defRPr sz="2790"/>
            </a:lvl1pPr>
            <a:lvl2pPr>
              <a:defRPr sz="2440"/>
            </a:lvl2pPr>
            <a:lvl3pPr>
              <a:defRPr sz="2090"/>
            </a:lvl3pPr>
            <a:lvl4pPr>
              <a:defRPr sz="1745"/>
            </a:lvl4pPr>
            <a:lvl5pPr>
              <a:defRPr sz="1745"/>
            </a:lvl5pPr>
            <a:lvl6pPr>
              <a:defRPr sz="1745"/>
            </a:lvl6pPr>
            <a:lvl7pPr>
              <a:defRPr sz="1745"/>
            </a:lvl7pPr>
            <a:lvl8pPr>
              <a:defRPr sz="1745"/>
            </a:lvl8pPr>
            <a:lvl9pPr>
              <a:defRPr sz="174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1863" y="4320064"/>
            <a:ext cx="3426883" cy="8003453"/>
          </a:xfrm>
        </p:spPr>
        <p:txBody>
          <a:bodyPr/>
          <a:lstStyle>
            <a:lvl1pPr marL="0" indent="0">
              <a:buNone/>
              <a:defRPr sz="1395"/>
            </a:lvl1pPr>
            <a:lvl2pPr marL="398145" indent="0">
              <a:buNone/>
              <a:defRPr sz="1220"/>
            </a:lvl2pPr>
            <a:lvl3pPr marL="796925" indent="0">
              <a:buNone/>
              <a:defRPr sz="1045"/>
            </a:lvl3pPr>
            <a:lvl4pPr marL="1195070" indent="0">
              <a:buNone/>
              <a:defRPr sz="870"/>
            </a:lvl4pPr>
            <a:lvl5pPr marL="1593850" indent="0">
              <a:buNone/>
              <a:defRPr sz="870"/>
            </a:lvl5pPr>
            <a:lvl6pPr marL="1991995" indent="0">
              <a:buNone/>
              <a:defRPr sz="870"/>
            </a:lvl6pPr>
            <a:lvl7pPr marL="2390775" indent="0">
              <a:buNone/>
              <a:defRPr sz="870"/>
            </a:lvl7pPr>
            <a:lvl8pPr marL="2788920" indent="0">
              <a:buNone/>
              <a:defRPr sz="870"/>
            </a:lvl8pPr>
            <a:lvl9pPr marL="3187700" indent="0">
              <a:buNone/>
              <a:defRPr sz="87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2023/8/15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3" y="960014"/>
            <a:ext cx="3426883" cy="3360050"/>
          </a:xfrm>
        </p:spPr>
        <p:txBody>
          <a:bodyPr anchor="b"/>
          <a:lstStyle>
            <a:lvl1pPr>
              <a:defRPr sz="279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517068" y="2073365"/>
            <a:ext cx="5378976" cy="10233485"/>
          </a:xfrm>
        </p:spPr>
        <p:txBody>
          <a:bodyPr/>
          <a:lstStyle>
            <a:lvl1pPr marL="0" indent="0">
              <a:buNone/>
              <a:defRPr sz="2790"/>
            </a:lvl1pPr>
            <a:lvl2pPr marL="398145" indent="0">
              <a:buNone/>
              <a:defRPr sz="2440"/>
            </a:lvl2pPr>
            <a:lvl3pPr marL="796925" indent="0">
              <a:buNone/>
              <a:defRPr sz="2090"/>
            </a:lvl3pPr>
            <a:lvl4pPr marL="1195070" indent="0">
              <a:buNone/>
              <a:defRPr sz="1745"/>
            </a:lvl4pPr>
            <a:lvl5pPr marL="1593850" indent="0">
              <a:buNone/>
              <a:defRPr sz="1745"/>
            </a:lvl5pPr>
            <a:lvl6pPr marL="1991995" indent="0">
              <a:buNone/>
              <a:defRPr sz="1745"/>
            </a:lvl6pPr>
            <a:lvl7pPr marL="2390775" indent="0">
              <a:buNone/>
              <a:defRPr sz="1745"/>
            </a:lvl7pPr>
            <a:lvl8pPr marL="2788920" indent="0">
              <a:buNone/>
              <a:defRPr sz="1745"/>
            </a:lvl8pPr>
            <a:lvl9pPr marL="3187700" indent="0">
              <a:buNone/>
              <a:defRPr sz="1745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1863" y="4320064"/>
            <a:ext cx="3426883" cy="8003453"/>
          </a:xfrm>
        </p:spPr>
        <p:txBody>
          <a:bodyPr/>
          <a:lstStyle>
            <a:lvl1pPr marL="0" indent="0">
              <a:buNone/>
              <a:defRPr sz="1395"/>
            </a:lvl1pPr>
            <a:lvl2pPr marL="398145" indent="0">
              <a:buNone/>
              <a:defRPr sz="1220"/>
            </a:lvl2pPr>
            <a:lvl3pPr marL="796925" indent="0">
              <a:buNone/>
              <a:defRPr sz="1045"/>
            </a:lvl3pPr>
            <a:lvl4pPr marL="1195070" indent="0">
              <a:buNone/>
              <a:defRPr sz="870"/>
            </a:lvl4pPr>
            <a:lvl5pPr marL="1593850" indent="0">
              <a:buNone/>
              <a:defRPr sz="870"/>
            </a:lvl5pPr>
            <a:lvl6pPr marL="1991995" indent="0">
              <a:buNone/>
              <a:defRPr sz="870"/>
            </a:lvl6pPr>
            <a:lvl7pPr marL="2390775" indent="0">
              <a:buNone/>
              <a:defRPr sz="870"/>
            </a:lvl7pPr>
            <a:lvl8pPr marL="2788920" indent="0">
              <a:buNone/>
              <a:defRPr sz="870"/>
            </a:lvl8pPr>
            <a:lvl9pPr marL="3187700" indent="0">
              <a:buNone/>
              <a:defRPr sz="87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2023/8/15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2023/8/15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603615" y="766678"/>
            <a:ext cx="2291045" cy="1220351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30478" y="766678"/>
            <a:ext cx="6740322" cy="1220351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2023/8/15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30478" y="766679"/>
            <a:ext cx="9164182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0478" y="3833390"/>
            <a:ext cx="9164182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30478" y="13346865"/>
            <a:ext cx="239065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B43034-5666-4088-908E-90BF970F5519}" type="datetimeFigureOut">
              <a:rPr lang="zh-CN" altLang="en-US" smtClean="0"/>
              <a:t>2023/8/15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19577" y="13346865"/>
            <a:ext cx="3585984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504004" y="13346865"/>
            <a:ext cx="239065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图片 9" descr="图标&#10;&#10;描述已自动生成"/>
          <p:cNvPicPr>
            <a:picLocks noChangeAspect="1"/>
          </p:cNvPicPr>
          <p:nvPr userDrawn="1"/>
        </p:nvPicPr>
        <p:blipFill>
          <a:blip r:embed="rId1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657" y="160559"/>
            <a:ext cx="458896" cy="458896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659041" y="213096"/>
            <a:ext cx="156324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@</a:t>
            </a:r>
            <a:r>
              <a:rPr lang="zh-CN" altLang="en-US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阿西拜</a:t>
            </a:r>
            <a:r>
              <a:rPr lang="en-US" altLang="zh-CN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-</a:t>
            </a:r>
            <a:r>
              <a:rPr lang="zh-CN" altLang="en-US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南昌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796925" rtl="0" eaLnBrk="1" latinLnBrk="0" hangingPunct="1">
        <a:lnSpc>
          <a:spcPct val="90000"/>
        </a:lnSpc>
        <a:spcBef>
          <a:spcPct val="0"/>
        </a:spcBef>
        <a:buNone/>
        <a:defRPr sz="383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9390" indent="-199390" algn="l" defTabSz="796925" rtl="0" eaLnBrk="1" latinLnBrk="0" hangingPunct="1">
        <a:lnSpc>
          <a:spcPct val="90000"/>
        </a:lnSpc>
        <a:spcBef>
          <a:spcPts val="870"/>
        </a:spcBef>
        <a:buFont typeface="Arial" panose="020B0604020202020204" pitchFamily="34" charset="0"/>
        <a:buChar char="•"/>
        <a:defRPr sz="2440" kern="1200">
          <a:solidFill>
            <a:schemeClr val="tx1"/>
          </a:solidFill>
          <a:latin typeface="+mn-lt"/>
          <a:ea typeface="+mn-ea"/>
          <a:cs typeface="+mn-cs"/>
        </a:defRPr>
      </a:lvl1pPr>
      <a:lvl2pPr marL="59753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2090" kern="1200">
          <a:solidFill>
            <a:schemeClr val="tx1"/>
          </a:solidFill>
          <a:latin typeface="+mn-lt"/>
          <a:ea typeface="+mn-ea"/>
          <a:cs typeface="+mn-cs"/>
        </a:defRPr>
      </a:lvl2pPr>
      <a:lvl3pPr marL="99631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745" kern="1200">
          <a:solidFill>
            <a:schemeClr val="tx1"/>
          </a:solidFill>
          <a:latin typeface="+mn-lt"/>
          <a:ea typeface="+mn-ea"/>
          <a:cs typeface="+mn-cs"/>
        </a:defRPr>
      </a:lvl3pPr>
      <a:lvl4pPr marL="139446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4pPr>
      <a:lvl5pPr marL="179324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5pPr>
      <a:lvl6pPr marL="219138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59016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98831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38709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1pPr>
      <a:lvl2pPr marL="39814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2pPr>
      <a:lvl3pPr marL="79692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3pPr>
      <a:lvl4pPr marL="119507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4pPr>
      <a:lvl5pPr marL="159385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5pPr>
      <a:lvl6pPr marL="199199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39077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18770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30478" y="766679"/>
            <a:ext cx="9164182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0478" y="3833390"/>
            <a:ext cx="9164182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30478" y="13346865"/>
            <a:ext cx="239065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B43034-5666-4088-908E-90BF970F5519}" type="datetimeFigureOut">
              <a:rPr lang="zh-CN" altLang="en-US" smtClean="0"/>
              <a:t>2023/8/15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19577" y="13346865"/>
            <a:ext cx="3585984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504004" y="13346865"/>
            <a:ext cx="239065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图片 9" descr="图标&#10;&#10;描述已自动生成"/>
          <p:cNvPicPr>
            <a:picLocks noChangeAspect="1"/>
          </p:cNvPicPr>
          <p:nvPr userDrawn="1"/>
        </p:nvPicPr>
        <p:blipFill>
          <a:blip r:embed="rId1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9317" y="253896"/>
            <a:ext cx="458896" cy="458896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605701" y="306433"/>
            <a:ext cx="156324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@</a:t>
            </a:r>
            <a:r>
              <a:rPr lang="zh-CN" altLang="en-US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阿西拜</a:t>
            </a:r>
            <a:r>
              <a:rPr lang="en-US" altLang="zh-CN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-</a:t>
            </a:r>
            <a:r>
              <a:rPr lang="zh-CN" altLang="en-US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南昌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96925" rtl="0" eaLnBrk="1" latinLnBrk="0" hangingPunct="1">
        <a:lnSpc>
          <a:spcPct val="90000"/>
        </a:lnSpc>
        <a:spcBef>
          <a:spcPct val="0"/>
        </a:spcBef>
        <a:buNone/>
        <a:defRPr sz="383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9390" indent="-199390" algn="l" defTabSz="796925" rtl="0" eaLnBrk="1" latinLnBrk="0" hangingPunct="1">
        <a:lnSpc>
          <a:spcPct val="90000"/>
        </a:lnSpc>
        <a:spcBef>
          <a:spcPts val="870"/>
        </a:spcBef>
        <a:buFont typeface="Arial" panose="020B0604020202020204" pitchFamily="34" charset="0"/>
        <a:buChar char="•"/>
        <a:defRPr sz="2440" kern="1200">
          <a:solidFill>
            <a:schemeClr val="tx1"/>
          </a:solidFill>
          <a:latin typeface="+mn-lt"/>
          <a:ea typeface="+mn-ea"/>
          <a:cs typeface="+mn-cs"/>
        </a:defRPr>
      </a:lvl1pPr>
      <a:lvl2pPr marL="59753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2090" kern="1200">
          <a:solidFill>
            <a:schemeClr val="tx1"/>
          </a:solidFill>
          <a:latin typeface="+mn-lt"/>
          <a:ea typeface="+mn-ea"/>
          <a:cs typeface="+mn-cs"/>
        </a:defRPr>
      </a:lvl2pPr>
      <a:lvl3pPr marL="99631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745" kern="1200">
          <a:solidFill>
            <a:schemeClr val="tx1"/>
          </a:solidFill>
          <a:latin typeface="+mn-lt"/>
          <a:ea typeface="+mn-ea"/>
          <a:cs typeface="+mn-cs"/>
        </a:defRPr>
      </a:lvl3pPr>
      <a:lvl4pPr marL="139446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4pPr>
      <a:lvl5pPr marL="179324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5pPr>
      <a:lvl6pPr marL="219138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59016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98831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38709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1pPr>
      <a:lvl2pPr marL="39814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2pPr>
      <a:lvl3pPr marL="79692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3pPr>
      <a:lvl4pPr marL="119507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4pPr>
      <a:lvl5pPr marL="159385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5pPr>
      <a:lvl6pPr marL="199199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39077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18770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12.png"/><Relationship Id="rId18" Type="http://schemas.openxmlformats.org/officeDocument/2006/relationships/customXml" Target="../ink/ink8.xml"/><Relationship Id="rId3" Type="http://schemas.openxmlformats.org/officeDocument/2006/relationships/image" Target="../media/image7.png"/><Relationship Id="rId21" Type="http://schemas.openxmlformats.org/officeDocument/2006/relationships/image" Target="../media/image16.png"/><Relationship Id="rId7" Type="http://schemas.openxmlformats.org/officeDocument/2006/relationships/image" Target="../media/image9.png"/><Relationship Id="rId12" Type="http://schemas.openxmlformats.org/officeDocument/2006/relationships/customXml" Target="../ink/ink5.xml"/><Relationship Id="rId17" Type="http://schemas.openxmlformats.org/officeDocument/2006/relationships/image" Target="../media/image14.png"/><Relationship Id="rId2" Type="http://schemas.openxmlformats.org/officeDocument/2006/relationships/image" Target="../media/image6.png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1" Type="http://schemas.openxmlformats.org/officeDocument/2006/relationships/slideLayout" Target="../slideLayouts/slideLayout13.xml"/><Relationship Id="rId6" Type="http://schemas.openxmlformats.org/officeDocument/2006/relationships/customXml" Target="../ink/ink2.xml"/><Relationship Id="rId11" Type="http://schemas.openxmlformats.org/officeDocument/2006/relationships/image" Target="../media/image11.png"/><Relationship Id="rId5" Type="http://schemas.openxmlformats.org/officeDocument/2006/relationships/image" Target="../media/image8.png"/><Relationship Id="rId15" Type="http://schemas.openxmlformats.org/officeDocument/2006/relationships/image" Target="../media/image13.png"/><Relationship Id="rId10" Type="http://schemas.openxmlformats.org/officeDocument/2006/relationships/customXml" Target="../ink/ink4.xml"/><Relationship Id="rId19" Type="http://schemas.openxmlformats.org/officeDocument/2006/relationships/image" Target="../media/image15.png"/><Relationship Id="rId4" Type="http://schemas.openxmlformats.org/officeDocument/2006/relationships/customXml" Target="../ink/ink1.xml"/><Relationship Id="rId9" Type="http://schemas.openxmlformats.org/officeDocument/2006/relationships/image" Target="../media/image10.png"/><Relationship Id="rId14" Type="http://schemas.openxmlformats.org/officeDocument/2006/relationships/customXml" Target="../ink/ink6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5.xml"/><Relationship Id="rId18" Type="http://schemas.openxmlformats.org/officeDocument/2006/relationships/image" Target="../media/image25.png"/><Relationship Id="rId26" Type="http://schemas.openxmlformats.org/officeDocument/2006/relationships/image" Target="../media/image29.png"/><Relationship Id="rId39" Type="http://schemas.openxmlformats.org/officeDocument/2006/relationships/customXml" Target="../ink/ink28.xml"/><Relationship Id="rId21" Type="http://schemas.openxmlformats.org/officeDocument/2006/relationships/customXml" Target="../ink/ink19.xml"/><Relationship Id="rId34" Type="http://schemas.openxmlformats.org/officeDocument/2006/relationships/image" Target="../media/image33.png"/><Relationship Id="rId7" Type="http://schemas.openxmlformats.org/officeDocument/2006/relationships/customXml" Target="../ink/ink12.xml"/><Relationship Id="rId12" Type="http://schemas.openxmlformats.org/officeDocument/2006/relationships/image" Target="../media/image22.png"/><Relationship Id="rId17" Type="http://schemas.openxmlformats.org/officeDocument/2006/relationships/customXml" Target="../ink/ink17.xml"/><Relationship Id="rId25" Type="http://schemas.openxmlformats.org/officeDocument/2006/relationships/customXml" Target="../ink/ink21.xml"/><Relationship Id="rId33" Type="http://schemas.openxmlformats.org/officeDocument/2006/relationships/customXml" Target="../ink/ink25.xml"/><Relationship Id="rId38" Type="http://schemas.openxmlformats.org/officeDocument/2006/relationships/image" Target="../media/image16.png"/><Relationship Id="rId2" Type="http://schemas.openxmlformats.org/officeDocument/2006/relationships/image" Target="../media/image17.png"/><Relationship Id="rId16" Type="http://schemas.openxmlformats.org/officeDocument/2006/relationships/image" Target="../media/image24.png"/><Relationship Id="rId20" Type="http://schemas.openxmlformats.org/officeDocument/2006/relationships/image" Target="../media/image26.png"/><Relationship Id="rId29" Type="http://schemas.openxmlformats.org/officeDocument/2006/relationships/customXml" Target="../ink/ink2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.png"/><Relationship Id="rId11" Type="http://schemas.openxmlformats.org/officeDocument/2006/relationships/customXml" Target="../ink/ink14.xml"/><Relationship Id="rId24" Type="http://schemas.openxmlformats.org/officeDocument/2006/relationships/image" Target="../media/image28.png"/><Relationship Id="rId32" Type="http://schemas.openxmlformats.org/officeDocument/2006/relationships/image" Target="../media/image32.png"/><Relationship Id="rId37" Type="http://schemas.openxmlformats.org/officeDocument/2006/relationships/customXml" Target="../ink/ink27.xml"/><Relationship Id="rId5" Type="http://schemas.openxmlformats.org/officeDocument/2006/relationships/customXml" Target="../ink/ink11.xml"/><Relationship Id="rId15" Type="http://schemas.openxmlformats.org/officeDocument/2006/relationships/customXml" Target="../ink/ink16.xml"/><Relationship Id="rId23" Type="http://schemas.openxmlformats.org/officeDocument/2006/relationships/customXml" Target="../ink/ink20.xml"/><Relationship Id="rId28" Type="http://schemas.openxmlformats.org/officeDocument/2006/relationships/image" Target="../media/image30.png"/><Relationship Id="rId36" Type="http://schemas.openxmlformats.org/officeDocument/2006/relationships/image" Target="../media/image34.png"/><Relationship Id="rId10" Type="http://schemas.openxmlformats.org/officeDocument/2006/relationships/image" Target="../media/image21.png"/><Relationship Id="rId19" Type="http://schemas.openxmlformats.org/officeDocument/2006/relationships/customXml" Target="../ink/ink18.xml"/><Relationship Id="rId31" Type="http://schemas.openxmlformats.org/officeDocument/2006/relationships/customXml" Target="../ink/ink24.xml"/><Relationship Id="rId4" Type="http://schemas.openxmlformats.org/officeDocument/2006/relationships/image" Target="../media/image18.png"/><Relationship Id="rId9" Type="http://schemas.openxmlformats.org/officeDocument/2006/relationships/customXml" Target="../ink/ink13.xml"/><Relationship Id="rId14" Type="http://schemas.openxmlformats.org/officeDocument/2006/relationships/image" Target="../media/image23.png"/><Relationship Id="rId22" Type="http://schemas.openxmlformats.org/officeDocument/2006/relationships/image" Target="../media/image27.png"/><Relationship Id="rId27" Type="http://schemas.openxmlformats.org/officeDocument/2006/relationships/customXml" Target="../ink/ink22.xml"/><Relationship Id="rId30" Type="http://schemas.openxmlformats.org/officeDocument/2006/relationships/image" Target="../media/image31.png"/><Relationship Id="rId35" Type="http://schemas.openxmlformats.org/officeDocument/2006/relationships/customXml" Target="../ink/ink26.xml"/><Relationship Id="rId8" Type="http://schemas.openxmlformats.org/officeDocument/2006/relationships/image" Target="../media/image20.png"/><Relationship Id="rId3" Type="http://schemas.openxmlformats.org/officeDocument/2006/relationships/customXml" Target="../ink/ink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9.xml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customXml" Target="../ink/ink35.xml"/><Relationship Id="rId3" Type="http://schemas.openxmlformats.org/officeDocument/2006/relationships/customXml" Target="../ink/ink30.xml"/><Relationship Id="rId7" Type="http://schemas.openxmlformats.org/officeDocument/2006/relationships/customXml" Target="../ink/ink32.xml"/><Relationship Id="rId12" Type="http://schemas.openxmlformats.org/officeDocument/2006/relationships/image" Target="../media/image51.png"/><Relationship Id="rId2" Type="http://schemas.openxmlformats.org/officeDocument/2006/relationships/image" Target="../media/image46.png"/><Relationship Id="rId16" Type="http://schemas.openxmlformats.org/officeDocument/2006/relationships/image" Target="../media/image5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8.png"/><Relationship Id="rId11" Type="http://schemas.openxmlformats.org/officeDocument/2006/relationships/customXml" Target="../ink/ink34.xml"/><Relationship Id="rId5" Type="http://schemas.openxmlformats.org/officeDocument/2006/relationships/customXml" Target="../ink/ink31.xml"/><Relationship Id="rId15" Type="http://schemas.openxmlformats.org/officeDocument/2006/relationships/customXml" Target="../ink/ink36.xml"/><Relationship Id="rId10" Type="http://schemas.openxmlformats.org/officeDocument/2006/relationships/image" Target="../media/image50.png"/><Relationship Id="rId4" Type="http://schemas.openxmlformats.org/officeDocument/2006/relationships/image" Target="../media/image47.png"/><Relationship Id="rId9" Type="http://schemas.openxmlformats.org/officeDocument/2006/relationships/customXml" Target="../ink/ink33.xml"/><Relationship Id="rId14" Type="http://schemas.openxmlformats.org/officeDocument/2006/relationships/image" Target="../media/image5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doc.qt.io/qt-6/dnd.html" TargetMode="Externa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 cstate="screen"/>
          <a:srcRect l="3265" t="6325" r="4323" b="12927"/>
          <a:stretch>
            <a:fillRect/>
          </a:stretch>
        </p:blipFill>
        <p:spPr>
          <a:xfrm>
            <a:off x="2191043" y="1088639"/>
            <a:ext cx="6429671" cy="1807419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441524" y="1358360"/>
            <a:ext cx="6170224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>
                <a:solidFill>
                  <a:schemeClr val="bg1"/>
                </a:solidFill>
                <a:cs typeface="+mn-ea"/>
                <a:sym typeface="+mn-lt"/>
              </a:rPr>
              <a:t>QWidget</a:t>
            </a:r>
            <a:endParaRPr lang="zh-CN" altLang="en-US" sz="4000" b="1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60" name="组合 1274"/>
          <p:cNvGrpSpPr/>
          <p:nvPr/>
        </p:nvGrpSpPr>
        <p:grpSpPr>
          <a:xfrm>
            <a:off x="2441526" y="3237675"/>
            <a:ext cx="338686" cy="261779"/>
            <a:chOff x="5248276" y="1095375"/>
            <a:chExt cx="727075" cy="561976"/>
          </a:xfrm>
        </p:grpSpPr>
        <p:sp>
          <p:nvSpPr>
            <p:cNvPr id="61" name="Freeform 378"/>
            <p:cNvSpPr/>
            <p:nvPr/>
          </p:nvSpPr>
          <p:spPr bwMode="auto">
            <a:xfrm>
              <a:off x="5367339" y="1268413"/>
              <a:ext cx="39688" cy="144463"/>
            </a:xfrm>
            <a:custGeom>
              <a:avLst/>
              <a:gdLst/>
              <a:ahLst/>
              <a:cxnLst>
                <a:cxn ang="0">
                  <a:pos x="90" y="5"/>
                </a:cxn>
                <a:cxn ang="0">
                  <a:pos x="90" y="5"/>
                </a:cxn>
                <a:cxn ang="0">
                  <a:pos x="89" y="17"/>
                </a:cxn>
                <a:cxn ang="0">
                  <a:pos x="87" y="28"/>
                </a:cxn>
                <a:cxn ang="0">
                  <a:pos x="81" y="49"/>
                </a:cxn>
                <a:cxn ang="0">
                  <a:pos x="64" y="89"/>
                </a:cxn>
                <a:cxn ang="0">
                  <a:pos x="64" y="89"/>
                </a:cxn>
                <a:cxn ang="0">
                  <a:pos x="56" y="113"/>
                </a:cxn>
                <a:cxn ang="0">
                  <a:pos x="49" y="136"/>
                </a:cxn>
                <a:cxn ang="0">
                  <a:pos x="36" y="185"/>
                </a:cxn>
                <a:cxn ang="0">
                  <a:pos x="36" y="185"/>
                </a:cxn>
                <a:cxn ang="0">
                  <a:pos x="31" y="207"/>
                </a:cxn>
                <a:cxn ang="0">
                  <a:pos x="26" y="230"/>
                </a:cxn>
                <a:cxn ang="0">
                  <a:pos x="18" y="277"/>
                </a:cxn>
                <a:cxn ang="0">
                  <a:pos x="18" y="277"/>
                </a:cxn>
                <a:cxn ang="0">
                  <a:pos x="13" y="298"/>
                </a:cxn>
                <a:cxn ang="0">
                  <a:pos x="8" y="318"/>
                </a:cxn>
                <a:cxn ang="0">
                  <a:pos x="2" y="339"/>
                </a:cxn>
                <a:cxn ang="0">
                  <a:pos x="1" y="349"/>
                </a:cxn>
                <a:cxn ang="0">
                  <a:pos x="0" y="360"/>
                </a:cxn>
                <a:cxn ang="0">
                  <a:pos x="0" y="360"/>
                </a:cxn>
                <a:cxn ang="0">
                  <a:pos x="0" y="362"/>
                </a:cxn>
                <a:cxn ang="0">
                  <a:pos x="1" y="364"/>
                </a:cxn>
                <a:cxn ang="0">
                  <a:pos x="2" y="365"/>
                </a:cxn>
                <a:cxn ang="0">
                  <a:pos x="5" y="365"/>
                </a:cxn>
                <a:cxn ang="0">
                  <a:pos x="9" y="364"/>
                </a:cxn>
                <a:cxn ang="0">
                  <a:pos x="10" y="362"/>
                </a:cxn>
                <a:cxn ang="0">
                  <a:pos x="10" y="360"/>
                </a:cxn>
                <a:cxn ang="0">
                  <a:pos x="10" y="360"/>
                </a:cxn>
                <a:cxn ang="0">
                  <a:pos x="13" y="349"/>
                </a:cxn>
                <a:cxn ang="0">
                  <a:pos x="15" y="340"/>
                </a:cxn>
                <a:cxn ang="0">
                  <a:pos x="19" y="331"/>
                </a:cxn>
                <a:cxn ang="0">
                  <a:pos x="22" y="322"/>
                </a:cxn>
                <a:cxn ang="0">
                  <a:pos x="31" y="270"/>
                </a:cxn>
                <a:cxn ang="0">
                  <a:pos x="31" y="270"/>
                </a:cxn>
                <a:cxn ang="0">
                  <a:pos x="39" y="223"/>
                </a:cxn>
                <a:cxn ang="0">
                  <a:pos x="49" y="177"/>
                </a:cxn>
                <a:cxn ang="0">
                  <a:pos x="49" y="177"/>
                </a:cxn>
                <a:cxn ang="0">
                  <a:pos x="64" y="128"/>
                </a:cxn>
                <a:cxn ang="0">
                  <a:pos x="79" y="81"/>
                </a:cxn>
                <a:cxn ang="0">
                  <a:pos x="79" y="81"/>
                </a:cxn>
                <a:cxn ang="0">
                  <a:pos x="93" y="45"/>
                </a:cxn>
                <a:cxn ang="0">
                  <a:pos x="99" y="25"/>
                </a:cxn>
                <a:cxn ang="0">
                  <a:pos x="100" y="16"/>
                </a:cxn>
                <a:cxn ang="0">
                  <a:pos x="102" y="5"/>
                </a:cxn>
                <a:cxn ang="0">
                  <a:pos x="102" y="5"/>
                </a:cxn>
                <a:cxn ang="0">
                  <a:pos x="102" y="4"/>
                </a:cxn>
                <a:cxn ang="0">
                  <a:pos x="100" y="1"/>
                </a:cxn>
                <a:cxn ang="0">
                  <a:pos x="99" y="1"/>
                </a:cxn>
                <a:cxn ang="0">
                  <a:pos x="96" y="0"/>
                </a:cxn>
                <a:cxn ang="0">
                  <a:pos x="93" y="1"/>
                </a:cxn>
                <a:cxn ang="0">
                  <a:pos x="91" y="4"/>
                </a:cxn>
                <a:cxn ang="0">
                  <a:pos x="90" y="5"/>
                </a:cxn>
                <a:cxn ang="0">
                  <a:pos x="90" y="5"/>
                </a:cxn>
              </a:cxnLst>
              <a:rect l="0" t="0" r="r" b="b"/>
              <a:pathLst>
                <a:path w="102" h="365">
                  <a:moveTo>
                    <a:pt x="90" y="5"/>
                  </a:moveTo>
                  <a:lnTo>
                    <a:pt x="90" y="5"/>
                  </a:lnTo>
                  <a:lnTo>
                    <a:pt x="89" y="17"/>
                  </a:lnTo>
                  <a:lnTo>
                    <a:pt x="87" y="28"/>
                  </a:lnTo>
                  <a:lnTo>
                    <a:pt x="81" y="49"/>
                  </a:lnTo>
                  <a:lnTo>
                    <a:pt x="64" y="89"/>
                  </a:lnTo>
                  <a:lnTo>
                    <a:pt x="64" y="89"/>
                  </a:lnTo>
                  <a:lnTo>
                    <a:pt x="56" y="113"/>
                  </a:lnTo>
                  <a:lnTo>
                    <a:pt x="49" y="136"/>
                  </a:lnTo>
                  <a:lnTo>
                    <a:pt x="36" y="185"/>
                  </a:lnTo>
                  <a:lnTo>
                    <a:pt x="36" y="185"/>
                  </a:lnTo>
                  <a:lnTo>
                    <a:pt x="31" y="207"/>
                  </a:lnTo>
                  <a:lnTo>
                    <a:pt x="26" y="230"/>
                  </a:lnTo>
                  <a:lnTo>
                    <a:pt x="18" y="277"/>
                  </a:lnTo>
                  <a:lnTo>
                    <a:pt x="18" y="277"/>
                  </a:lnTo>
                  <a:lnTo>
                    <a:pt x="13" y="298"/>
                  </a:lnTo>
                  <a:lnTo>
                    <a:pt x="8" y="318"/>
                  </a:lnTo>
                  <a:lnTo>
                    <a:pt x="2" y="339"/>
                  </a:lnTo>
                  <a:lnTo>
                    <a:pt x="1" y="349"/>
                  </a:lnTo>
                  <a:lnTo>
                    <a:pt x="0" y="360"/>
                  </a:lnTo>
                  <a:lnTo>
                    <a:pt x="0" y="360"/>
                  </a:lnTo>
                  <a:lnTo>
                    <a:pt x="0" y="362"/>
                  </a:lnTo>
                  <a:lnTo>
                    <a:pt x="1" y="364"/>
                  </a:lnTo>
                  <a:lnTo>
                    <a:pt x="2" y="365"/>
                  </a:lnTo>
                  <a:lnTo>
                    <a:pt x="5" y="365"/>
                  </a:lnTo>
                  <a:lnTo>
                    <a:pt x="9" y="364"/>
                  </a:lnTo>
                  <a:lnTo>
                    <a:pt x="10" y="362"/>
                  </a:lnTo>
                  <a:lnTo>
                    <a:pt x="10" y="360"/>
                  </a:lnTo>
                  <a:lnTo>
                    <a:pt x="10" y="360"/>
                  </a:lnTo>
                  <a:lnTo>
                    <a:pt x="13" y="349"/>
                  </a:lnTo>
                  <a:lnTo>
                    <a:pt x="15" y="340"/>
                  </a:lnTo>
                  <a:lnTo>
                    <a:pt x="19" y="331"/>
                  </a:lnTo>
                  <a:lnTo>
                    <a:pt x="22" y="322"/>
                  </a:lnTo>
                  <a:lnTo>
                    <a:pt x="31" y="270"/>
                  </a:lnTo>
                  <a:lnTo>
                    <a:pt x="31" y="270"/>
                  </a:lnTo>
                  <a:lnTo>
                    <a:pt x="39" y="223"/>
                  </a:lnTo>
                  <a:lnTo>
                    <a:pt x="49" y="177"/>
                  </a:lnTo>
                  <a:lnTo>
                    <a:pt x="49" y="177"/>
                  </a:lnTo>
                  <a:lnTo>
                    <a:pt x="64" y="128"/>
                  </a:lnTo>
                  <a:lnTo>
                    <a:pt x="79" y="81"/>
                  </a:lnTo>
                  <a:lnTo>
                    <a:pt x="79" y="81"/>
                  </a:lnTo>
                  <a:lnTo>
                    <a:pt x="93" y="45"/>
                  </a:lnTo>
                  <a:lnTo>
                    <a:pt x="99" y="25"/>
                  </a:lnTo>
                  <a:lnTo>
                    <a:pt x="100" y="16"/>
                  </a:lnTo>
                  <a:lnTo>
                    <a:pt x="102" y="5"/>
                  </a:lnTo>
                  <a:lnTo>
                    <a:pt x="102" y="5"/>
                  </a:lnTo>
                  <a:lnTo>
                    <a:pt x="102" y="4"/>
                  </a:lnTo>
                  <a:lnTo>
                    <a:pt x="100" y="1"/>
                  </a:lnTo>
                  <a:lnTo>
                    <a:pt x="99" y="1"/>
                  </a:lnTo>
                  <a:lnTo>
                    <a:pt x="96" y="0"/>
                  </a:lnTo>
                  <a:lnTo>
                    <a:pt x="93" y="1"/>
                  </a:lnTo>
                  <a:lnTo>
                    <a:pt x="91" y="4"/>
                  </a:lnTo>
                  <a:lnTo>
                    <a:pt x="90" y="5"/>
                  </a:lnTo>
                  <a:lnTo>
                    <a:pt x="90" y="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2" name="Freeform 379"/>
            <p:cNvSpPr/>
            <p:nvPr/>
          </p:nvSpPr>
          <p:spPr bwMode="auto">
            <a:xfrm>
              <a:off x="5426076" y="1354138"/>
              <a:ext cx="33338" cy="128588"/>
            </a:xfrm>
            <a:custGeom>
              <a:avLst/>
              <a:gdLst/>
              <a:ahLst/>
              <a:cxnLst>
                <a:cxn ang="0">
                  <a:pos x="75" y="3"/>
                </a:cxn>
                <a:cxn ang="0">
                  <a:pos x="75" y="3"/>
                </a:cxn>
                <a:cxn ang="0">
                  <a:pos x="71" y="11"/>
                </a:cxn>
                <a:cxn ang="0">
                  <a:pos x="69" y="20"/>
                </a:cxn>
                <a:cxn ang="0">
                  <a:pos x="63" y="37"/>
                </a:cxn>
                <a:cxn ang="0">
                  <a:pos x="55" y="71"/>
                </a:cxn>
                <a:cxn ang="0">
                  <a:pos x="55" y="71"/>
                </a:cxn>
                <a:cxn ang="0">
                  <a:pos x="49" y="91"/>
                </a:cxn>
                <a:cxn ang="0">
                  <a:pos x="42" y="110"/>
                </a:cxn>
                <a:cxn ang="0">
                  <a:pos x="36" y="130"/>
                </a:cxn>
                <a:cxn ang="0">
                  <a:pos x="32" y="149"/>
                </a:cxn>
                <a:cxn ang="0">
                  <a:pos x="32" y="149"/>
                </a:cxn>
                <a:cxn ang="0">
                  <a:pos x="27" y="196"/>
                </a:cxn>
                <a:cxn ang="0">
                  <a:pos x="23" y="220"/>
                </a:cxn>
                <a:cxn ang="0">
                  <a:pos x="19" y="244"/>
                </a:cxn>
                <a:cxn ang="0">
                  <a:pos x="19" y="244"/>
                </a:cxn>
                <a:cxn ang="0">
                  <a:pos x="15" y="261"/>
                </a:cxn>
                <a:cxn ang="0">
                  <a:pos x="11" y="279"/>
                </a:cxn>
                <a:cxn ang="0">
                  <a:pos x="11" y="279"/>
                </a:cxn>
                <a:cxn ang="0">
                  <a:pos x="8" y="288"/>
                </a:cxn>
                <a:cxn ang="0">
                  <a:pos x="7" y="298"/>
                </a:cxn>
                <a:cxn ang="0">
                  <a:pos x="6" y="309"/>
                </a:cxn>
                <a:cxn ang="0">
                  <a:pos x="3" y="313"/>
                </a:cxn>
                <a:cxn ang="0">
                  <a:pos x="2" y="317"/>
                </a:cxn>
                <a:cxn ang="0">
                  <a:pos x="2" y="317"/>
                </a:cxn>
                <a:cxn ang="0">
                  <a:pos x="0" y="319"/>
                </a:cxn>
                <a:cxn ang="0">
                  <a:pos x="0" y="321"/>
                </a:cxn>
                <a:cxn ang="0">
                  <a:pos x="2" y="323"/>
                </a:cxn>
                <a:cxn ang="0">
                  <a:pos x="3" y="325"/>
                </a:cxn>
                <a:cxn ang="0">
                  <a:pos x="7" y="325"/>
                </a:cxn>
                <a:cxn ang="0">
                  <a:pos x="10" y="325"/>
                </a:cxn>
                <a:cxn ang="0">
                  <a:pos x="11" y="323"/>
                </a:cxn>
                <a:cxn ang="0">
                  <a:pos x="11" y="323"/>
                </a:cxn>
                <a:cxn ang="0">
                  <a:pos x="15" y="317"/>
                </a:cxn>
                <a:cxn ang="0">
                  <a:pos x="18" y="310"/>
                </a:cxn>
                <a:cxn ang="0">
                  <a:pos x="21" y="295"/>
                </a:cxn>
                <a:cxn ang="0">
                  <a:pos x="24" y="279"/>
                </a:cxn>
                <a:cxn ang="0">
                  <a:pos x="27" y="264"/>
                </a:cxn>
                <a:cxn ang="0">
                  <a:pos x="27" y="264"/>
                </a:cxn>
                <a:cxn ang="0">
                  <a:pos x="31" y="245"/>
                </a:cxn>
                <a:cxn ang="0">
                  <a:pos x="33" y="227"/>
                </a:cxn>
                <a:cxn ang="0">
                  <a:pos x="38" y="187"/>
                </a:cxn>
                <a:cxn ang="0">
                  <a:pos x="38" y="187"/>
                </a:cxn>
                <a:cxn ang="0">
                  <a:pos x="42" y="164"/>
                </a:cxn>
                <a:cxn ang="0">
                  <a:pos x="46" y="140"/>
                </a:cxn>
                <a:cxn ang="0">
                  <a:pos x="52" y="117"/>
                </a:cxn>
                <a:cxn ang="0">
                  <a:pos x="59" y="94"/>
                </a:cxn>
                <a:cxn ang="0">
                  <a:pos x="59" y="94"/>
                </a:cxn>
                <a:cxn ang="0">
                  <a:pos x="66" y="72"/>
                </a:cxn>
                <a:cxn ang="0">
                  <a:pos x="71" y="51"/>
                </a:cxn>
                <a:cxn ang="0">
                  <a:pos x="76" y="29"/>
                </a:cxn>
                <a:cxn ang="0">
                  <a:pos x="80" y="19"/>
                </a:cxn>
                <a:cxn ang="0">
                  <a:pos x="86" y="9"/>
                </a:cxn>
                <a:cxn ang="0">
                  <a:pos x="86" y="9"/>
                </a:cxn>
                <a:cxn ang="0">
                  <a:pos x="87" y="7"/>
                </a:cxn>
                <a:cxn ang="0">
                  <a:pos x="86" y="4"/>
                </a:cxn>
                <a:cxn ang="0">
                  <a:pos x="83" y="2"/>
                </a:cxn>
                <a:cxn ang="0">
                  <a:pos x="79" y="0"/>
                </a:cxn>
                <a:cxn ang="0">
                  <a:pos x="78" y="2"/>
                </a:cxn>
                <a:cxn ang="0">
                  <a:pos x="75" y="3"/>
                </a:cxn>
                <a:cxn ang="0">
                  <a:pos x="75" y="3"/>
                </a:cxn>
              </a:cxnLst>
              <a:rect l="0" t="0" r="r" b="b"/>
              <a:pathLst>
                <a:path w="87" h="325">
                  <a:moveTo>
                    <a:pt x="75" y="3"/>
                  </a:moveTo>
                  <a:lnTo>
                    <a:pt x="75" y="3"/>
                  </a:lnTo>
                  <a:lnTo>
                    <a:pt x="71" y="11"/>
                  </a:lnTo>
                  <a:lnTo>
                    <a:pt x="69" y="20"/>
                  </a:lnTo>
                  <a:lnTo>
                    <a:pt x="63" y="37"/>
                  </a:lnTo>
                  <a:lnTo>
                    <a:pt x="55" y="71"/>
                  </a:lnTo>
                  <a:lnTo>
                    <a:pt x="55" y="71"/>
                  </a:lnTo>
                  <a:lnTo>
                    <a:pt x="49" y="91"/>
                  </a:lnTo>
                  <a:lnTo>
                    <a:pt x="42" y="110"/>
                  </a:lnTo>
                  <a:lnTo>
                    <a:pt x="36" y="130"/>
                  </a:lnTo>
                  <a:lnTo>
                    <a:pt x="32" y="149"/>
                  </a:lnTo>
                  <a:lnTo>
                    <a:pt x="32" y="149"/>
                  </a:lnTo>
                  <a:lnTo>
                    <a:pt x="27" y="196"/>
                  </a:lnTo>
                  <a:lnTo>
                    <a:pt x="23" y="220"/>
                  </a:lnTo>
                  <a:lnTo>
                    <a:pt x="19" y="244"/>
                  </a:lnTo>
                  <a:lnTo>
                    <a:pt x="19" y="244"/>
                  </a:lnTo>
                  <a:lnTo>
                    <a:pt x="15" y="261"/>
                  </a:lnTo>
                  <a:lnTo>
                    <a:pt x="11" y="279"/>
                  </a:lnTo>
                  <a:lnTo>
                    <a:pt x="11" y="279"/>
                  </a:lnTo>
                  <a:lnTo>
                    <a:pt x="8" y="288"/>
                  </a:lnTo>
                  <a:lnTo>
                    <a:pt x="7" y="298"/>
                  </a:lnTo>
                  <a:lnTo>
                    <a:pt x="6" y="309"/>
                  </a:lnTo>
                  <a:lnTo>
                    <a:pt x="3" y="313"/>
                  </a:lnTo>
                  <a:lnTo>
                    <a:pt x="2" y="317"/>
                  </a:lnTo>
                  <a:lnTo>
                    <a:pt x="2" y="317"/>
                  </a:lnTo>
                  <a:lnTo>
                    <a:pt x="0" y="319"/>
                  </a:lnTo>
                  <a:lnTo>
                    <a:pt x="0" y="321"/>
                  </a:lnTo>
                  <a:lnTo>
                    <a:pt x="2" y="323"/>
                  </a:lnTo>
                  <a:lnTo>
                    <a:pt x="3" y="325"/>
                  </a:lnTo>
                  <a:lnTo>
                    <a:pt x="7" y="325"/>
                  </a:lnTo>
                  <a:lnTo>
                    <a:pt x="10" y="325"/>
                  </a:lnTo>
                  <a:lnTo>
                    <a:pt x="11" y="323"/>
                  </a:lnTo>
                  <a:lnTo>
                    <a:pt x="11" y="323"/>
                  </a:lnTo>
                  <a:lnTo>
                    <a:pt x="15" y="317"/>
                  </a:lnTo>
                  <a:lnTo>
                    <a:pt x="18" y="310"/>
                  </a:lnTo>
                  <a:lnTo>
                    <a:pt x="21" y="295"/>
                  </a:lnTo>
                  <a:lnTo>
                    <a:pt x="24" y="279"/>
                  </a:lnTo>
                  <a:lnTo>
                    <a:pt x="27" y="264"/>
                  </a:lnTo>
                  <a:lnTo>
                    <a:pt x="27" y="264"/>
                  </a:lnTo>
                  <a:lnTo>
                    <a:pt x="31" y="245"/>
                  </a:lnTo>
                  <a:lnTo>
                    <a:pt x="33" y="227"/>
                  </a:lnTo>
                  <a:lnTo>
                    <a:pt x="38" y="187"/>
                  </a:lnTo>
                  <a:lnTo>
                    <a:pt x="38" y="187"/>
                  </a:lnTo>
                  <a:lnTo>
                    <a:pt x="42" y="164"/>
                  </a:lnTo>
                  <a:lnTo>
                    <a:pt x="46" y="140"/>
                  </a:lnTo>
                  <a:lnTo>
                    <a:pt x="52" y="117"/>
                  </a:lnTo>
                  <a:lnTo>
                    <a:pt x="59" y="94"/>
                  </a:lnTo>
                  <a:lnTo>
                    <a:pt x="59" y="94"/>
                  </a:lnTo>
                  <a:lnTo>
                    <a:pt x="66" y="72"/>
                  </a:lnTo>
                  <a:lnTo>
                    <a:pt x="71" y="51"/>
                  </a:lnTo>
                  <a:lnTo>
                    <a:pt x="76" y="29"/>
                  </a:lnTo>
                  <a:lnTo>
                    <a:pt x="80" y="19"/>
                  </a:lnTo>
                  <a:lnTo>
                    <a:pt x="86" y="9"/>
                  </a:lnTo>
                  <a:lnTo>
                    <a:pt x="86" y="9"/>
                  </a:lnTo>
                  <a:lnTo>
                    <a:pt x="87" y="7"/>
                  </a:lnTo>
                  <a:lnTo>
                    <a:pt x="86" y="4"/>
                  </a:lnTo>
                  <a:lnTo>
                    <a:pt x="83" y="2"/>
                  </a:lnTo>
                  <a:lnTo>
                    <a:pt x="79" y="0"/>
                  </a:lnTo>
                  <a:lnTo>
                    <a:pt x="78" y="2"/>
                  </a:lnTo>
                  <a:lnTo>
                    <a:pt x="75" y="3"/>
                  </a:lnTo>
                  <a:lnTo>
                    <a:pt x="75" y="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3" name="Freeform 380"/>
            <p:cNvSpPr/>
            <p:nvPr/>
          </p:nvSpPr>
          <p:spPr bwMode="auto">
            <a:xfrm>
              <a:off x="5492751" y="1465263"/>
              <a:ext cx="25400" cy="90488"/>
            </a:xfrm>
            <a:custGeom>
              <a:avLst/>
              <a:gdLst/>
              <a:ahLst/>
              <a:cxnLst>
                <a:cxn ang="0">
                  <a:pos x="52" y="3"/>
                </a:cxn>
                <a:cxn ang="0">
                  <a:pos x="52" y="3"/>
                </a:cxn>
                <a:cxn ang="0">
                  <a:pos x="46" y="13"/>
                </a:cxn>
                <a:cxn ang="0">
                  <a:pos x="42" y="24"/>
                </a:cxn>
                <a:cxn ang="0">
                  <a:pos x="34" y="45"/>
                </a:cxn>
                <a:cxn ang="0">
                  <a:pos x="29" y="67"/>
                </a:cxn>
                <a:cxn ang="0">
                  <a:pos x="23" y="90"/>
                </a:cxn>
                <a:cxn ang="0">
                  <a:pos x="23" y="90"/>
                </a:cxn>
                <a:cxn ang="0">
                  <a:pos x="16" y="122"/>
                </a:cxn>
                <a:cxn ang="0">
                  <a:pos x="10" y="154"/>
                </a:cxn>
                <a:cxn ang="0">
                  <a:pos x="0" y="221"/>
                </a:cxn>
                <a:cxn ang="0">
                  <a:pos x="0" y="221"/>
                </a:cxn>
                <a:cxn ang="0">
                  <a:pos x="0" y="224"/>
                </a:cxn>
                <a:cxn ang="0">
                  <a:pos x="1" y="225"/>
                </a:cxn>
                <a:cxn ang="0">
                  <a:pos x="5" y="228"/>
                </a:cxn>
                <a:cxn ang="0">
                  <a:pos x="6" y="228"/>
                </a:cxn>
                <a:cxn ang="0">
                  <a:pos x="9" y="228"/>
                </a:cxn>
                <a:cxn ang="0">
                  <a:pos x="10" y="226"/>
                </a:cxn>
                <a:cxn ang="0">
                  <a:pos x="12" y="224"/>
                </a:cxn>
                <a:cxn ang="0">
                  <a:pos x="12" y="224"/>
                </a:cxn>
                <a:cxn ang="0">
                  <a:pos x="16" y="194"/>
                </a:cxn>
                <a:cxn ang="0">
                  <a:pos x="22" y="164"/>
                </a:cxn>
                <a:cxn ang="0">
                  <a:pos x="27" y="134"/>
                </a:cxn>
                <a:cxn ang="0">
                  <a:pos x="33" y="103"/>
                </a:cxn>
                <a:cxn ang="0">
                  <a:pos x="33" y="103"/>
                </a:cxn>
                <a:cxn ang="0">
                  <a:pos x="36" y="79"/>
                </a:cxn>
                <a:cxn ang="0">
                  <a:pos x="42" y="54"/>
                </a:cxn>
                <a:cxn ang="0">
                  <a:pos x="46" y="42"/>
                </a:cxn>
                <a:cxn ang="0">
                  <a:pos x="51" y="30"/>
                </a:cxn>
                <a:cxn ang="0">
                  <a:pos x="56" y="18"/>
                </a:cxn>
                <a:cxn ang="0">
                  <a:pos x="61" y="8"/>
                </a:cxn>
                <a:cxn ang="0">
                  <a:pos x="61" y="8"/>
                </a:cxn>
                <a:cxn ang="0">
                  <a:pos x="63" y="7"/>
                </a:cxn>
                <a:cxn ang="0">
                  <a:pos x="63" y="4"/>
                </a:cxn>
                <a:cxn ang="0">
                  <a:pos x="61" y="3"/>
                </a:cxn>
                <a:cxn ang="0">
                  <a:pos x="60" y="1"/>
                </a:cxn>
                <a:cxn ang="0">
                  <a:pos x="56" y="0"/>
                </a:cxn>
                <a:cxn ang="0">
                  <a:pos x="53" y="1"/>
                </a:cxn>
                <a:cxn ang="0">
                  <a:pos x="52" y="3"/>
                </a:cxn>
                <a:cxn ang="0">
                  <a:pos x="52" y="3"/>
                </a:cxn>
              </a:cxnLst>
              <a:rect l="0" t="0" r="r" b="b"/>
              <a:pathLst>
                <a:path w="63" h="228">
                  <a:moveTo>
                    <a:pt x="52" y="3"/>
                  </a:moveTo>
                  <a:lnTo>
                    <a:pt x="52" y="3"/>
                  </a:lnTo>
                  <a:lnTo>
                    <a:pt x="46" y="13"/>
                  </a:lnTo>
                  <a:lnTo>
                    <a:pt x="42" y="24"/>
                  </a:lnTo>
                  <a:lnTo>
                    <a:pt x="34" y="45"/>
                  </a:lnTo>
                  <a:lnTo>
                    <a:pt x="29" y="67"/>
                  </a:lnTo>
                  <a:lnTo>
                    <a:pt x="23" y="90"/>
                  </a:lnTo>
                  <a:lnTo>
                    <a:pt x="23" y="90"/>
                  </a:lnTo>
                  <a:lnTo>
                    <a:pt x="16" y="122"/>
                  </a:lnTo>
                  <a:lnTo>
                    <a:pt x="10" y="154"/>
                  </a:lnTo>
                  <a:lnTo>
                    <a:pt x="0" y="221"/>
                  </a:lnTo>
                  <a:lnTo>
                    <a:pt x="0" y="221"/>
                  </a:lnTo>
                  <a:lnTo>
                    <a:pt x="0" y="224"/>
                  </a:lnTo>
                  <a:lnTo>
                    <a:pt x="1" y="225"/>
                  </a:lnTo>
                  <a:lnTo>
                    <a:pt x="5" y="228"/>
                  </a:lnTo>
                  <a:lnTo>
                    <a:pt x="6" y="228"/>
                  </a:lnTo>
                  <a:lnTo>
                    <a:pt x="9" y="228"/>
                  </a:lnTo>
                  <a:lnTo>
                    <a:pt x="10" y="226"/>
                  </a:lnTo>
                  <a:lnTo>
                    <a:pt x="12" y="224"/>
                  </a:lnTo>
                  <a:lnTo>
                    <a:pt x="12" y="224"/>
                  </a:lnTo>
                  <a:lnTo>
                    <a:pt x="16" y="194"/>
                  </a:lnTo>
                  <a:lnTo>
                    <a:pt x="22" y="164"/>
                  </a:lnTo>
                  <a:lnTo>
                    <a:pt x="27" y="134"/>
                  </a:lnTo>
                  <a:lnTo>
                    <a:pt x="33" y="103"/>
                  </a:lnTo>
                  <a:lnTo>
                    <a:pt x="33" y="103"/>
                  </a:lnTo>
                  <a:lnTo>
                    <a:pt x="36" y="79"/>
                  </a:lnTo>
                  <a:lnTo>
                    <a:pt x="42" y="54"/>
                  </a:lnTo>
                  <a:lnTo>
                    <a:pt x="46" y="42"/>
                  </a:lnTo>
                  <a:lnTo>
                    <a:pt x="51" y="30"/>
                  </a:lnTo>
                  <a:lnTo>
                    <a:pt x="56" y="18"/>
                  </a:lnTo>
                  <a:lnTo>
                    <a:pt x="61" y="8"/>
                  </a:lnTo>
                  <a:lnTo>
                    <a:pt x="61" y="8"/>
                  </a:lnTo>
                  <a:lnTo>
                    <a:pt x="63" y="7"/>
                  </a:lnTo>
                  <a:lnTo>
                    <a:pt x="63" y="4"/>
                  </a:lnTo>
                  <a:lnTo>
                    <a:pt x="61" y="3"/>
                  </a:lnTo>
                  <a:lnTo>
                    <a:pt x="60" y="1"/>
                  </a:lnTo>
                  <a:lnTo>
                    <a:pt x="56" y="0"/>
                  </a:lnTo>
                  <a:lnTo>
                    <a:pt x="53" y="1"/>
                  </a:lnTo>
                  <a:lnTo>
                    <a:pt x="52" y="3"/>
                  </a:lnTo>
                  <a:lnTo>
                    <a:pt x="52" y="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4" name="Freeform 381"/>
            <p:cNvSpPr/>
            <p:nvPr/>
          </p:nvSpPr>
          <p:spPr bwMode="auto">
            <a:xfrm>
              <a:off x="5516564" y="1489076"/>
              <a:ext cx="17463" cy="76200"/>
            </a:xfrm>
            <a:custGeom>
              <a:avLst/>
              <a:gdLst/>
              <a:ahLst/>
              <a:cxnLst>
                <a:cxn ang="0">
                  <a:pos x="34" y="4"/>
                </a:cxn>
                <a:cxn ang="0">
                  <a:pos x="34" y="4"/>
                </a:cxn>
                <a:cxn ang="0">
                  <a:pos x="21" y="48"/>
                </a:cxn>
                <a:cxn ang="0">
                  <a:pos x="11" y="94"/>
                </a:cxn>
                <a:cxn ang="0">
                  <a:pos x="7" y="117"/>
                </a:cxn>
                <a:cxn ang="0">
                  <a:pos x="3" y="141"/>
                </a:cxn>
                <a:cxn ang="0">
                  <a:pos x="0" y="163"/>
                </a:cxn>
                <a:cxn ang="0">
                  <a:pos x="0" y="188"/>
                </a:cxn>
                <a:cxn ang="0">
                  <a:pos x="0" y="188"/>
                </a:cxn>
                <a:cxn ang="0">
                  <a:pos x="0" y="189"/>
                </a:cxn>
                <a:cxn ang="0">
                  <a:pos x="2" y="192"/>
                </a:cxn>
                <a:cxn ang="0">
                  <a:pos x="6" y="193"/>
                </a:cxn>
                <a:cxn ang="0">
                  <a:pos x="10" y="192"/>
                </a:cxn>
                <a:cxn ang="0">
                  <a:pos x="11" y="189"/>
                </a:cxn>
                <a:cxn ang="0">
                  <a:pos x="11" y="188"/>
                </a:cxn>
                <a:cxn ang="0">
                  <a:pos x="11" y="188"/>
                </a:cxn>
                <a:cxn ang="0">
                  <a:pos x="12" y="164"/>
                </a:cxn>
                <a:cxn ang="0">
                  <a:pos x="15" y="141"/>
                </a:cxn>
                <a:cxn ang="0">
                  <a:pos x="17" y="119"/>
                </a:cxn>
                <a:cxn ang="0">
                  <a:pos x="23" y="95"/>
                </a:cxn>
                <a:cxn ang="0">
                  <a:pos x="33" y="51"/>
                </a:cxn>
                <a:cxn ang="0">
                  <a:pos x="45" y="6"/>
                </a:cxn>
                <a:cxn ang="0">
                  <a:pos x="45" y="6"/>
                </a:cxn>
                <a:cxn ang="0">
                  <a:pos x="46" y="4"/>
                </a:cxn>
                <a:cxn ang="0">
                  <a:pos x="45" y="2"/>
                </a:cxn>
                <a:cxn ang="0">
                  <a:pos x="41" y="0"/>
                </a:cxn>
                <a:cxn ang="0">
                  <a:pos x="37" y="0"/>
                </a:cxn>
                <a:cxn ang="0">
                  <a:pos x="36" y="1"/>
                </a:cxn>
                <a:cxn ang="0">
                  <a:pos x="34" y="4"/>
                </a:cxn>
                <a:cxn ang="0">
                  <a:pos x="34" y="4"/>
                </a:cxn>
              </a:cxnLst>
              <a:rect l="0" t="0" r="r" b="b"/>
              <a:pathLst>
                <a:path w="46" h="193">
                  <a:moveTo>
                    <a:pt x="34" y="4"/>
                  </a:moveTo>
                  <a:lnTo>
                    <a:pt x="34" y="4"/>
                  </a:lnTo>
                  <a:lnTo>
                    <a:pt x="21" y="48"/>
                  </a:lnTo>
                  <a:lnTo>
                    <a:pt x="11" y="94"/>
                  </a:lnTo>
                  <a:lnTo>
                    <a:pt x="7" y="117"/>
                  </a:lnTo>
                  <a:lnTo>
                    <a:pt x="3" y="141"/>
                  </a:lnTo>
                  <a:lnTo>
                    <a:pt x="0" y="163"/>
                  </a:lnTo>
                  <a:lnTo>
                    <a:pt x="0" y="188"/>
                  </a:lnTo>
                  <a:lnTo>
                    <a:pt x="0" y="188"/>
                  </a:lnTo>
                  <a:lnTo>
                    <a:pt x="0" y="189"/>
                  </a:lnTo>
                  <a:lnTo>
                    <a:pt x="2" y="192"/>
                  </a:lnTo>
                  <a:lnTo>
                    <a:pt x="6" y="193"/>
                  </a:lnTo>
                  <a:lnTo>
                    <a:pt x="10" y="192"/>
                  </a:lnTo>
                  <a:lnTo>
                    <a:pt x="11" y="189"/>
                  </a:lnTo>
                  <a:lnTo>
                    <a:pt x="11" y="188"/>
                  </a:lnTo>
                  <a:lnTo>
                    <a:pt x="11" y="188"/>
                  </a:lnTo>
                  <a:lnTo>
                    <a:pt x="12" y="164"/>
                  </a:lnTo>
                  <a:lnTo>
                    <a:pt x="15" y="141"/>
                  </a:lnTo>
                  <a:lnTo>
                    <a:pt x="17" y="119"/>
                  </a:lnTo>
                  <a:lnTo>
                    <a:pt x="23" y="95"/>
                  </a:lnTo>
                  <a:lnTo>
                    <a:pt x="33" y="51"/>
                  </a:lnTo>
                  <a:lnTo>
                    <a:pt x="45" y="6"/>
                  </a:lnTo>
                  <a:lnTo>
                    <a:pt x="45" y="6"/>
                  </a:lnTo>
                  <a:lnTo>
                    <a:pt x="46" y="4"/>
                  </a:lnTo>
                  <a:lnTo>
                    <a:pt x="45" y="2"/>
                  </a:lnTo>
                  <a:lnTo>
                    <a:pt x="41" y="0"/>
                  </a:lnTo>
                  <a:lnTo>
                    <a:pt x="37" y="0"/>
                  </a:lnTo>
                  <a:lnTo>
                    <a:pt x="36" y="1"/>
                  </a:lnTo>
                  <a:lnTo>
                    <a:pt x="34" y="4"/>
                  </a:lnTo>
                  <a:lnTo>
                    <a:pt x="34" y="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5" name="Freeform 382"/>
            <p:cNvSpPr/>
            <p:nvPr/>
          </p:nvSpPr>
          <p:spPr bwMode="auto">
            <a:xfrm>
              <a:off x="5478464" y="1268413"/>
              <a:ext cx="228600" cy="104775"/>
            </a:xfrm>
            <a:custGeom>
              <a:avLst/>
              <a:gdLst/>
              <a:ahLst/>
              <a:cxnLst>
                <a:cxn ang="0">
                  <a:pos x="569" y="0"/>
                </a:cxn>
                <a:cxn ang="0">
                  <a:pos x="540" y="9"/>
                </a:cxn>
                <a:cxn ang="0">
                  <a:pos x="512" y="22"/>
                </a:cxn>
                <a:cxn ang="0">
                  <a:pos x="460" y="51"/>
                </a:cxn>
                <a:cxn ang="0">
                  <a:pos x="418" y="72"/>
                </a:cxn>
                <a:cxn ang="0">
                  <a:pos x="333" y="107"/>
                </a:cxn>
                <a:cxn ang="0">
                  <a:pos x="290" y="123"/>
                </a:cxn>
                <a:cxn ang="0">
                  <a:pos x="217" y="151"/>
                </a:cxn>
                <a:cxn ang="0">
                  <a:pos x="145" y="183"/>
                </a:cxn>
                <a:cxn ang="0">
                  <a:pos x="109" y="200"/>
                </a:cxn>
                <a:cxn ang="0">
                  <a:pos x="74" y="217"/>
                </a:cxn>
                <a:cxn ang="0">
                  <a:pos x="22" y="246"/>
                </a:cxn>
                <a:cxn ang="0">
                  <a:pos x="4" y="251"/>
                </a:cxn>
                <a:cxn ang="0">
                  <a:pos x="1" y="253"/>
                </a:cxn>
                <a:cxn ang="0">
                  <a:pos x="0" y="258"/>
                </a:cxn>
                <a:cxn ang="0">
                  <a:pos x="4" y="263"/>
                </a:cxn>
                <a:cxn ang="0">
                  <a:pos x="6" y="263"/>
                </a:cxn>
                <a:cxn ang="0">
                  <a:pos x="36" y="253"/>
                </a:cxn>
                <a:cxn ang="0">
                  <a:pos x="64" y="237"/>
                </a:cxn>
                <a:cxn ang="0">
                  <a:pos x="81" y="228"/>
                </a:cxn>
                <a:cxn ang="0">
                  <a:pos x="132" y="202"/>
                </a:cxn>
                <a:cxn ang="0">
                  <a:pos x="171" y="183"/>
                </a:cxn>
                <a:cxn ang="0">
                  <a:pos x="252" y="149"/>
                </a:cxn>
                <a:cxn ang="0">
                  <a:pos x="294" y="135"/>
                </a:cxn>
                <a:cxn ang="0">
                  <a:pos x="370" y="105"/>
                </a:cxn>
                <a:cxn ang="0">
                  <a:pos x="446" y="71"/>
                </a:cxn>
                <a:cxn ang="0">
                  <a:pos x="482" y="54"/>
                </a:cxn>
                <a:cxn ang="0">
                  <a:pos x="519" y="34"/>
                </a:cxn>
                <a:cxn ang="0">
                  <a:pos x="532" y="28"/>
                </a:cxn>
                <a:cxn ang="0">
                  <a:pos x="558" y="16"/>
                </a:cxn>
                <a:cxn ang="0">
                  <a:pos x="571" y="12"/>
                </a:cxn>
                <a:cxn ang="0">
                  <a:pos x="575" y="9"/>
                </a:cxn>
                <a:cxn ang="0">
                  <a:pos x="573" y="1"/>
                </a:cxn>
                <a:cxn ang="0">
                  <a:pos x="569" y="0"/>
                </a:cxn>
              </a:cxnLst>
              <a:rect l="0" t="0" r="r" b="b"/>
              <a:pathLst>
                <a:path w="575" h="263">
                  <a:moveTo>
                    <a:pt x="569" y="0"/>
                  </a:moveTo>
                  <a:lnTo>
                    <a:pt x="569" y="0"/>
                  </a:lnTo>
                  <a:lnTo>
                    <a:pt x="554" y="4"/>
                  </a:lnTo>
                  <a:lnTo>
                    <a:pt x="540" y="9"/>
                  </a:lnTo>
                  <a:lnTo>
                    <a:pt x="527" y="16"/>
                  </a:lnTo>
                  <a:lnTo>
                    <a:pt x="512" y="22"/>
                  </a:lnTo>
                  <a:lnTo>
                    <a:pt x="486" y="38"/>
                  </a:lnTo>
                  <a:lnTo>
                    <a:pt x="460" y="51"/>
                  </a:lnTo>
                  <a:lnTo>
                    <a:pt x="460" y="51"/>
                  </a:lnTo>
                  <a:lnTo>
                    <a:pt x="418" y="72"/>
                  </a:lnTo>
                  <a:lnTo>
                    <a:pt x="376" y="90"/>
                  </a:lnTo>
                  <a:lnTo>
                    <a:pt x="333" y="107"/>
                  </a:lnTo>
                  <a:lnTo>
                    <a:pt x="290" y="123"/>
                  </a:lnTo>
                  <a:lnTo>
                    <a:pt x="290" y="123"/>
                  </a:lnTo>
                  <a:lnTo>
                    <a:pt x="253" y="138"/>
                  </a:lnTo>
                  <a:lnTo>
                    <a:pt x="217" y="151"/>
                  </a:lnTo>
                  <a:lnTo>
                    <a:pt x="180" y="166"/>
                  </a:lnTo>
                  <a:lnTo>
                    <a:pt x="145" y="183"/>
                  </a:lnTo>
                  <a:lnTo>
                    <a:pt x="145" y="183"/>
                  </a:lnTo>
                  <a:lnTo>
                    <a:pt x="109" y="200"/>
                  </a:lnTo>
                  <a:lnTo>
                    <a:pt x="74" y="217"/>
                  </a:lnTo>
                  <a:lnTo>
                    <a:pt x="74" y="217"/>
                  </a:lnTo>
                  <a:lnTo>
                    <a:pt x="40" y="237"/>
                  </a:lnTo>
                  <a:lnTo>
                    <a:pt x="22" y="246"/>
                  </a:lnTo>
                  <a:lnTo>
                    <a:pt x="13" y="249"/>
                  </a:lnTo>
                  <a:lnTo>
                    <a:pt x="4" y="251"/>
                  </a:lnTo>
                  <a:lnTo>
                    <a:pt x="4" y="251"/>
                  </a:lnTo>
                  <a:lnTo>
                    <a:pt x="1" y="253"/>
                  </a:lnTo>
                  <a:lnTo>
                    <a:pt x="0" y="254"/>
                  </a:lnTo>
                  <a:lnTo>
                    <a:pt x="0" y="258"/>
                  </a:lnTo>
                  <a:lnTo>
                    <a:pt x="2" y="262"/>
                  </a:lnTo>
                  <a:lnTo>
                    <a:pt x="4" y="263"/>
                  </a:lnTo>
                  <a:lnTo>
                    <a:pt x="6" y="263"/>
                  </a:lnTo>
                  <a:lnTo>
                    <a:pt x="6" y="263"/>
                  </a:lnTo>
                  <a:lnTo>
                    <a:pt x="22" y="258"/>
                  </a:lnTo>
                  <a:lnTo>
                    <a:pt x="36" y="253"/>
                  </a:lnTo>
                  <a:lnTo>
                    <a:pt x="51" y="245"/>
                  </a:lnTo>
                  <a:lnTo>
                    <a:pt x="64" y="237"/>
                  </a:lnTo>
                  <a:lnTo>
                    <a:pt x="64" y="237"/>
                  </a:lnTo>
                  <a:lnTo>
                    <a:pt x="81" y="228"/>
                  </a:lnTo>
                  <a:lnTo>
                    <a:pt x="98" y="219"/>
                  </a:lnTo>
                  <a:lnTo>
                    <a:pt x="132" y="202"/>
                  </a:lnTo>
                  <a:lnTo>
                    <a:pt x="132" y="202"/>
                  </a:lnTo>
                  <a:lnTo>
                    <a:pt x="171" y="183"/>
                  </a:lnTo>
                  <a:lnTo>
                    <a:pt x="212" y="165"/>
                  </a:lnTo>
                  <a:lnTo>
                    <a:pt x="252" y="149"/>
                  </a:lnTo>
                  <a:lnTo>
                    <a:pt x="294" y="135"/>
                  </a:lnTo>
                  <a:lnTo>
                    <a:pt x="294" y="135"/>
                  </a:lnTo>
                  <a:lnTo>
                    <a:pt x="332" y="121"/>
                  </a:lnTo>
                  <a:lnTo>
                    <a:pt x="370" y="105"/>
                  </a:lnTo>
                  <a:lnTo>
                    <a:pt x="408" y="88"/>
                  </a:lnTo>
                  <a:lnTo>
                    <a:pt x="446" y="71"/>
                  </a:lnTo>
                  <a:lnTo>
                    <a:pt x="446" y="71"/>
                  </a:lnTo>
                  <a:lnTo>
                    <a:pt x="482" y="54"/>
                  </a:lnTo>
                  <a:lnTo>
                    <a:pt x="501" y="45"/>
                  </a:lnTo>
                  <a:lnTo>
                    <a:pt x="519" y="34"/>
                  </a:lnTo>
                  <a:lnTo>
                    <a:pt x="519" y="34"/>
                  </a:lnTo>
                  <a:lnTo>
                    <a:pt x="532" y="28"/>
                  </a:lnTo>
                  <a:lnTo>
                    <a:pt x="544" y="21"/>
                  </a:lnTo>
                  <a:lnTo>
                    <a:pt x="558" y="16"/>
                  </a:lnTo>
                  <a:lnTo>
                    <a:pt x="571" y="12"/>
                  </a:lnTo>
                  <a:lnTo>
                    <a:pt x="571" y="12"/>
                  </a:lnTo>
                  <a:lnTo>
                    <a:pt x="574" y="11"/>
                  </a:lnTo>
                  <a:lnTo>
                    <a:pt x="575" y="9"/>
                  </a:lnTo>
                  <a:lnTo>
                    <a:pt x="575" y="5"/>
                  </a:lnTo>
                  <a:lnTo>
                    <a:pt x="573" y="1"/>
                  </a:lnTo>
                  <a:lnTo>
                    <a:pt x="571" y="0"/>
                  </a:lnTo>
                  <a:lnTo>
                    <a:pt x="569" y="0"/>
                  </a:lnTo>
                  <a:lnTo>
                    <a:pt x="569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6" name="Freeform 383"/>
            <p:cNvSpPr/>
            <p:nvPr/>
          </p:nvSpPr>
          <p:spPr bwMode="auto">
            <a:xfrm>
              <a:off x="5513389" y="1352551"/>
              <a:ext cx="195263" cy="92075"/>
            </a:xfrm>
            <a:custGeom>
              <a:avLst/>
              <a:gdLst/>
              <a:ahLst/>
              <a:cxnLst>
                <a:cxn ang="0">
                  <a:pos x="484" y="0"/>
                </a:cxn>
                <a:cxn ang="0">
                  <a:pos x="484" y="0"/>
                </a:cxn>
                <a:cxn ang="0">
                  <a:pos x="452" y="11"/>
                </a:cxn>
                <a:cxn ang="0">
                  <a:pos x="422" y="24"/>
                </a:cxn>
                <a:cxn ang="0">
                  <a:pos x="392" y="38"/>
                </a:cxn>
                <a:cxn ang="0">
                  <a:pos x="361" y="51"/>
                </a:cxn>
                <a:cxn ang="0">
                  <a:pos x="361" y="51"/>
                </a:cxn>
                <a:cxn ang="0">
                  <a:pos x="299" y="77"/>
                </a:cxn>
                <a:cxn ang="0">
                  <a:pos x="239" y="103"/>
                </a:cxn>
                <a:cxn ang="0">
                  <a:pos x="239" y="103"/>
                </a:cxn>
                <a:cxn ang="0">
                  <a:pos x="179" y="130"/>
                </a:cxn>
                <a:cxn ang="0">
                  <a:pos x="119" y="157"/>
                </a:cxn>
                <a:cxn ang="0">
                  <a:pos x="119" y="157"/>
                </a:cxn>
                <a:cxn ang="0">
                  <a:pos x="90" y="171"/>
                </a:cxn>
                <a:cxn ang="0">
                  <a:pos x="61" y="190"/>
                </a:cxn>
                <a:cxn ang="0">
                  <a:pos x="33" y="207"/>
                </a:cxn>
                <a:cxn ang="0">
                  <a:pos x="4" y="222"/>
                </a:cxn>
                <a:cxn ang="0">
                  <a:pos x="4" y="222"/>
                </a:cxn>
                <a:cxn ang="0">
                  <a:pos x="1" y="225"/>
                </a:cxn>
                <a:cxn ang="0">
                  <a:pos x="0" y="226"/>
                </a:cxn>
                <a:cxn ang="0">
                  <a:pos x="1" y="230"/>
                </a:cxn>
                <a:cxn ang="0">
                  <a:pos x="4" y="233"/>
                </a:cxn>
                <a:cxn ang="0">
                  <a:pos x="6" y="233"/>
                </a:cxn>
                <a:cxn ang="0">
                  <a:pos x="9" y="233"/>
                </a:cxn>
                <a:cxn ang="0">
                  <a:pos x="9" y="233"/>
                </a:cxn>
                <a:cxn ang="0">
                  <a:pos x="36" y="218"/>
                </a:cxn>
                <a:cxn ang="0">
                  <a:pos x="64" y="203"/>
                </a:cxn>
                <a:cxn ang="0">
                  <a:pos x="91" y="187"/>
                </a:cxn>
                <a:cxn ang="0">
                  <a:pos x="118" y="170"/>
                </a:cxn>
                <a:cxn ang="0">
                  <a:pos x="118" y="170"/>
                </a:cxn>
                <a:cxn ang="0">
                  <a:pos x="131" y="162"/>
                </a:cxn>
                <a:cxn ang="0">
                  <a:pos x="146" y="157"/>
                </a:cxn>
                <a:cxn ang="0">
                  <a:pos x="161" y="152"/>
                </a:cxn>
                <a:cxn ang="0">
                  <a:pos x="175" y="145"/>
                </a:cxn>
                <a:cxn ang="0">
                  <a:pos x="175" y="145"/>
                </a:cxn>
                <a:cxn ang="0">
                  <a:pos x="235" y="118"/>
                </a:cxn>
                <a:cxn ang="0">
                  <a:pos x="235" y="118"/>
                </a:cxn>
                <a:cxn ang="0">
                  <a:pos x="299" y="89"/>
                </a:cxn>
                <a:cxn ang="0">
                  <a:pos x="365" y="62"/>
                </a:cxn>
                <a:cxn ang="0">
                  <a:pos x="365" y="62"/>
                </a:cxn>
                <a:cxn ang="0">
                  <a:pos x="396" y="48"/>
                </a:cxn>
                <a:cxn ang="0">
                  <a:pos x="412" y="42"/>
                </a:cxn>
                <a:cxn ang="0">
                  <a:pos x="428" y="37"/>
                </a:cxn>
                <a:cxn ang="0">
                  <a:pos x="428" y="37"/>
                </a:cxn>
                <a:cxn ang="0">
                  <a:pos x="442" y="31"/>
                </a:cxn>
                <a:cxn ang="0">
                  <a:pos x="458" y="24"/>
                </a:cxn>
                <a:cxn ang="0">
                  <a:pos x="472" y="17"/>
                </a:cxn>
                <a:cxn ang="0">
                  <a:pos x="488" y="11"/>
                </a:cxn>
                <a:cxn ang="0">
                  <a:pos x="488" y="11"/>
                </a:cxn>
                <a:cxn ang="0">
                  <a:pos x="489" y="9"/>
                </a:cxn>
                <a:cxn ang="0">
                  <a:pos x="490" y="8"/>
                </a:cxn>
                <a:cxn ang="0">
                  <a:pos x="490" y="4"/>
                </a:cxn>
                <a:cxn ang="0">
                  <a:pos x="489" y="0"/>
                </a:cxn>
                <a:cxn ang="0">
                  <a:pos x="486" y="0"/>
                </a:cxn>
                <a:cxn ang="0">
                  <a:pos x="484" y="0"/>
                </a:cxn>
                <a:cxn ang="0">
                  <a:pos x="484" y="0"/>
                </a:cxn>
              </a:cxnLst>
              <a:rect l="0" t="0" r="r" b="b"/>
              <a:pathLst>
                <a:path w="490" h="233">
                  <a:moveTo>
                    <a:pt x="484" y="0"/>
                  </a:moveTo>
                  <a:lnTo>
                    <a:pt x="484" y="0"/>
                  </a:lnTo>
                  <a:lnTo>
                    <a:pt x="452" y="11"/>
                  </a:lnTo>
                  <a:lnTo>
                    <a:pt x="422" y="24"/>
                  </a:lnTo>
                  <a:lnTo>
                    <a:pt x="392" y="38"/>
                  </a:lnTo>
                  <a:lnTo>
                    <a:pt x="361" y="51"/>
                  </a:lnTo>
                  <a:lnTo>
                    <a:pt x="361" y="51"/>
                  </a:lnTo>
                  <a:lnTo>
                    <a:pt x="299" y="77"/>
                  </a:lnTo>
                  <a:lnTo>
                    <a:pt x="239" y="103"/>
                  </a:lnTo>
                  <a:lnTo>
                    <a:pt x="239" y="103"/>
                  </a:lnTo>
                  <a:lnTo>
                    <a:pt x="179" y="130"/>
                  </a:lnTo>
                  <a:lnTo>
                    <a:pt x="119" y="157"/>
                  </a:lnTo>
                  <a:lnTo>
                    <a:pt x="119" y="157"/>
                  </a:lnTo>
                  <a:lnTo>
                    <a:pt x="90" y="171"/>
                  </a:lnTo>
                  <a:lnTo>
                    <a:pt x="61" y="190"/>
                  </a:lnTo>
                  <a:lnTo>
                    <a:pt x="33" y="207"/>
                  </a:lnTo>
                  <a:lnTo>
                    <a:pt x="4" y="222"/>
                  </a:lnTo>
                  <a:lnTo>
                    <a:pt x="4" y="222"/>
                  </a:lnTo>
                  <a:lnTo>
                    <a:pt x="1" y="225"/>
                  </a:lnTo>
                  <a:lnTo>
                    <a:pt x="0" y="226"/>
                  </a:lnTo>
                  <a:lnTo>
                    <a:pt x="1" y="230"/>
                  </a:lnTo>
                  <a:lnTo>
                    <a:pt x="4" y="233"/>
                  </a:lnTo>
                  <a:lnTo>
                    <a:pt x="6" y="233"/>
                  </a:lnTo>
                  <a:lnTo>
                    <a:pt x="9" y="233"/>
                  </a:lnTo>
                  <a:lnTo>
                    <a:pt x="9" y="233"/>
                  </a:lnTo>
                  <a:lnTo>
                    <a:pt x="36" y="218"/>
                  </a:lnTo>
                  <a:lnTo>
                    <a:pt x="64" y="203"/>
                  </a:lnTo>
                  <a:lnTo>
                    <a:pt x="91" y="187"/>
                  </a:lnTo>
                  <a:lnTo>
                    <a:pt x="118" y="170"/>
                  </a:lnTo>
                  <a:lnTo>
                    <a:pt x="118" y="170"/>
                  </a:lnTo>
                  <a:lnTo>
                    <a:pt x="131" y="162"/>
                  </a:lnTo>
                  <a:lnTo>
                    <a:pt x="146" y="157"/>
                  </a:lnTo>
                  <a:lnTo>
                    <a:pt x="161" y="152"/>
                  </a:lnTo>
                  <a:lnTo>
                    <a:pt x="175" y="145"/>
                  </a:lnTo>
                  <a:lnTo>
                    <a:pt x="175" y="145"/>
                  </a:lnTo>
                  <a:lnTo>
                    <a:pt x="235" y="118"/>
                  </a:lnTo>
                  <a:lnTo>
                    <a:pt x="235" y="118"/>
                  </a:lnTo>
                  <a:lnTo>
                    <a:pt x="299" y="89"/>
                  </a:lnTo>
                  <a:lnTo>
                    <a:pt x="365" y="62"/>
                  </a:lnTo>
                  <a:lnTo>
                    <a:pt x="365" y="62"/>
                  </a:lnTo>
                  <a:lnTo>
                    <a:pt x="396" y="48"/>
                  </a:lnTo>
                  <a:lnTo>
                    <a:pt x="412" y="42"/>
                  </a:lnTo>
                  <a:lnTo>
                    <a:pt x="428" y="37"/>
                  </a:lnTo>
                  <a:lnTo>
                    <a:pt x="428" y="37"/>
                  </a:lnTo>
                  <a:lnTo>
                    <a:pt x="442" y="31"/>
                  </a:lnTo>
                  <a:lnTo>
                    <a:pt x="458" y="24"/>
                  </a:lnTo>
                  <a:lnTo>
                    <a:pt x="472" y="17"/>
                  </a:lnTo>
                  <a:lnTo>
                    <a:pt x="488" y="11"/>
                  </a:lnTo>
                  <a:lnTo>
                    <a:pt x="488" y="11"/>
                  </a:lnTo>
                  <a:lnTo>
                    <a:pt x="489" y="9"/>
                  </a:lnTo>
                  <a:lnTo>
                    <a:pt x="490" y="8"/>
                  </a:lnTo>
                  <a:lnTo>
                    <a:pt x="490" y="4"/>
                  </a:lnTo>
                  <a:lnTo>
                    <a:pt x="489" y="0"/>
                  </a:lnTo>
                  <a:lnTo>
                    <a:pt x="486" y="0"/>
                  </a:lnTo>
                  <a:lnTo>
                    <a:pt x="484" y="0"/>
                  </a:lnTo>
                  <a:lnTo>
                    <a:pt x="484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7" name="Freeform 384"/>
            <p:cNvSpPr/>
            <p:nvPr/>
          </p:nvSpPr>
          <p:spPr bwMode="auto">
            <a:xfrm>
              <a:off x="5568951" y="1484313"/>
              <a:ext cx="117475" cy="55563"/>
            </a:xfrm>
            <a:custGeom>
              <a:avLst/>
              <a:gdLst/>
              <a:ahLst/>
              <a:cxnLst>
                <a:cxn ang="0">
                  <a:pos x="291" y="0"/>
                </a:cxn>
                <a:cxn ang="0">
                  <a:pos x="291" y="0"/>
                </a:cxn>
                <a:cxn ang="0">
                  <a:pos x="283" y="1"/>
                </a:cxn>
                <a:cxn ang="0">
                  <a:pos x="276" y="4"/>
                </a:cxn>
                <a:cxn ang="0">
                  <a:pos x="263" y="12"/>
                </a:cxn>
                <a:cxn ang="0">
                  <a:pos x="238" y="27"/>
                </a:cxn>
                <a:cxn ang="0">
                  <a:pos x="238" y="27"/>
                </a:cxn>
                <a:cxn ang="0">
                  <a:pos x="217" y="38"/>
                </a:cxn>
                <a:cxn ang="0">
                  <a:pos x="195" y="47"/>
                </a:cxn>
                <a:cxn ang="0">
                  <a:pos x="151" y="64"/>
                </a:cxn>
                <a:cxn ang="0">
                  <a:pos x="151" y="64"/>
                </a:cxn>
                <a:cxn ang="0">
                  <a:pos x="119" y="78"/>
                </a:cxn>
                <a:cxn ang="0">
                  <a:pos x="87" y="93"/>
                </a:cxn>
                <a:cxn ang="0">
                  <a:pos x="87" y="93"/>
                </a:cxn>
                <a:cxn ang="0">
                  <a:pos x="68" y="103"/>
                </a:cxn>
                <a:cxn ang="0">
                  <a:pos x="47" y="115"/>
                </a:cxn>
                <a:cxn ang="0">
                  <a:pos x="37" y="120"/>
                </a:cxn>
                <a:cxn ang="0">
                  <a:pos x="26" y="125"/>
                </a:cxn>
                <a:cxn ang="0">
                  <a:pos x="16" y="129"/>
                </a:cxn>
                <a:cxn ang="0">
                  <a:pos x="5" y="131"/>
                </a:cxn>
                <a:cxn ang="0">
                  <a:pos x="5" y="131"/>
                </a:cxn>
                <a:cxn ang="0">
                  <a:pos x="4" y="132"/>
                </a:cxn>
                <a:cxn ang="0">
                  <a:pos x="2" y="133"/>
                </a:cxn>
                <a:cxn ang="0">
                  <a:pos x="0" y="137"/>
                </a:cxn>
                <a:cxn ang="0">
                  <a:pos x="2" y="140"/>
                </a:cxn>
                <a:cxn ang="0">
                  <a:pos x="2" y="141"/>
                </a:cxn>
                <a:cxn ang="0">
                  <a:pos x="4" y="142"/>
                </a:cxn>
                <a:cxn ang="0">
                  <a:pos x="5" y="142"/>
                </a:cxn>
                <a:cxn ang="0">
                  <a:pos x="5" y="142"/>
                </a:cxn>
                <a:cxn ang="0">
                  <a:pos x="13" y="141"/>
                </a:cxn>
                <a:cxn ang="0">
                  <a:pos x="20" y="139"/>
                </a:cxn>
                <a:cxn ang="0">
                  <a:pos x="33" y="133"/>
                </a:cxn>
                <a:cxn ang="0">
                  <a:pos x="58" y="120"/>
                </a:cxn>
                <a:cxn ang="0">
                  <a:pos x="58" y="120"/>
                </a:cxn>
                <a:cxn ang="0">
                  <a:pos x="101" y="98"/>
                </a:cxn>
                <a:cxn ang="0">
                  <a:pos x="122" y="89"/>
                </a:cxn>
                <a:cxn ang="0">
                  <a:pos x="144" y="80"/>
                </a:cxn>
                <a:cxn ang="0">
                  <a:pos x="144" y="80"/>
                </a:cxn>
                <a:cxn ang="0">
                  <a:pos x="182" y="65"/>
                </a:cxn>
                <a:cxn ang="0">
                  <a:pos x="219" y="50"/>
                </a:cxn>
                <a:cxn ang="0">
                  <a:pos x="219" y="50"/>
                </a:cxn>
                <a:cxn ang="0">
                  <a:pos x="228" y="46"/>
                </a:cxn>
                <a:cxn ang="0">
                  <a:pos x="237" y="40"/>
                </a:cxn>
                <a:cxn ang="0">
                  <a:pos x="255" y="29"/>
                </a:cxn>
                <a:cxn ang="0">
                  <a:pos x="274" y="17"/>
                </a:cxn>
                <a:cxn ang="0">
                  <a:pos x="283" y="13"/>
                </a:cxn>
                <a:cxn ang="0">
                  <a:pos x="293" y="10"/>
                </a:cxn>
                <a:cxn ang="0">
                  <a:pos x="293" y="10"/>
                </a:cxn>
                <a:cxn ang="0">
                  <a:pos x="296" y="10"/>
                </a:cxn>
                <a:cxn ang="0">
                  <a:pos x="297" y="8"/>
                </a:cxn>
                <a:cxn ang="0">
                  <a:pos x="297" y="6"/>
                </a:cxn>
                <a:cxn ang="0">
                  <a:pos x="297" y="4"/>
                </a:cxn>
                <a:cxn ang="0">
                  <a:pos x="295" y="1"/>
                </a:cxn>
                <a:cxn ang="0">
                  <a:pos x="292" y="0"/>
                </a:cxn>
                <a:cxn ang="0">
                  <a:pos x="291" y="0"/>
                </a:cxn>
                <a:cxn ang="0">
                  <a:pos x="291" y="0"/>
                </a:cxn>
              </a:cxnLst>
              <a:rect l="0" t="0" r="r" b="b"/>
              <a:pathLst>
                <a:path w="297" h="142">
                  <a:moveTo>
                    <a:pt x="291" y="0"/>
                  </a:moveTo>
                  <a:lnTo>
                    <a:pt x="291" y="0"/>
                  </a:lnTo>
                  <a:lnTo>
                    <a:pt x="283" y="1"/>
                  </a:lnTo>
                  <a:lnTo>
                    <a:pt x="276" y="4"/>
                  </a:lnTo>
                  <a:lnTo>
                    <a:pt x="263" y="12"/>
                  </a:lnTo>
                  <a:lnTo>
                    <a:pt x="238" y="27"/>
                  </a:lnTo>
                  <a:lnTo>
                    <a:pt x="238" y="27"/>
                  </a:lnTo>
                  <a:lnTo>
                    <a:pt x="217" y="38"/>
                  </a:lnTo>
                  <a:lnTo>
                    <a:pt x="195" y="47"/>
                  </a:lnTo>
                  <a:lnTo>
                    <a:pt x="151" y="64"/>
                  </a:lnTo>
                  <a:lnTo>
                    <a:pt x="151" y="64"/>
                  </a:lnTo>
                  <a:lnTo>
                    <a:pt x="119" y="78"/>
                  </a:lnTo>
                  <a:lnTo>
                    <a:pt x="87" y="93"/>
                  </a:lnTo>
                  <a:lnTo>
                    <a:pt x="87" y="93"/>
                  </a:lnTo>
                  <a:lnTo>
                    <a:pt x="68" y="103"/>
                  </a:lnTo>
                  <a:lnTo>
                    <a:pt x="47" y="115"/>
                  </a:lnTo>
                  <a:lnTo>
                    <a:pt x="37" y="120"/>
                  </a:lnTo>
                  <a:lnTo>
                    <a:pt x="26" y="125"/>
                  </a:lnTo>
                  <a:lnTo>
                    <a:pt x="16" y="129"/>
                  </a:lnTo>
                  <a:lnTo>
                    <a:pt x="5" y="131"/>
                  </a:lnTo>
                  <a:lnTo>
                    <a:pt x="5" y="131"/>
                  </a:lnTo>
                  <a:lnTo>
                    <a:pt x="4" y="132"/>
                  </a:lnTo>
                  <a:lnTo>
                    <a:pt x="2" y="133"/>
                  </a:lnTo>
                  <a:lnTo>
                    <a:pt x="0" y="137"/>
                  </a:lnTo>
                  <a:lnTo>
                    <a:pt x="2" y="140"/>
                  </a:lnTo>
                  <a:lnTo>
                    <a:pt x="2" y="141"/>
                  </a:lnTo>
                  <a:lnTo>
                    <a:pt x="4" y="142"/>
                  </a:lnTo>
                  <a:lnTo>
                    <a:pt x="5" y="142"/>
                  </a:lnTo>
                  <a:lnTo>
                    <a:pt x="5" y="142"/>
                  </a:lnTo>
                  <a:lnTo>
                    <a:pt x="13" y="141"/>
                  </a:lnTo>
                  <a:lnTo>
                    <a:pt x="20" y="139"/>
                  </a:lnTo>
                  <a:lnTo>
                    <a:pt x="33" y="133"/>
                  </a:lnTo>
                  <a:lnTo>
                    <a:pt x="58" y="120"/>
                  </a:lnTo>
                  <a:lnTo>
                    <a:pt x="58" y="120"/>
                  </a:lnTo>
                  <a:lnTo>
                    <a:pt x="101" y="98"/>
                  </a:lnTo>
                  <a:lnTo>
                    <a:pt x="122" y="89"/>
                  </a:lnTo>
                  <a:lnTo>
                    <a:pt x="144" y="80"/>
                  </a:lnTo>
                  <a:lnTo>
                    <a:pt x="144" y="80"/>
                  </a:lnTo>
                  <a:lnTo>
                    <a:pt x="182" y="65"/>
                  </a:lnTo>
                  <a:lnTo>
                    <a:pt x="219" y="50"/>
                  </a:lnTo>
                  <a:lnTo>
                    <a:pt x="219" y="50"/>
                  </a:lnTo>
                  <a:lnTo>
                    <a:pt x="228" y="46"/>
                  </a:lnTo>
                  <a:lnTo>
                    <a:pt x="237" y="40"/>
                  </a:lnTo>
                  <a:lnTo>
                    <a:pt x="255" y="29"/>
                  </a:lnTo>
                  <a:lnTo>
                    <a:pt x="274" y="17"/>
                  </a:lnTo>
                  <a:lnTo>
                    <a:pt x="283" y="13"/>
                  </a:lnTo>
                  <a:lnTo>
                    <a:pt x="293" y="10"/>
                  </a:lnTo>
                  <a:lnTo>
                    <a:pt x="293" y="10"/>
                  </a:lnTo>
                  <a:lnTo>
                    <a:pt x="296" y="10"/>
                  </a:lnTo>
                  <a:lnTo>
                    <a:pt x="297" y="8"/>
                  </a:lnTo>
                  <a:lnTo>
                    <a:pt x="297" y="6"/>
                  </a:lnTo>
                  <a:lnTo>
                    <a:pt x="297" y="4"/>
                  </a:lnTo>
                  <a:lnTo>
                    <a:pt x="295" y="1"/>
                  </a:lnTo>
                  <a:lnTo>
                    <a:pt x="292" y="0"/>
                  </a:lnTo>
                  <a:lnTo>
                    <a:pt x="291" y="0"/>
                  </a:lnTo>
                  <a:lnTo>
                    <a:pt x="29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8" name="Freeform 385"/>
            <p:cNvSpPr/>
            <p:nvPr/>
          </p:nvSpPr>
          <p:spPr bwMode="auto">
            <a:xfrm>
              <a:off x="5468939" y="1271588"/>
              <a:ext cx="187325" cy="80963"/>
            </a:xfrm>
            <a:custGeom>
              <a:avLst/>
              <a:gdLst/>
              <a:ahLst/>
              <a:cxnLst>
                <a:cxn ang="0">
                  <a:pos x="467" y="0"/>
                </a:cxn>
                <a:cxn ang="0">
                  <a:pos x="467" y="0"/>
                </a:cxn>
                <a:cxn ang="0">
                  <a:pos x="458" y="1"/>
                </a:cxn>
                <a:cxn ang="0">
                  <a:pos x="449" y="4"/>
                </a:cxn>
                <a:cxn ang="0">
                  <a:pos x="432" y="11"/>
                </a:cxn>
                <a:cxn ang="0">
                  <a:pos x="432" y="11"/>
                </a:cxn>
                <a:cxn ang="0">
                  <a:pos x="417" y="17"/>
                </a:cxn>
                <a:cxn ang="0">
                  <a:pos x="404" y="21"/>
                </a:cxn>
                <a:cxn ang="0">
                  <a:pos x="391" y="26"/>
                </a:cxn>
                <a:cxn ang="0">
                  <a:pos x="378" y="32"/>
                </a:cxn>
                <a:cxn ang="0">
                  <a:pos x="378" y="32"/>
                </a:cxn>
                <a:cxn ang="0">
                  <a:pos x="324" y="57"/>
                </a:cxn>
                <a:cxn ang="0">
                  <a:pos x="271" y="82"/>
                </a:cxn>
                <a:cxn ang="0">
                  <a:pos x="271" y="82"/>
                </a:cxn>
                <a:cxn ang="0">
                  <a:pos x="237" y="97"/>
                </a:cxn>
                <a:cxn ang="0">
                  <a:pos x="204" y="111"/>
                </a:cxn>
                <a:cxn ang="0">
                  <a:pos x="136" y="137"/>
                </a:cxn>
                <a:cxn ang="0">
                  <a:pos x="69" y="165"/>
                </a:cxn>
                <a:cxn ang="0">
                  <a:pos x="35" y="179"/>
                </a:cxn>
                <a:cxn ang="0">
                  <a:pos x="3" y="193"/>
                </a:cxn>
                <a:cxn ang="0">
                  <a:pos x="3" y="193"/>
                </a:cxn>
                <a:cxn ang="0">
                  <a:pos x="1" y="196"/>
                </a:cxn>
                <a:cxn ang="0">
                  <a:pos x="0" y="197"/>
                </a:cxn>
                <a:cxn ang="0">
                  <a:pos x="0" y="200"/>
                </a:cxn>
                <a:cxn ang="0">
                  <a:pos x="1" y="201"/>
                </a:cxn>
                <a:cxn ang="0">
                  <a:pos x="4" y="204"/>
                </a:cxn>
                <a:cxn ang="0">
                  <a:pos x="7" y="205"/>
                </a:cxn>
                <a:cxn ang="0">
                  <a:pos x="9" y="204"/>
                </a:cxn>
                <a:cxn ang="0">
                  <a:pos x="9" y="204"/>
                </a:cxn>
                <a:cxn ang="0">
                  <a:pos x="39" y="189"/>
                </a:cxn>
                <a:cxn ang="0">
                  <a:pos x="69" y="176"/>
                </a:cxn>
                <a:cxn ang="0">
                  <a:pos x="132" y="150"/>
                </a:cxn>
                <a:cxn ang="0">
                  <a:pos x="195" y="127"/>
                </a:cxn>
                <a:cxn ang="0">
                  <a:pos x="256" y="100"/>
                </a:cxn>
                <a:cxn ang="0">
                  <a:pos x="256" y="100"/>
                </a:cxn>
                <a:cxn ang="0">
                  <a:pos x="289" y="86"/>
                </a:cxn>
                <a:cxn ang="0">
                  <a:pos x="323" y="73"/>
                </a:cxn>
                <a:cxn ang="0">
                  <a:pos x="323" y="73"/>
                </a:cxn>
                <a:cxn ang="0">
                  <a:pos x="344" y="65"/>
                </a:cxn>
                <a:cxn ang="0">
                  <a:pos x="356" y="60"/>
                </a:cxn>
                <a:cxn ang="0">
                  <a:pos x="364" y="55"/>
                </a:cxn>
                <a:cxn ang="0">
                  <a:pos x="364" y="55"/>
                </a:cxn>
                <a:cxn ang="0">
                  <a:pos x="377" y="46"/>
                </a:cxn>
                <a:cxn ang="0">
                  <a:pos x="391" y="39"/>
                </a:cxn>
                <a:cxn ang="0">
                  <a:pos x="407" y="32"/>
                </a:cxn>
                <a:cxn ang="0">
                  <a:pos x="421" y="27"/>
                </a:cxn>
                <a:cxn ang="0">
                  <a:pos x="421" y="27"/>
                </a:cxn>
                <a:cxn ang="0">
                  <a:pos x="445" y="18"/>
                </a:cxn>
                <a:cxn ang="0">
                  <a:pos x="458" y="13"/>
                </a:cxn>
                <a:cxn ang="0">
                  <a:pos x="470" y="10"/>
                </a:cxn>
                <a:cxn ang="0">
                  <a:pos x="470" y="10"/>
                </a:cxn>
                <a:cxn ang="0">
                  <a:pos x="472" y="9"/>
                </a:cxn>
                <a:cxn ang="0">
                  <a:pos x="474" y="8"/>
                </a:cxn>
                <a:cxn ang="0">
                  <a:pos x="474" y="6"/>
                </a:cxn>
                <a:cxn ang="0">
                  <a:pos x="474" y="4"/>
                </a:cxn>
                <a:cxn ang="0">
                  <a:pos x="471" y="0"/>
                </a:cxn>
                <a:cxn ang="0">
                  <a:pos x="470" y="0"/>
                </a:cxn>
                <a:cxn ang="0">
                  <a:pos x="467" y="0"/>
                </a:cxn>
                <a:cxn ang="0">
                  <a:pos x="467" y="0"/>
                </a:cxn>
              </a:cxnLst>
              <a:rect l="0" t="0" r="r" b="b"/>
              <a:pathLst>
                <a:path w="474" h="205">
                  <a:moveTo>
                    <a:pt x="467" y="0"/>
                  </a:moveTo>
                  <a:lnTo>
                    <a:pt x="467" y="0"/>
                  </a:lnTo>
                  <a:lnTo>
                    <a:pt x="458" y="1"/>
                  </a:lnTo>
                  <a:lnTo>
                    <a:pt x="449" y="4"/>
                  </a:lnTo>
                  <a:lnTo>
                    <a:pt x="432" y="11"/>
                  </a:lnTo>
                  <a:lnTo>
                    <a:pt x="432" y="11"/>
                  </a:lnTo>
                  <a:lnTo>
                    <a:pt x="417" y="17"/>
                  </a:lnTo>
                  <a:lnTo>
                    <a:pt x="404" y="21"/>
                  </a:lnTo>
                  <a:lnTo>
                    <a:pt x="391" y="26"/>
                  </a:lnTo>
                  <a:lnTo>
                    <a:pt x="378" y="32"/>
                  </a:lnTo>
                  <a:lnTo>
                    <a:pt x="378" y="32"/>
                  </a:lnTo>
                  <a:lnTo>
                    <a:pt x="324" y="57"/>
                  </a:lnTo>
                  <a:lnTo>
                    <a:pt x="271" y="82"/>
                  </a:lnTo>
                  <a:lnTo>
                    <a:pt x="271" y="82"/>
                  </a:lnTo>
                  <a:lnTo>
                    <a:pt x="237" y="97"/>
                  </a:lnTo>
                  <a:lnTo>
                    <a:pt x="204" y="111"/>
                  </a:lnTo>
                  <a:lnTo>
                    <a:pt x="136" y="137"/>
                  </a:lnTo>
                  <a:lnTo>
                    <a:pt x="69" y="165"/>
                  </a:lnTo>
                  <a:lnTo>
                    <a:pt x="35" y="179"/>
                  </a:lnTo>
                  <a:lnTo>
                    <a:pt x="3" y="193"/>
                  </a:lnTo>
                  <a:lnTo>
                    <a:pt x="3" y="193"/>
                  </a:lnTo>
                  <a:lnTo>
                    <a:pt x="1" y="196"/>
                  </a:lnTo>
                  <a:lnTo>
                    <a:pt x="0" y="197"/>
                  </a:lnTo>
                  <a:lnTo>
                    <a:pt x="0" y="200"/>
                  </a:lnTo>
                  <a:lnTo>
                    <a:pt x="1" y="201"/>
                  </a:lnTo>
                  <a:lnTo>
                    <a:pt x="4" y="204"/>
                  </a:lnTo>
                  <a:lnTo>
                    <a:pt x="7" y="205"/>
                  </a:lnTo>
                  <a:lnTo>
                    <a:pt x="9" y="204"/>
                  </a:lnTo>
                  <a:lnTo>
                    <a:pt x="9" y="204"/>
                  </a:lnTo>
                  <a:lnTo>
                    <a:pt x="39" y="189"/>
                  </a:lnTo>
                  <a:lnTo>
                    <a:pt x="69" y="176"/>
                  </a:lnTo>
                  <a:lnTo>
                    <a:pt x="132" y="150"/>
                  </a:lnTo>
                  <a:lnTo>
                    <a:pt x="195" y="127"/>
                  </a:lnTo>
                  <a:lnTo>
                    <a:pt x="256" y="100"/>
                  </a:lnTo>
                  <a:lnTo>
                    <a:pt x="256" y="100"/>
                  </a:lnTo>
                  <a:lnTo>
                    <a:pt x="289" y="86"/>
                  </a:lnTo>
                  <a:lnTo>
                    <a:pt x="323" y="73"/>
                  </a:lnTo>
                  <a:lnTo>
                    <a:pt x="323" y="73"/>
                  </a:lnTo>
                  <a:lnTo>
                    <a:pt x="344" y="65"/>
                  </a:lnTo>
                  <a:lnTo>
                    <a:pt x="356" y="60"/>
                  </a:lnTo>
                  <a:lnTo>
                    <a:pt x="364" y="55"/>
                  </a:lnTo>
                  <a:lnTo>
                    <a:pt x="364" y="55"/>
                  </a:lnTo>
                  <a:lnTo>
                    <a:pt x="377" y="46"/>
                  </a:lnTo>
                  <a:lnTo>
                    <a:pt x="391" y="39"/>
                  </a:lnTo>
                  <a:lnTo>
                    <a:pt x="407" y="32"/>
                  </a:lnTo>
                  <a:lnTo>
                    <a:pt x="421" y="27"/>
                  </a:lnTo>
                  <a:lnTo>
                    <a:pt x="421" y="27"/>
                  </a:lnTo>
                  <a:lnTo>
                    <a:pt x="445" y="18"/>
                  </a:lnTo>
                  <a:lnTo>
                    <a:pt x="458" y="13"/>
                  </a:lnTo>
                  <a:lnTo>
                    <a:pt x="470" y="10"/>
                  </a:lnTo>
                  <a:lnTo>
                    <a:pt x="470" y="10"/>
                  </a:lnTo>
                  <a:lnTo>
                    <a:pt x="472" y="9"/>
                  </a:lnTo>
                  <a:lnTo>
                    <a:pt x="474" y="8"/>
                  </a:lnTo>
                  <a:lnTo>
                    <a:pt x="474" y="6"/>
                  </a:lnTo>
                  <a:lnTo>
                    <a:pt x="474" y="4"/>
                  </a:lnTo>
                  <a:lnTo>
                    <a:pt x="471" y="0"/>
                  </a:lnTo>
                  <a:lnTo>
                    <a:pt x="470" y="0"/>
                  </a:lnTo>
                  <a:lnTo>
                    <a:pt x="467" y="0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9" name="Freeform 386"/>
            <p:cNvSpPr/>
            <p:nvPr/>
          </p:nvSpPr>
          <p:spPr bwMode="auto">
            <a:xfrm>
              <a:off x="5697539" y="1277938"/>
              <a:ext cx="190500" cy="130175"/>
            </a:xfrm>
            <a:custGeom>
              <a:avLst/>
              <a:gdLst/>
              <a:ahLst/>
              <a:cxnLst>
                <a:cxn ang="0">
                  <a:pos x="470" y="1"/>
                </a:cxn>
                <a:cxn ang="0">
                  <a:pos x="470" y="1"/>
                </a:cxn>
                <a:cxn ang="0">
                  <a:pos x="439" y="23"/>
                </a:cxn>
                <a:cxn ang="0">
                  <a:pos x="408" y="46"/>
                </a:cxn>
                <a:cxn ang="0">
                  <a:pos x="344" y="89"/>
                </a:cxn>
                <a:cxn ang="0">
                  <a:pos x="280" y="131"/>
                </a:cxn>
                <a:cxn ang="0">
                  <a:pos x="248" y="153"/>
                </a:cxn>
                <a:cxn ang="0">
                  <a:pos x="218" y="176"/>
                </a:cxn>
                <a:cxn ang="0">
                  <a:pos x="218" y="176"/>
                </a:cxn>
                <a:cxn ang="0">
                  <a:pos x="184" y="204"/>
                </a:cxn>
                <a:cxn ang="0">
                  <a:pos x="148" y="229"/>
                </a:cxn>
                <a:cxn ang="0">
                  <a:pos x="111" y="252"/>
                </a:cxn>
                <a:cxn ang="0">
                  <a:pos x="73" y="273"/>
                </a:cxn>
                <a:cxn ang="0">
                  <a:pos x="73" y="273"/>
                </a:cxn>
                <a:cxn ang="0">
                  <a:pos x="59" y="281"/>
                </a:cxn>
                <a:cxn ang="0">
                  <a:pos x="46" y="290"/>
                </a:cxn>
                <a:cxn ang="0">
                  <a:pos x="33" y="299"/>
                </a:cxn>
                <a:cxn ang="0">
                  <a:pos x="18" y="306"/>
                </a:cxn>
                <a:cxn ang="0">
                  <a:pos x="18" y="306"/>
                </a:cxn>
                <a:cxn ang="0">
                  <a:pos x="12" y="310"/>
                </a:cxn>
                <a:cxn ang="0">
                  <a:pos x="6" y="312"/>
                </a:cxn>
                <a:cxn ang="0">
                  <a:pos x="3" y="316"/>
                </a:cxn>
                <a:cxn ang="0">
                  <a:pos x="0" y="323"/>
                </a:cxn>
                <a:cxn ang="0">
                  <a:pos x="0" y="323"/>
                </a:cxn>
                <a:cxn ang="0">
                  <a:pos x="0" y="325"/>
                </a:cxn>
                <a:cxn ang="0">
                  <a:pos x="1" y="328"/>
                </a:cxn>
                <a:cxn ang="0">
                  <a:pos x="4" y="329"/>
                </a:cxn>
                <a:cxn ang="0">
                  <a:pos x="8" y="329"/>
                </a:cxn>
                <a:cxn ang="0">
                  <a:pos x="10" y="328"/>
                </a:cxn>
                <a:cxn ang="0">
                  <a:pos x="10" y="327"/>
                </a:cxn>
                <a:cxn ang="0">
                  <a:pos x="10" y="327"/>
                </a:cxn>
                <a:cxn ang="0">
                  <a:pos x="13" y="323"/>
                </a:cxn>
                <a:cxn ang="0">
                  <a:pos x="18" y="319"/>
                </a:cxn>
                <a:cxn ang="0">
                  <a:pos x="31" y="311"/>
                </a:cxn>
                <a:cxn ang="0">
                  <a:pos x="54" y="298"/>
                </a:cxn>
                <a:cxn ang="0">
                  <a:pos x="54" y="298"/>
                </a:cxn>
                <a:cxn ang="0">
                  <a:pos x="85" y="280"/>
                </a:cxn>
                <a:cxn ang="0">
                  <a:pos x="116" y="261"/>
                </a:cxn>
                <a:cxn ang="0">
                  <a:pos x="116" y="261"/>
                </a:cxn>
                <a:cxn ang="0">
                  <a:pos x="148" y="242"/>
                </a:cxn>
                <a:cxn ang="0">
                  <a:pos x="178" y="222"/>
                </a:cxn>
                <a:cxn ang="0">
                  <a:pos x="207" y="200"/>
                </a:cxn>
                <a:cxn ang="0">
                  <a:pos x="235" y="178"/>
                </a:cxn>
                <a:cxn ang="0">
                  <a:pos x="235" y="178"/>
                </a:cxn>
                <a:cxn ang="0">
                  <a:pos x="264" y="155"/>
                </a:cxn>
                <a:cxn ang="0">
                  <a:pos x="294" y="134"/>
                </a:cxn>
                <a:cxn ang="0">
                  <a:pos x="356" y="93"/>
                </a:cxn>
                <a:cxn ang="0">
                  <a:pos x="417" y="52"/>
                </a:cxn>
                <a:cxn ang="0">
                  <a:pos x="449" y="31"/>
                </a:cxn>
                <a:cxn ang="0">
                  <a:pos x="477" y="9"/>
                </a:cxn>
                <a:cxn ang="0">
                  <a:pos x="477" y="9"/>
                </a:cxn>
                <a:cxn ang="0">
                  <a:pos x="479" y="8"/>
                </a:cxn>
                <a:cxn ang="0">
                  <a:pos x="480" y="5"/>
                </a:cxn>
                <a:cxn ang="0">
                  <a:pos x="479" y="4"/>
                </a:cxn>
                <a:cxn ang="0">
                  <a:pos x="477" y="1"/>
                </a:cxn>
                <a:cxn ang="0">
                  <a:pos x="475" y="0"/>
                </a:cxn>
                <a:cxn ang="0">
                  <a:pos x="472" y="0"/>
                </a:cxn>
                <a:cxn ang="0">
                  <a:pos x="470" y="1"/>
                </a:cxn>
                <a:cxn ang="0">
                  <a:pos x="470" y="1"/>
                </a:cxn>
              </a:cxnLst>
              <a:rect l="0" t="0" r="r" b="b"/>
              <a:pathLst>
                <a:path w="480" h="329">
                  <a:moveTo>
                    <a:pt x="470" y="1"/>
                  </a:moveTo>
                  <a:lnTo>
                    <a:pt x="470" y="1"/>
                  </a:lnTo>
                  <a:lnTo>
                    <a:pt x="439" y="23"/>
                  </a:lnTo>
                  <a:lnTo>
                    <a:pt x="408" y="46"/>
                  </a:lnTo>
                  <a:lnTo>
                    <a:pt x="344" y="89"/>
                  </a:lnTo>
                  <a:lnTo>
                    <a:pt x="280" y="131"/>
                  </a:lnTo>
                  <a:lnTo>
                    <a:pt x="248" y="153"/>
                  </a:lnTo>
                  <a:lnTo>
                    <a:pt x="218" y="176"/>
                  </a:lnTo>
                  <a:lnTo>
                    <a:pt x="218" y="176"/>
                  </a:lnTo>
                  <a:lnTo>
                    <a:pt x="184" y="204"/>
                  </a:lnTo>
                  <a:lnTo>
                    <a:pt x="148" y="229"/>
                  </a:lnTo>
                  <a:lnTo>
                    <a:pt x="111" y="252"/>
                  </a:lnTo>
                  <a:lnTo>
                    <a:pt x="73" y="273"/>
                  </a:lnTo>
                  <a:lnTo>
                    <a:pt x="73" y="273"/>
                  </a:lnTo>
                  <a:lnTo>
                    <a:pt x="59" y="281"/>
                  </a:lnTo>
                  <a:lnTo>
                    <a:pt x="46" y="290"/>
                  </a:lnTo>
                  <a:lnTo>
                    <a:pt x="33" y="299"/>
                  </a:lnTo>
                  <a:lnTo>
                    <a:pt x="18" y="306"/>
                  </a:lnTo>
                  <a:lnTo>
                    <a:pt x="18" y="306"/>
                  </a:lnTo>
                  <a:lnTo>
                    <a:pt x="12" y="310"/>
                  </a:lnTo>
                  <a:lnTo>
                    <a:pt x="6" y="312"/>
                  </a:lnTo>
                  <a:lnTo>
                    <a:pt x="3" y="316"/>
                  </a:lnTo>
                  <a:lnTo>
                    <a:pt x="0" y="323"/>
                  </a:lnTo>
                  <a:lnTo>
                    <a:pt x="0" y="323"/>
                  </a:lnTo>
                  <a:lnTo>
                    <a:pt x="0" y="325"/>
                  </a:lnTo>
                  <a:lnTo>
                    <a:pt x="1" y="328"/>
                  </a:lnTo>
                  <a:lnTo>
                    <a:pt x="4" y="329"/>
                  </a:lnTo>
                  <a:lnTo>
                    <a:pt x="8" y="329"/>
                  </a:lnTo>
                  <a:lnTo>
                    <a:pt x="10" y="328"/>
                  </a:lnTo>
                  <a:lnTo>
                    <a:pt x="10" y="327"/>
                  </a:lnTo>
                  <a:lnTo>
                    <a:pt x="10" y="327"/>
                  </a:lnTo>
                  <a:lnTo>
                    <a:pt x="13" y="323"/>
                  </a:lnTo>
                  <a:lnTo>
                    <a:pt x="18" y="319"/>
                  </a:lnTo>
                  <a:lnTo>
                    <a:pt x="31" y="311"/>
                  </a:lnTo>
                  <a:lnTo>
                    <a:pt x="54" y="298"/>
                  </a:lnTo>
                  <a:lnTo>
                    <a:pt x="54" y="298"/>
                  </a:lnTo>
                  <a:lnTo>
                    <a:pt x="85" y="280"/>
                  </a:lnTo>
                  <a:lnTo>
                    <a:pt x="116" y="261"/>
                  </a:lnTo>
                  <a:lnTo>
                    <a:pt x="116" y="261"/>
                  </a:lnTo>
                  <a:lnTo>
                    <a:pt x="148" y="242"/>
                  </a:lnTo>
                  <a:lnTo>
                    <a:pt x="178" y="222"/>
                  </a:lnTo>
                  <a:lnTo>
                    <a:pt x="207" y="200"/>
                  </a:lnTo>
                  <a:lnTo>
                    <a:pt x="235" y="178"/>
                  </a:lnTo>
                  <a:lnTo>
                    <a:pt x="235" y="178"/>
                  </a:lnTo>
                  <a:lnTo>
                    <a:pt x="264" y="155"/>
                  </a:lnTo>
                  <a:lnTo>
                    <a:pt x="294" y="134"/>
                  </a:lnTo>
                  <a:lnTo>
                    <a:pt x="356" y="93"/>
                  </a:lnTo>
                  <a:lnTo>
                    <a:pt x="417" y="52"/>
                  </a:lnTo>
                  <a:lnTo>
                    <a:pt x="449" y="31"/>
                  </a:lnTo>
                  <a:lnTo>
                    <a:pt x="477" y="9"/>
                  </a:lnTo>
                  <a:lnTo>
                    <a:pt x="477" y="9"/>
                  </a:lnTo>
                  <a:lnTo>
                    <a:pt x="479" y="8"/>
                  </a:lnTo>
                  <a:lnTo>
                    <a:pt x="480" y="5"/>
                  </a:lnTo>
                  <a:lnTo>
                    <a:pt x="479" y="4"/>
                  </a:lnTo>
                  <a:lnTo>
                    <a:pt x="477" y="1"/>
                  </a:lnTo>
                  <a:lnTo>
                    <a:pt x="475" y="0"/>
                  </a:lnTo>
                  <a:lnTo>
                    <a:pt x="472" y="0"/>
                  </a:lnTo>
                  <a:lnTo>
                    <a:pt x="470" y="1"/>
                  </a:lnTo>
                  <a:lnTo>
                    <a:pt x="470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0" name="Freeform 387"/>
            <p:cNvSpPr/>
            <p:nvPr/>
          </p:nvSpPr>
          <p:spPr bwMode="auto">
            <a:xfrm>
              <a:off x="5686426" y="1303338"/>
              <a:ext cx="265113" cy="166688"/>
            </a:xfrm>
            <a:custGeom>
              <a:avLst/>
              <a:gdLst/>
              <a:ahLst/>
              <a:cxnLst>
                <a:cxn ang="0">
                  <a:pos x="657" y="6"/>
                </a:cxn>
                <a:cxn ang="0">
                  <a:pos x="650" y="9"/>
                </a:cxn>
                <a:cxn ang="0">
                  <a:pos x="631" y="19"/>
                </a:cxn>
                <a:cxn ang="0">
                  <a:pos x="604" y="34"/>
                </a:cxn>
                <a:cxn ang="0">
                  <a:pos x="595" y="37"/>
                </a:cxn>
                <a:cxn ang="0">
                  <a:pos x="581" y="51"/>
                </a:cxn>
                <a:cxn ang="0">
                  <a:pos x="573" y="57"/>
                </a:cxn>
                <a:cxn ang="0">
                  <a:pos x="526" y="90"/>
                </a:cxn>
                <a:cxn ang="0">
                  <a:pos x="437" y="146"/>
                </a:cxn>
                <a:cxn ang="0">
                  <a:pos x="345" y="200"/>
                </a:cxn>
                <a:cxn ang="0">
                  <a:pos x="243" y="260"/>
                </a:cxn>
                <a:cxn ang="0">
                  <a:pos x="140" y="320"/>
                </a:cxn>
                <a:cxn ang="0">
                  <a:pos x="97" y="347"/>
                </a:cxn>
                <a:cxn ang="0">
                  <a:pos x="86" y="354"/>
                </a:cxn>
                <a:cxn ang="0">
                  <a:pos x="51" y="371"/>
                </a:cxn>
                <a:cxn ang="0">
                  <a:pos x="37" y="379"/>
                </a:cxn>
                <a:cxn ang="0">
                  <a:pos x="11" y="400"/>
                </a:cxn>
                <a:cxn ang="0">
                  <a:pos x="1" y="413"/>
                </a:cxn>
                <a:cxn ang="0">
                  <a:pos x="0" y="415"/>
                </a:cxn>
                <a:cxn ang="0">
                  <a:pos x="3" y="421"/>
                </a:cxn>
                <a:cxn ang="0">
                  <a:pos x="9" y="421"/>
                </a:cxn>
                <a:cxn ang="0">
                  <a:pos x="11" y="418"/>
                </a:cxn>
                <a:cxn ang="0">
                  <a:pos x="24" y="404"/>
                </a:cxn>
                <a:cxn ang="0">
                  <a:pos x="39" y="392"/>
                </a:cxn>
                <a:cxn ang="0">
                  <a:pos x="73" y="372"/>
                </a:cxn>
                <a:cxn ang="0">
                  <a:pos x="94" y="362"/>
                </a:cxn>
                <a:cxn ang="0">
                  <a:pos x="135" y="336"/>
                </a:cxn>
                <a:cxn ang="0">
                  <a:pos x="156" y="324"/>
                </a:cxn>
                <a:cxn ang="0">
                  <a:pos x="352" y="209"/>
                </a:cxn>
                <a:cxn ang="0">
                  <a:pos x="517" y="109"/>
                </a:cxn>
                <a:cxn ang="0">
                  <a:pos x="536" y="96"/>
                </a:cxn>
                <a:cxn ang="0">
                  <a:pos x="594" y="56"/>
                </a:cxn>
                <a:cxn ang="0">
                  <a:pos x="610" y="44"/>
                </a:cxn>
                <a:cxn ang="0">
                  <a:pos x="636" y="27"/>
                </a:cxn>
                <a:cxn ang="0">
                  <a:pos x="654" y="18"/>
                </a:cxn>
                <a:cxn ang="0">
                  <a:pos x="662" y="17"/>
                </a:cxn>
                <a:cxn ang="0">
                  <a:pos x="667" y="13"/>
                </a:cxn>
                <a:cxn ang="0">
                  <a:pos x="669" y="5"/>
                </a:cxn>
                <a:cxn ang="0">
                  <a:pos x="667" y="2"/>
                </a:cxn>
                <a:cxn ang="0">
                  <a:pos x="662" y="0"/>
                </a:cxn>
                <a:cxn ang="0">
                  <a:pos x="657" y="2"/>
                </a:cxn>
                <a:cxn ang="0">
                  <a:pos x="657" y="5"/>
                </a:cxn>
              </a:cxnLst>
              <a:rect l="0" t="0" r="r" b="b"/>
              <a:pathLst>
                <a:path w="669" h="421">
                  <a:moveTo>
                    <a:pt x="657" y="5"/>
                  </a:moveTo>
                  <a:lnTo>
                    <a:pt x="657" y="6"/>
                  </a:lnTo>
                  <a:lnTo>
                    <a:pt x="657" y="6"/>
                  </a:lnTo>
                  <a:lnTo>
                    <a:pt x="650" y="9"/>
                  </a:lnTo>
                  <a:lnTo>
                    <a:pt x="642" y="11"/>
                  </a:lnTo>
                  <a:lnTo>
                    <a:pt x="631" y="19"/>
                  </a:lnTo>
                  <a:lnTo>
                    <a:pt x="618" y="27"/>
                  </a:lnTo>
                  <a:lnTo>
                    <a:pt x="604" y="34"/>
                  </a:lnTo>
                  <a:lnTo>
                    <a:pt x="604" y="34"/>
                  </a:lnTo>
                  <a:lnTo>
                    <a:pt x="595" y="37"/>
                  </a:lnTo>
                  <a:lnTo>
                    <a:pt x="589" y="44"/>
                  </a:lnTo>
                  <a:lnTo>
                    <a:pt x="581" y="51"/>
                  </a:lnTo>
                  <a:lnTo>
                    <a:pt x="573" y="57"/>
                  </a:lnTo>
                  <a:lnTo>
                    <a:pt x="573" y="57"/>
                  </a:lnTo>
                  <a:lnTo>
                    <a:pt x="526" y="90"/>
                  </a:lnTo>
                  <a:lnTo>
                    <a:pt x="526" y="90"/>
                  </a:lnTo>
                  <a:lnTo>
                    <a:pt x="482" y="119"/>
                  </a:lnTo>
                  <a:lnTo>
                    <a:pt x="437" y="146"/>
                  </a:lnTo>
                  <a:lnTo>
                    <a:pt x="391" y="172"/>
                  </a:lnTo>
                  <a:lnTo>
                    <a:pt x="345" y="200"/>
                  </a:lnTo>
                  <a:lnTo>
                    <a:pt x="345" y="200"/>
                  </a:lnTo>
                  <a:lnTo>
                    <a:pt x="243" y="260"/>
                  </a:lnTo>
                  <a:lnTo>
                    <a:pt x="140" y="320"/>
                  </a:lnTo>
                  <a:lnTo>
                    <a:pt x="140" y="320"/>
                  </a:lnTo>
                  <a:lnTo>
                    <a:pt x="118" y="333"/>
                  </a:lnTo>
                  <a:lnTo>
                    <a:pt x="97" y="347"/>
                  </a:lnTo>
                  <a:lnTo>
                    <a:pt x="97" y="347"/>
                  </a:lnTo>
                  <a:lnTo>
                    <a:pt x="86" y="354"/>
                  </a:lnTo>
                  <a:lnTo>
                    <a:pt x="75" y="360"/>
                  </a:lnTo>
                  <a:lnTo>
                    <a:pt x="51" y="371"/>
                  </a:lnTo>
                  <a:lnTo>
                    <a:pt x="51" y="371"/>
                  </a:lnTo>
                  <a:lnTo>
                    <a:pt x="37" y="379"/>
                  </a:lnTo>
                  <a:lnTo>
                    <a:pt x="24" y="389"/>
                  </a:lnTo>
                  <a:lnTo>
                    <a:pt x="11" y="400"/>
                  </a:lnTo>
                  <a:lnTo>
                    <a:pt x="5" y="406"/>
                  </a:lnTo>
                  <a:lnTo>
                    <a:pt x="1" y="413"/>
                  </a:lnTo>
                  <a:lnTo>
                    <a:pt x="1" y="413"/>
                  </a:lnTo>
                  <a:lnTo>
                    <a:pt x="0" y="415"/>
                  </a:lnTo>
                  <a:lnTo>
                    <a:pt x="0" y="417"/>
                  </a:lnTo>
                  <a:lnTo>
                    <a:pt x="3" y="421"/>
                  </a:lnTo>
                  <a:lnTo>
                    <a:pt x="7" y="421"/>
                  </a:lnTo>
                  <a:lnTo>
                    <a:pt x="9" y="421"/>
                  </a:lnTo>
                  <a:lnTo>
                    <a:pt x="11" y="418"/>
                  </a:lnTo>
                  <a:lnTo>
                    <a:pt x="11" y="418"/>
                  </a:lnTo>
                  <a:lnTo>
                    <a:pt x="17" y="410"/>
                  </a:lnTo>
                  <a:lnTo>
                    <a:pt x="24" y="404"/>
                  </a:lnTo>
                  <a:lnTo>
                    <a:pt x="32" y="397"/>
                  </a:lnTo>
                  <a:lnTo>
                    <a:pt x="39" y="392"/>
                  </a:lnTo>
                  <a:lnTo>
                    <a:pt x="56" y="381"/>
                  </a:lnTo>
                  <a:lnTo>
                    <a:pt x="73" y="372"/>
                  </a:lnTo>
                  <a:lnTo>
                    <a:pt x="73" y="372"/>
                  </a:lnTo>
                  <a:lnTo>
                    <a:pt x="94" y="362"/>
                  </a:lnTo>
                  <a:lnTo>
                    <a:pt x="115" y="349"/>
                  </a:lnTo>
                  <a:lnTo>
                    <a:pt x="135" y="336"/>
                  </a:lnTo>
                  <a:lnTo>
                    <a:pt x="156" y="324"/>
                  </a:lnTo>
                  <a:lnTo>
                    <a:pt x="156" y="324"/>
                  </a:lnTo>
                  <a:lnTo>
                    <a:pt x="352" y="209"/>
                  </a:lnTo>
                  <a:lnTo>
                    <a:pt x="352" y="209"/>
                  </a:lnTo>
                  <a:lnTo>
                    <a:pt x="434" y="159"/>
                  </a:lnTo>
                  <a:lnTo>
                    <a:pt x="517" y="109"/>
                  </a:lnTo>
                  <a:lnTo>
                    <a:pt x="517" y="109"/>
                  </a:lnTo>
                  <a:lnTo>
                    <a:pt x="536" y="96"/>
                  </a:lnTo>
                  <a:lnTo>
                    <a:pt x="556" y="83"/>
                  </a:lnTo>
                  <a:lnTo>
                    <a:pt x="594" y="56"/>
                  </a:lnTo>
                  <a:lnTo>
                    <a:pt x="594" y="56"/>
                  </a:lnTo>
                  <a:lnTo>
                    <a:pt x="610" y="44"/>
                  </a:lnTo>
                  <a:lnTo>
                    <a:pt x="627" y="32"/>
                  </a:lnTo>
                  <a:lnTo>
                    <a:pt x="636" y="27"/>
                  </a:lnTo>
                  <a:lnTo>
                    <a:pt x="645" y="22"/>
                  </a:lnTo>
                  <a:lnTo>
                    <a:pt x="654" y="18"/>
                  </a:lnTo>
                  <a:lnTo>
                    <a:pt x="662" y="17"/>
                  </a:lnTo>
                  <a:lnTo>
                    <a:pt x="662" y="17"/>
                  </a:lnTo>
                  <a:lnTo>
                    <a:pt x="666" y="14"/>
                  </a:lnTo>
                  <a:lnTo>
                    <a:pt x="667" y="13"/>
                  </a:lnTo>
                  <a:lnTo>
                    <a:pt x="669" y="10"/>
                  </a:lnTo>
                  <a:lnTo>
                    <a:pt x="669" y="5"/>
                  </a:lnTo>
                  <a:lnTo>
                    <a:pt x="669" y="5"/>
                  </a:lnTo>
                  <a:lnTo>
                    <a:pt x="667" y="2"/>
                  </a:lnTo>
                  <a:lnTo>
                    <a:pt x="666" y="1"/>
                  </a:lnTo>
                  <a:lnTo>
                    <a:pt x="662" y="0"/>
                  </a:lnTo>
                  <a:lnTo>
                    <a:pt x="658" y="1"/>
                  </a:lnTo>
                  <a:lnTo>
                    <a:pt x="657" y="2"/>
                  </a:lnTo>
                  <a:lnTo>
                    <a:pt x="657" y="5"/>
                  </a:lnTo>
                  <a:lnTo>
                    <a:pt x="657" y="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1" name="Freeform 388"/>
            <p:cNvSpPr/>
            <p:nvPr/>
          </p:nvSpPr>
          <p:spPr bwMode="auto">
            <a:xfrm>
              <a:off x="5648326" y="1501776"/>
              <a:ext cx="149225" cy="60325"/>
            </a:xfrm>
            <a:custGeom>
              <a:avLst/>
              <a:gdLst/>
              <a:ahLst/>
              <a:cxnLst>
                <a:cxn ang="0">
                  <a:pos x="372" y="0"/>
                </a:cxn>
                <a:cxn ang="0">
                  <a:pos x="372" y="0"/>
                </a:cxn>
                <a:cxn ang="0">
                  <a:pos x="361" y="1"/>
                </a:cxn>
                <a:cxn ang="0">
                  <a:pos x="352" y="4"/>
                </a:cxn>
                <a:cxn ang="0">
                  <a:pos x="334" y="10"/>
                </a:cxn>
                <a:cxn ang="0">
                  <a:pos x="297" y="26"/>
                </a:cxn>
                <a:cxn ang="0">
                  <a:pos x="297" y="26"/>
                </a:cxn>
                <a:cxn ang="0">
                  <a:pos x="271" y="36"/>
                </a:cxn>
                <a:cxn ang="0">
                  <a:pos x="244" y="45"/>
                </a:cxn>
                <a:cxn ang="0">
                  <a:pos x="218" y="55"/>
                </a:cxn>
                <a:cxn ang="0">
                  <a:pos x="191" y="64"/>
                </a:cxn>
                <a:cxn ang="0">
                  <a:pos x="191" y="64"/>
                </a:cxn>
                <a:cxn ang="0">
                  <a:pos x="102" y="99"/>
                </a:cxn>
                <a:cxn ang="0">
                  <a:pos x="58" y="117"/>
                </a:cxn>
                <a:cxn ang="0">
                  <a:pos x="15" y="137"/>
                </a:cxn>
                <a:cxn ang="0">
                  <a:pos x="15" y="137"/>
                </a:cxn>
                <a:cxn ang="0">
                  <a:pos x="11" y="136"/>
                </a:cxn>
                <a:cxn ang="0">
                  <a:pos x="10" y="137"/>
                </a:cxn>
                <a:cxn ang="0">
                  <a:pos x="8" y="138"/>
                </a:cxn>
                <a:cxn ang="0">
                  <a:pos x="2" y="144"/>
                </a:cxn>
                <a:cxn ang="0">
                  <a:pos x="2" y="144"/>
                </a:cxn>
                <a:cxn ang="0">
                  <a:pos x="0" y="145"/>
                </a:cxn>
                <a:cxn ang="0">
                  <a:pos x="0" y="147"/>
                </a:cxn>
                <a:cxn ang="0">
                  <a:pos x="2" y="151"/>
                </a:cxn>
                <a:cxn ang="0">
                  <a:pos x="4" y="153"/>
                </a:cxn>
                <a:cxn ang="0">
                  <a:pos x="7" y="153"/>
                </a:cxn>
                <a:cxn ang="0">
                  <a:pos x="8" y="153"/>
                </a:cxn>
                <a:cxn ang="0">
                  <a:pos x="8" y="153"/>
                </a:cxn>
                <a:cxn ang="0">
                  <a:pos x="54" y="132"/>
                </a:cxn>
                <a:cxn ang="0">
                  <a:pos x="101" y="112"/>
                </a:cxn>
                <a:cxn ang="0">
                  <a:pos x="194" y="76"/>
                </a:cxn>
                <a:cxn ang="0">
                  <a:pos x="194" y="76"/>
                </a:cxn>
                <a:cxn ang="0">
                  <a:pos x="215" y="66"/>
                </a:cxn>
                <a:cxn ang="0">
                  <a:pos x="237" y="59"/>
                </a:cxn>
                <a:cxn ang="0">
                  <a:pos x="282" y="44"/>
                </a:cxn>
                <a:cxn ang="0">
                  <a:pos x="282" y="44"/>
                </a:cxn>
                <a:cxn ang="0">
                  <a:pos x="304" y="35"/>
                </a:cxn>
                <a:cxn ang="0">
                  <a:pos x="326" y="25"/>
                </a:cxn>
                <a:cxn ang="0">
                  <a:pos x="348" y="15"/>
                </a:cxn>
                <a:cxn ang="0">
                  <a:pos x="360" y="13"/>
                </a:cxn>
                <a:cxn ang="0">
                  <a:pos x="372" y="10"/>
                </a:cxn>
                <a:cxn ang="0">
                  <a:pos x="372" y="10"/>
                </a:cxn>
                <a:cxn ang="0">
                  <a:pos x="373" y="10"/>
                </a:cxn>
                <a:cxn ang="0">
                  <a:pos x="376" y="9"/>
                </a:cxn>
                <a:cxn ang="0">
                  <a:pos x="377" y="5"/>
                </a:cxn>
                <a:cxn ang="0">
                  <a:pos x="377" y="2"/>
                </a:cxn>
                <a:cxn ang="0">
                  <a:pos x="376" y="1"/>
                </a:cxn>
                <a:cxn ang="0">
                  <a:pos x="373" y="0"/>
                </a:cxn>
                <a:cxn ang="0">
                  <a:pos x="372" y="0"/>
                </a:cxn>
                <a:cxn ang="0">
                  <a:pos x="372" y="0"/>
                </a:cxn>
              </a:cxnLst>
              <a:rect l="0" t="0" r="r" b="b"/>
              <a:pathLst>
                <a:path w="377" h="153">
                  <a:moveTo>
                    <a:pt x="372" y="0"/>
                  </a:moveTo>
                  <a:lnTo>
                    <a:pt x="372" y="0"/>
                  </a:lnTo>
                  <a:lnTo>
                    <a:pt x="361" y="1"/>
                  </a:lnTo>
                  <a:lnTo>
                    <a:pt x="352" y="4"/>
                  </a:lnTo>
                  <a:lnTo>
                    <a:pt x="334" y="10"/>
                  </a:lnTo>
                  <a:lnTo>
                    <a:pt x="297" y="26"/>
                  </a:lnTo>
                  <a:lnTo>
                    <a:pt x="297" y="26"/>
                  </a:lnTo>
                  <a:lnTo>
                    <a:pt x="271" y="36"/>
                  </a:lnTo>
                  <a:lnTo>
                    <a:pt x="244" y="45"/>
                  </a:lnTo>
                  <a:lnTo>
                    <a:pt x="218" y="55"/>
                  </a:lnTo>
                  <a:lnTo>
                    <a:pt x="191" y="64"/>
                  </a:lnTo>
                  <a:lnTo>
                    <a:pt x="191" y="64"/>
                  </a:lnTo>
                  <a:lnTo>
                    <a:pt x="102" y="99"/>
                  </a:lnTo>
                  <a:lnTo>
                    <a:pt x="58" y="117"/>
                  </a:lnTo>
                  <a:lnTo>
                    <a:pt x="15" y="137"/>
                  </a:lnTo>
                  <a:lnTo>
                    <a:pt x="15" y="137"/>
                  </a:lnTo>
                  <a:lnTo>
                    <a:pt x="11" y="136"/>
                  </a:lnTo>
                  <a:lnTo>
                    <a:pt x="10" y="137"/>
                  </a:lnTo>
                  <a:lnTo>
                    <a:pt x="8" y="138"/>
                  </a:lnTo>
                  <a:lnTo>
                    <a:pt x="2" y="144"/>
                  </a:lnTo>
                  <a:lnTo>
                    <a:pt x="2" y="144"/>
                  </a:lnTo>
                  <a:lnTo>
                    <a:pt x="0" y="145"/>
                  </a:lnTo>
                  <a:lnTo>
                    <a:pt x="0" y="147"/>
                  </a:lnTo>
                  <a:lnTo>
                    <a:pt x="2" y="151"/>
                  </a:lnTo>
                  <a:lnTo>
                    <a:pt x="4" y="153"/>
                  </a:lnTo>
                  <a:lnTo>
                    <a:pt x="7" y="153"/>
                  </a:lnTo>
                  <a:lnTo>
                    <a:pt x="8" y="153"/>
                  </a:lnTo>
                  <a:lnTo>
                    <a:pt x="8" y="153"/>
                  </a:lnTo>
                  <a:lnTo>
                    <a:pt x="54" y="132"/>
                  </a:lnTo>
                  <a:lnTo>
                    <a:pt x="101" y="112"/>
                  </a:lnTo>
                  <a:lnTo>
                    <a:pt x="194" y="76"/>
                  </a:lnTo>
                  <a:lnTo>
                    <a:pt x="194" y="76"/>
                  </a:lnTo>
                  <a:lnTo>
                    <a:pt x="215" y="66"/>
                  </a:lnTo>
                  <a:lnTo>
                    <a:pt x="237" y="59"/>
                  </a:lnTo>
                  <a:lnTo>
                    <a:pt x="282" y="44"/>
                  </a:lnTo>
                  <a:lnTo>
                    <a:pt x="282" y="44"/>
                  </a:lnTo>
                  <a:lnTo>
                    <a:pt x="304" y="35"/>
                  </a:lnTo>
                  <a:lnTo>
                    <a:pt x="326" y="25"/>
                  </a:lnTo>
                  <a:lnTo>
                    <a:pt x="348" y="15"/>
                  </a:lnTo>
                  <a:lnTo>
                    <a:pt x="360" y="13"/>
                  </a:lnTo>
                  <a:lnTo>
                    <a:pt x="372" y="10"/>
                  </a:lnTo>
                  <a:lnTo>
                    <a:pt x="372" y="10"/>
                  </a:lnTo>
                  <a:lnTo>
                    <a:pt x="373" y="10"/>
                  </a:lnTo>
                  <a:lnTo>
                    <a:pt x="376" y="9"/>
                  </a:lnTo>
                  <a:lnTo>
                    <a:pt x="377" y="5"/>
                  </a:lnTo>
                  <a:lnTo>
                    <a:pt x="377" y="2"/>
                  </a:lnTo>
                  <a:lnTo>
                    <a:pt x="376" y="1"/>
                  </a:lnTo>
                  <a:lnTo>
                    <a:pt x="373" y="0"/>
                  </a:lnTo>
                  <a:lnTo>
                    <a:pt x="372" y="0"/>
                  </a:lnTo>
                  <a:lnTo>
                    <a:pt x="37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2" name="Freeform 389"/>
            <p:cNvSpPr/>
            <p:nvPr/>
          </p:nvSpPr>
          <p:spPr bwMode="auto">
            <a:xfrm>
              <a:off x="5649914" y="1543051"/>
              <a:ext cx="96838" cy="36513"/>
            </a:xfrm>
            <a:custGeom>
              <a:avLst/>
              <a:gdLst/>
              <a:ahLst/>
              <a:cxnLst>
                <a:cxn ang="0">
                  <a:pos x="238" y="0"/>
                </a:cxn>
                <a:cxn ang="0">
                  <a:pos x="238" y="0"/>
                </a:cxn>
                <a:cxn ang="0">
                  <a:pos x="226" y="4"/>
                </a:cxn>
                <a:cxn ang="0">
                  <a:pos x="214" y="9"/>
                </a:cxn>
                <a:cxn ang="0">
                  <a:pos x="201" y="14"/>
                </a:cxn>
                <a:cxn ang="0">
                  <a:pos x="194" y="15"/>
                </a:cxn>
                <a:cxn ang="0">
                  <a:pos x="188" y="17"/>
                </a:cxn>
                <a:cxn ang="0">
                  <a:pos x="188" y="17"/>
                </a:cxn>
                <a:cxn ang="0">
                  <a:pos x="174" y="19"/>
                </a:cxn>
                <a:cxn ang="0">
                  <a:pos x="158" y="25"/>
                </a:cxn>
                <a:cxn ang="0">
                  <a:pos x="130" y="36"/>
                </a:cxn>
                <a:cxn ang="0">
                  <a:pos x="130" y="36"/>
                </a:cxn>
                <a:cxn ang="0">
                  <a:pos x="115" y="42"/>
                </a:cxn>
                <a:cxn ang="0">
                  <a:pos x="99" y="49"/>
                </a:cxn>
                <a:cxn ang="0">
                  <a:pos x="69" y="62"/>
                </a:cxn>
                <a:cxn ang="0">
                  <a:pos x="53" y="69"/>
                </a:cxn>
                <a:cxn ang="0">
                  <a:pos x="38" y="74"/>
                </a:cxn>
                <a:cxn ang="0">
                  <a:pos x="22" y="78"/>
                </a:cxn>
                <a:cxn ang="0">
                  <a:pos x="6" y="79"/>
                </a:cxn>
                <a:cxn ang="0">
                  <a:pos x="6" y="79"/>
                </a:cxn>
                <a:cxn ang="0">
                  <a:pos x="4" y="81"/>
                </a:cxn>
                <a:cxn ang="0">
                  <a:pos x="1" y="82"/>
                </a:cxn>
                <a:cxn ang="0">
                  <a:pos x="0" y="86"/>
                </a:cxn>
                <a:cxn ang="0">
                  <a:pos x="1" y="90"/>
                </a:cxn>
                <a:cxn ang="0">
                  <a:pos x="4" y="91"/>
                </a:cxn>
                <a:cxn ang="0">
                  <a:pos x="6" y="91"/>
                </a:cxn>
                <a:cxn ang="0">
                  <a:pos x="6" y="91"/>
                </a:cxn>
                <a:cxn ang="0">
                  <a:pos x="21" y="90"/>
                </a:cxn>
                <a:cxn ang="0">
                  <a:pos x="35" y="87"/>
                </a:cxn>
                <a:cxn ang="0">
                  <a:pos x="49" y="82"/>
                </a:cxn>
                <a:cxn ang="0">
                  <a:pos x="64" y="78"/>
                </a:cxn>
                <a:cxn ang="0">
                  <a:pos x="92" y="65"/>
                </a:cxn>
                <a:cxn ang="0">
                  <a:pos x="119" y="53"/>
                </a:cxn>
                <a:cxn ang="0">
                  <a:pos x="119" y="53"/>
                </a:cxn>
                <a:cxn ang="0">
                  <a:pos x="137" y="44"/>
                </a:cxn>
                <a:cxn ang="0">
                  <a:pos x="157" y="38"/>
                </a:cxn>
                <a:cxn ang="0">
                  <a:pos x="176" y="31"/>
                </a:cxn>
                <a:cxn ang="0">
                  <a:pos x="194" y="28"/>
                </a:cxn>
                <a:cxn ang="0">
                  <a:pos x="194" y="28"/>
                </a:cxn>
                <a:cxn ang="0">
                  <a:pos x="201" y="27"/>
                </a:cxn>
                <a:cxn ang="0">
                  <a:pos x="208" y="25"/>
                </a:cxn>
                <a:cxn ang="0">
                  <a:pos x="218" y="21"/>
                </a:cxn>
                <a:cxn ang="0">
                  <a:pos x="230" y="15"/>
                </a:cxn>
                <a:cxn ang="0">
                  <a:pos x="242" y="11"/>
                </a:cxn>
                <a:cxn ang="0">
                  <a:pos x="242" y="11"/>
                </a:cxn>
                <a:cxn ang="0">
                  <a:pos x="243" y="10"/>
                </a:cxn>
                <a:cxn ang="0">
                  <a:pos x="244" y="9"/>
                </a:cxn>
                <a:cxn ang="0">
                  <a:pos x="246" y="6"/>
                </a:cxn>
                <a:cxn ang="0">
                  <a:pos x="246" y="5"/>
                </a:cxn>
                <a:cxn ang="0">
                  <a:pos x="243" y="1"/>
                </a:cxn>
                <a:cxn ang="0">
                  <a:pos x="240" y="0"/>
                </a:cxn>
                <a:cxn ang="0">
                  <a:pos x="238" y="0"/>
                </a:cxn>
                <a:cxn ang="0">
                  <a:pos x="238" y="0"/>
                </a:cxn>
              </a:cxnLst>
              <a:rect l="0" t="0" r="r" b="b"/>
              <a:pathLst>
                <a:path w="246" h="91">
                  <a:moveTo>
                    <a:pt x="238" y="0"/>
                  </a:moveTo>
                  <a:lnTo>
                    <a:pt x="238" y="0"/>
                  </a:lnTo>
                  <a:lnTo>
                    <a:pt x="226" y="4"/>
                  </a:lnTo>
                  <a:lnTo>
                    <a:pt x="214" y="9"/>
                  </a:lnTo>
                  <a:lnTo>
                    <a:pt x="201" y="14"/>
                  </a:lnTo>
                  <a:lnTo>
                    <a:pt x="194" y="15"/>
                  </a:lnTo>
                  <a:lnTo>
                    <a:pt x="188" y="17"/>
                  </a:lnTo>
                  <a:lnTo>
                    <a:pt x="188" y="17"/>
                  </a:lnTo>
                  <a:lnTo>
                    <a:pt x="174" y="19"/>
                  </a:lnTo>
                  <a:lnTo>
                    <a:pt x="158" y="25"/>
                  </a:lnTo>
                  <a:lnTo>
                    <a:pt x="130" y="36"/>
                  </a:lnTo>
                  <a:lnTo>
                    <a:pt x="130" y="36"/>
                  </a:lnTo>
                  <a:lnTo>
                    <a:pt x="115" y="42"/>
                  </a:lnTo>
                  <a:lnTo>
                    <a:pt x="99" y="49"/>
                  </a:lnTo>
                  <a:lnTo>
                    <a:pt x="69" y="62"/>
                  </a:lnTo>
                  <a:lnTo>
                    <a:pt x="53" y="69"/>
                  </a:lnTo>
                  <a:lnTo>
                    <a:pt x="38" y="74"/>
                  </a:lnTo>
                  <a:lnTo>
                    <a:pt x="22" y="78"/>
                  </a:lnTo>
                  <a:lnTo>
                    <a:pt x="6" y="79"/>
                  </a:lnTo>
                  <a:lnTo>
                    <a:pt x="6" y="79"/>
                  </a:lnTo>
                  <a:lnTo>
                    <a:pt x="4" y="81"/>
                  </a:lnTo>
                  <a:lnTo>
                    <a:pt x="1" y="82"/>
                  </a:lnTo>
                  <a:lnTo>
                    <a:pt x="0" y="86"/>
                  </a:lnTo>
                  <a:lnTo>
                    <a:pt x="1" y="90"/>
                  </a:lnTo>
                  <a:lnTo>
                    <a:pt x="4" y="91"/>
                  </a:lnTo>
                  <a:lnTo>
                    <a:pt x="6" y="91"/>
                  </a:lnTo>
                  <a:lnTo>
                    <a:pt x="6" y="91"/>
                  </a:lnTo>
                  <a:lnTo>
                    <a:pt x="21" y="90"/>
                  </a:lnTo>
                  <a:lnTo>
                    <a:pt x="35" y="87"/>
                  </a:lnTo>
                  <a:lnTo>
                    <a:pt x="49" y="82"/>
                  </a:lnTo>
                  <a:lnTo>
                    <a:pt x="64" y="78"/>
                  </a:lnTo>
                  <a:lnTo>
                    <a:pt x="92" y="65"/>
                  </a:lnTo>
                  <a:lnTo>
                    <a:pt x="119" y="53"/>
                  </a:lnTo>
                  <a:lnTo>
                    <a:pt x="119" y="53"/>
                  </a:lnTo>
                  <a:lnTo>
                    <a:pt x="137" y="44"/>
                  </a:lnTo>
                  <a:lnTo>
                    <a:pt x="157" y="38"/>
                  </a:lnTo>
                  <a:lnTo>
                    <a:pt x="176" y="31"/>
                  </a:lnTo>
                  <a:lnTo>
                    <a:pt x="194" y="28"/>
                  </a:lnTo>
                  <a:lnTo>
                    <a:pt x="194" y="28"/>
                  </a:lnTo>
                  <a:lnTo>
                    <a:pt x="201" y="27"/>
                  </a:lnTo>
                  <a:lnTo>
                    <a:pt x="208" y="25"/>
                  </a:lnTo>
                  <a:lnTo>
                    <a:pt x="218" y="21"/>
                  </a:lnTo>
                  <a:lnTo>
                    <a:pt x="230" y="15"/>
                  </a:lnTo>
                  <a:lnTo>
                    <a:pt x="242" y="11"/>
                  </a:lnTo>
                  <a:lnTo>
                    <a:pt x="242" y="11"/>
                  </a:lnTo>
                  <a:lnTo>
                    <a:pt x="243" y="10"/>
                  </a:lnTo>
                  <a:lnTo>
                    <a:pt x="244" y="9"/>
                  </a:lnTo>
                  <a:lnTo>
                    <a:pt x="246" y="6"/>
                  </a:lnTo>
                  <a:lnTo>
                    <a:pt x="246" y="5"/>
                  </a:lnTo>
                  <a:lnTo>
                    <a:pt x="243" y="1"/>
                  </a:lnTo>
                  <a:lnTo>
                    <a:pt x="240" y="0"/>
                  </a:lnTo>
                  <a:lnTo>
                    <a:pt x="238" y="0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3" name="Freeform 390"/>
            <p:cNvSpPr/>
            <p:nvPr/>
          </p:nvSpPr>
          <p:spPr bwMode="auto">
            <a:xfrm>
              <a:off x="5273676" y="1162051"/>
              <a:ext cx="122238" cy="95250"/>
            </a:xfrm>
            <a:custGeom>
              <a:avLst/>
              <a:gdLst/>
              <a:ahLst/>
              <a:cxnLst>
                <a:cxn ang="0">
                  <a:pos x="298" y="1"/>
                </a:cxn>
                <a:cxn ang="0">
                  <a:pos x="298" y="1"/>
                </a:cxn>
                <a:cxn ang="0">
                  <a:pos x="277" y="21"/>
                </a:cxn>
                <a:cxn ang="0">
                  <a:pos x="256" y="39"/>
                </a:cxn>
                <a:cxn ang="0">
                  <a:pos x="234" y="56"/>
                </a:cxn>
                <a:cxn ang="0">
                  <a:pos x="210" y="72"/>
                </a:cxn>
                <a:cxn ang="0">
                  <a:pos x="163" y="103"/>
                </a:cxn>
                <a:cxn ang="0">
                  <a:pos x="116" y="136"/>
                </a:cxn>
                <a:cxn ang="0">
                  <a:pos x="116" y="136"/>
                </a:cxn>
                <a:cxn ang="0">
                  <a:pos x="96" y="152"/>
                </a:cxn>
                <a:cxn ang="0">
                  <a:pos x="77" y="167"/>
                </a:cxn>
                <a:cxn ang="0">
                  <a:pos x="56" y="183"/>
                </a:cxn>
                <a:cxn ang="0">
                  <a:pos x="35" y="198"/>
                </a:cxn>
                <a:cxn ang="0">
                  <a:pos x="35" y="198"/>
                </a:cxn>
                <a:cxn ang="0">
                  <a:pos x="24" y="204"/>
                </a:cxn>
                <a:cxn ang="0">
                  <a:pos x="14" y="212"/>
                </a:cxn>
                <a:cxn ang="0">
                  <a:pos x="6" y="221"/>
                </a:cxn>
                <a:cxn ang="0">
                  <a:pos x="2" y="226"/>
                </a:cxn>
                <a:cxn ang="0">
                  <a:pos x="0" y="233"/>
                </a:cxn>
                <a:cxn ang="0">
                  <a:pos x="0" y="233"/>
                </a:cxn>
                <a:cxn ang="0">
                  <a:pos x="0" y="235"/>
                </a:cxn>
                <a:cxn ang="0">
                  <a:pos x="0" y="237"/>
                </a:cxn>
                <a:cxn ang="0">
                  <a:pos x="1" y="238"/>
                </a:cxn>
                <a:cxn ang="0">
                  <a:pos x="3" y="239"/>
                </a:cxn>
                <a:cxn ang="0">
                  <a:pos x="7" y="239"/>
                </a:cxn>
                <a:cxn ang="0">
                  <a:pos x="9" y="238"/>
                </a:cxn>
                <a:cxn ang="0">
                  <a:pos x="10" y="235"/>
                </a:cxn>
                <a:cxn ang="0">
                  <a:pos x="10" y="235"/>
                </a:cxn>
                <a:cxn ang="0">
                  <a:pos x="14" y="229"/>
                </a:cxn>
                <a:cxn ang="0">
                  <a:pos x="19" y="222"/>
                </a:cxn>
                <a:cxn ang="0">
                  <a:pos x="26" y="216"/>
                </a:cxn>
                <a:cxn ang="0">
                  <a:pos x="34" y="211"/>
                </a:cxn>
                <a:cxn ang="0">
                  <a:pos x="49" y="201"/>
                </a:cxn>
                <a:cxn ang="0">
                  <a:pos x="62" y="194"/>
                </a:cxn>
                <a:cxn ang="0">
                  <a:pos x="62" y="194"/>
                </a:cxn>
                <a:cxn ang="0">
                  <a:pos x="83" y="178"/>
                </a:cxn>
                <a:cxn ang="0">
                  <a:pos x="103" y="161"/>
                </a:cxn>
                <a:cxn ang="0">
                  <a:pos x="124" y="145"/>
                </a:cxn>
                <a:cxn ang="0">
                  <a:pos x="145" y="130"/>
                </a:cxn>
                <a:cxn ang="0">
                  <a:pos x="145" y="130"/>
                </a:cxn>
                <a:cxn ang="0">
                  <a:pos x="187" y="102"/>
                </a:cxn>
                <a:cxn ang="0">
                  <a:pos x="228" y="73"/>
                </a:cxn>
                <a:cxn ang="0">
                  <a:pos x="249" y="59"/>
                </a:cxn>
                <a:cxn ang="0">
                  <a:pos x="269" y="43"/>
                </a:cxn>
                <a:cxn ang="0">
                  <a:pos x="287" y="26"/>
                </a:cxn>
                <a:cxn ang="0">
                  <a:pos x="306" y="9"/>
                </a:cxn>
                <a:cxn ang="0">
                  <a:pos x="306" y="9"/>
                </a:cxn>
                <a:cxn ang="0">
                  <a:pos x="307" y="8"/>
                </a:cxn>
                <a:cxn ang="0">
                  <a:pos x="307" y="5"/>
                </a:cxn>
                <a:cxn ang="0">
                  <a:pos x="306" y="1"/>
                </a:cxn>
                <a:cxn ang="0">
                  <a:pos x="302" y="0"/>
                </a:cxn>
                <a:cxn ang="0">
                  <a:pos x="300" y="0"/>
                </a:cxn>
                <a:cxn ang="0">
                  <a:pos x="298" y="1"/>
                </a:cxn>
                <a:cxn ang="0">
                  <a:pos x="298" y="1"/>
                </a:cxn>
              </a:cxnLst>
              <a:rect l="0" t="0" r="r" b="b"/>
              <a:pathLst>
                <a:path w="307" h="239">
                  <a:moveTo>
                    <a:pt x="298" y="1"/>
                  </a:moveTo>
                  <a:lnTo>
                    <a:pt x="298" y="1"/>
                  </a:lnTo>
                  <a:lnTo>
                    <a:pt x="277" y="21"/>
                  </a:lnTo>
                  <a:lnTo>
                    <a:pt x="256" y="39"/>
                  </a:lnTo>
                  <a:lnTo>
                    <a:pt x="234" y="56"/>
                  </a:lnTo>
                  <a:lnTo>
                    <a:pt x="210" y="72"/>
                  </a:lnTo>
                  <a:lnTo>
                    <a:pt x="163" y="103"/>
                  </a:lnTo>
                  <a:lnTo>
                    <a:pt x="116" y="136"/>
                  </a:lnTo>
                  <a:lnTo>
                    <a:pt x="116" y="136"/>
                  </a:lnTo>
                  <a:lnTo>
                    <a:pt x="96" y="152"/>
                  </a:lnTo>
                  <a:lnTo>
                    <a:pt x="77" y="167"/>
                  </a:lnTo>
                  <a:lnTo>
                    <a:pt x="56" y="183"/>
                  </a:lnTo>
                  <a:lnTo>
                    <a:pt x="35" y="198"/>
                  </a:lnTo>
                  <a:lnTo>
                    <a:pt x="35" y="198"/>
                  </a:lnTo>
                  <a:lnTo>
                    <a:pt x="24" y="204"/>
                  </a:lnTo>
                  <a:lnTo>
                    <a:pt x="14" y="212"/>
                  </a:lnTo>
                  <a:lnTo>
                    <a:pt x="6" y="221"/>
                  </a:lnTo>
                  <a:lnTo>
                    <a:pt x="2" y="226"/>
                  </a:lnTo>
                  <a:lnTo>
                    <a:pt x="0" y="233"/>
                  </a:lnTo>
                  <a:lnTo>
                    <a:pt x="0" y="233"/>
                  </a:lnTo>
                  <a:lnTo>
                    <a:pt x="0" y="235"/>
                  </a:lnTo>
                  <a:lnTo>
                    <a:pt x="0" y="237"/>
                  </a:lnTo>
                  <a:lnTo>
                    <a:pt x="1" y="238"/>
                  </a:lnTo>
                  <a:lnTo>
                    <a:pt x="3" y="239"/>
                  </a:lnTo>
                  <a:lnTo>
                    <a:pt x="7" y="239"/>
                  </a:lnTo>
                  <a:lnTo>
                    <a:pt x="9" y="238"/>
                  </a:lnTo>
                  <a:lnTo>
                    <a:pt x="10" y="235"/>
                  </a:lnTo>
                  <a:lnTo>
                    <a:pt x="10" y="235"/>
                  </a:lnTo>
                  <a:lnTo>
                    <a:pt x="14" y="229"/>
                  </a:lnTo>
                  <a:lnTo>
                    <a:pt x="19" y="222"/>
                  </a:lnTo>
                  <a:lnTo>
                    <a:pt x="26" y="216"/>
                  </a:lnTo>
                  <a:lnTo>
                    <a:pt x="34" y="211"/>
                  </a:lnTo>
                  <a:lnTo>
                    <a:pt x="49" y="201"/>
                  </a:lnTo>
                  <a:lnTo>
                    <a:pt x="62" y="194"/>
                  </a:lnTo>
                  <a:lnTo>
                    <a:pt x="62" y="194"/>
                  </a:lnTo>
                  <a:lnTo>
                    <a:pt x="83" y="178"/>
                  </a:lnTo>
                  <a:lnTo>
                    <a:pt x="103" y="161"/>
                  </a:lnTo>
                  <a:lnTo>
                    <a:pt x="124" y="145"/>
                  </a:lnTo>
                  <a:lnTo>
                    <a:pt x="145" y="130"/>
                  </a:lnTo>
                  <a:lnTo>
                    <a:pt x="145" y="130"/>
                  </a:lnTo>
                  <a:lnTo>
                    <a:pt x="187" y="102"/>
                  </a:lnTo>
                  <a:lnTo>
                    <a:pt x="228" y="73"/>
                  </a:lnTo>
                  <a:lnTo>
                    <a:pt x="249" y="59"/>
                  </a:lnTo>
                  <a:lnTo>
                    <a:pt x="269" y="43"/>
                  </a:lnTo>
                  <a:lnTo>
                    <a:pt x="287" y="26"/>
                  </a:lnTo>
                  <a:lnTo>
                    <a:pt x="306" y="9"/>
                  </a:lnTo>
                  <a:lnTo>
                    <a:pt x="306" y="9"/>
                  </a:lnTo>
                  <a:lnTo>
                    <a:pt x="307" y="8"/>
                  </a:lnTo>
                  <a:lnTo>
                    <a:pt x="307" y="5"/>
                  </a:lnTo>
                  <a:lnTo>
                    <a:pt x="306" y="1"/>
                  </a:lnTo>
                  <a:lnTo>
                    <a:pt x="302" y="0"/>
                  </a:lnTo>
                  <a:lnTo>
                    <a:pt x="300" y="0"/>
                  </a:lnTo>
                  <a:lnTo>
                    <a:pt x="298" y="1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4" name="Freeform 391"/>
            <p:cNvSpPr/>
            <p:nvPr/>
          </p:nvSpPr>
          <p:spPr bwMode="auto">
            <a:xfrm>
              <a:off x="5329239" y="1193801"/>
              <a:ext cx="87313" cy="68263"/>
            </a:xfrm>
            <a:custGeom>
              <a:avLst/>
              <a:gdLst/>
              <a:ahLst/>
              <a:cxnLst>
                <a:cxn ang="0">
                  <a:pos x="210" y="0"/>
                </a:cxn>
                <a:cxn ang="0">
                  <a:pos x="210" y="0"/>
                </a:cxn>
                <a:cxn ang="0">
                  <a:pos x="203" y="2"/>
                </a:cxn>
                <a:cxn ang="0">
                  <a:pos x="193" y="5"/>
                </a:cxn>
                <a:cxn ang="0">
                  <a:pos x="176" y="13"/>
                </a:cxn>
                <a:cxn ang="0">
                  <a:pos x="161" y="22"/>
                </a:cxn>
                <a:cxn ang="0">
                  <a:pos x="145" y="34"/>
                </a:cxn>
                <a:cxn ang="0">
                  <a:pos x="116" y="59"/>
                </a:cxn>
                <a:cxn ang="0">
                  <a:pos x="87" y="81"/>
                </a:cxn>
                <a:cxn ang="0">
                  <a:pos x="87" y="81"/>
                </a:cxn>
                <a:cxn ang="0">
                  <a:pos x="56" y="106"/>
                </a:cxn>
                <a:cxn ang="0">
                  <a:pos x="40" y="119"/>
                </a:cxn>
                <a:cxn ang="0">
                  <a:pos x="26" y="133"/>
                </a:cxn>
                <a:cxn ang="0">
                  <a:pos x="26" y="133"/>
                </a:cxn>
                <a:cxn ang="0">
                  <a:pos x="12" y="146"/>
                </a:cxn>
                <a:cxn ang="0">
                  <a:pos x="5" y="154"/>
                </a:cxn>
                <a:cxn ang="0">
                  <a:pos x="0" y="163"/>
                </a:cxn>
                <a:cxn ang="0">
                  <a:pos x="0" y="163"/>
                </a:cxn>
                <a:cxn ang="0">
                  <a:pos x="0" y="166"/>
                </a:cxn>
                <a:cxn ang="0">
                  <a:pos x="1" y="169"/>
                </a:cxn>
                <a:cxn ang="0">
                  <a:pos x="1" y="169"/>
                </a:cxn>
                <a:cxn ang="0">
                  <a:pos x="2" y="170"/>
                </a:cxn>
                <a:cxn ang="0">
                  <a:pos x="2" y="170"/>
                </a:cxn>
                <a:cxn ang="0">
                  <a:pos x="5" y="171"/>
                </a:cxn>
                <a:cxn ang="0">
                  <a:pos x="6" y="171"/>
                </a:cxn>
                <a:cxn ang="0">
                  <a:pos x="10" y="169"/>
                </a:cxn>
                <a:cxn ang="0">
                  <a:pos x="12" y="167"/>
                </a:cxn>
                <a:cxn ang="0">
                  <a:pos x="13" y="166"/>
                </a:cxn>
                <a:cxn ang="0">
                  <a:pos x="12" y="163"/>
                </a:cxn>
                <a:cxn ang="0">
                  <a:pos x="10" y="162"/>
                </a:cxn>
                <a:cxn ang="0">
                  <a:pos x="10" y="162"/>
                </a:cxn>
                <a:cxn ang="0">
                  <a:pos x="102" y="85"/>
                </a:cxn>
                <a:cxn ang="0">
                  <a:pos x="102" y="85"/>
                </a:cxn>
                <a:cxn ang="0">
                  <a:pos x="127" y="64"/>
                </a:cxn>
                <a:cxn ang="0">
                  <a:pos x="154" y="42"/>
                </a:cxn>
                <a:cxn ang="0">
                  <a:pos x="169" y="31"/>
                </a:cxn>
                <a:cxn ang="0">
                  <a:pos x="183" y="22"/>
                </a:cxn>
                <a:cxn ang="0">
                  <a:pos x="197" y="16"/>
                </a:cxn>
                <a:cxn ang="0">
                  <a:pos x="213" y="12"/>
                </a:cxn>
                <a:cxn ang="0">
                  <a:pos x="213" y="12"/>
                </a:cxn>
                <a:cxn ang="0">
                  <a:pos x="216" y="10"/>
                </a:cxn>
                <a:cxn ang="0">
                  <a:pos x="217" y="9"/>
                </a:cxn>
                <a:cxn ang="0">
                  <a:pos x="218" y="6"/>
                </a:cxn>
                <a:cxn ang="0">
                  <a:pos x="217" y="5"/>
                </a:cxn>
                <a:cxn ang="0">
                  <a:pos x="216" y="1"/>
                </a:cxn>
                <a:cxn ang="0">
                  <a:pos x="213" y="0"/>
                </a:cxn>
                <a:cxn ang="0">
                  <a:pos x="210" y="0"/>
                </a:cxn>
                <a:cxn ang="0">
                  <a:pos x="210" y="0"/>
                </a:cxn>
              </a:cxnLst>
              <a:rect l="0" t="0" r="r" b="b"/>
              <a:pathLst>
                <a:path w="218" h="171">
                  <a:moveTo>
                    <a:pt x="210" y="0"/>
                  </a:moveTo>
                  <a:lnTo>
                    <a:pt x="210" y="0"/>
                  </a:lnTo>
                  <a:lnTo>
                    <a:pt x="203" y="2"/>
                  </a:lnTo>
                  <a:lnTo>
                    <a:pt x="193" y="5"/>
                  </a:lnTo>
                  <a:lnTo>
                    <a:pt x="176" y="13"/>
                  </a:lnTo>
                  <a:lnTo>
                    <a:pt x="161" y="22"/>
                  </a:lnTo>
                  <a:lnTo>
                    <a:pt x="145" y="34"/>
                  </a:lnTo>
                  <a:lnTo>
                    <a:pt x="116" y="59"/>
                  </a:lnTo>
                  <a:lnTo>
                    <a:pt x="87" y="81"/>
                  </a:lnTo>
                  <a:lnTo>
                    <a:pt x="87" y="81"/>
                  </a:lnTo>
                  <a:lnTo>
                    <a:pt x="56" y="106"/>
                  </a:lnTo>
                  <a:lnTo>
                    <a:pt x="40" y="119"/>
                  </a:lnTo>
                  <a:lnTo>
                    <a:pt x="26" y="133"/>
                  </a:lnTo>
                  <a:lnTo>
                    <a:pt x="26" y="133"/>
                  </a:lnTo>
                  <a:lnTo>
                    <a:pt x="12" y="146"/>
                  </a:lnTo>
                  <a:lnTo>
                    <a:pt x="5" y="154"/>
                  </a:lnTo>
                  <a:lnTo>
                    <a:pt x="0" y="163"/>
                  </a:lnTo>
                  <a:lnTo>
                    <a:pt x="0" y="163"/>
                  </a:lnTo>
                  <a:lnTo>
                    <a:pt x="0" y="166"/>
                  </a:lnTo>
                  <a:lnTo>
                    <a:pt x="1" y="169"/>
                  </a:lnTo>
                  <a:lnTo>
                    <a:pt x="1" y="169"/>
                  </a:lnTo>
                  <a:lnTo>
                    <a:pt x="2" y="170"/>
                  </a:lnTo>
                  <a:lnTo>
                    <a:pt x="2" y="170"/>
                  </a:lnTo>
                  <a:lnTo>
                    <a:pt x="5" y="171"/>
                  </a:lnTo>
                  <a:lnTo>
                    <a:pt x="6" y="171"/>
                  </a:lnTo>
                  <a:lnTo>
                    <a:pt x="10" y="169"/>
                  </a:lnTo>
                  <a:lnTo>
                    <a:pt x="12" y="167"/>
                  </a:lnTo>
                  <a:lnTo>
                    <a:pt x="13" y="166"/>
                  </a:lnTo>
                  <a:lnTo>
                    <a:pt x="12" y="163"/>
                  </a:lnTo>
                  <a:lnTo>
                    <a:pt x="10" y="162"/>
                  </a:lnTo>
                  <a:lnTo>
                    <a:pt x="10" y="162"/>
                  </a:lnTo>
                  <a:lnTo>
                    <a:pt x="102" y="85"/>
                  </a:lnTo>
                  <a:lnTo>
                    <a:pt x="102" y="85"/>
                  </a:lnTo>
                  <a:lnTo>
                    <a:pt x="127" y="64"/>
                  </a:lnTo>
                  <a:lnTo>
                    <a:pt x="154" y="42"/>
                  </a:lnTo>
                  <a:lnTo>
                    <a:pt x="169" y="31"/>
                  </a:lnTo>
                  <a:lnTo>
                    <a:pt x="183" y="22"/>
                  </a:lnTo>
                  <a:lnTo>
                    <a:pt x="197" y="16"/>
                  </a:lnTo>
                  <a:lnTo>
                    <a:pt x="213" y="12"/>
                  </a:lnTo>
                  <a:lnTo>
                    <a:pt x="213" y="12"/>
                  </a:lnTo>
                  <a:lnTo>
                    <a:pt x="216" y="10"/>
                  </a:lnTo>
                  <a:lnTo>
                    <a:pt x="217" y="9"/>
                  </a:lnTo>
                  <a:lnTo>
                    <a:pt x="218" y="6"/>
                  </a:lnTo>
                  <a:lnTo>
                    <a:pt x="217" y="5"/>
                  </a:lnTo>
                  <a:lnTo>
                    <a:pt x="216" y="1"/>
                  </a:lnTo>
                  <a:lnTo>
                    <a:pt x="213" y="0"/>
                  </a:lnTo>
                  <a:lnTo>
                    <a:pt x="210" y="0"/>
                  </a:lnTo>
                  <a:lnTo>
                    <a:pt x="21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5" name="Freeform 392"/>
            <p:cNvSpPr/>
            <p:nvPr/>
          </p:nvSpPr>
          <p:spPr bwMode="auto">
            <a:xfrm>
              <a:off x="5395914" y="1125538"/>
              <a:ext cx="141288" cy="26988"/>
            </a:xfrm>
            <a:custGeom>
              <a:avLst/>
              <a:gdLst/>
              <a:ahLst/>
              <a:cxnLst>
                <a:cxn ang="0">
                  <a:pos x="348" y="0"/>
                </a:cxn>
                <a:cxn ang="0">
                  <a:pos x="348" y="0"/>
                </a:cxn>
                <a:cxn ang="0">
                  <a:pos x="326" y="2"/>
                </a:cxn>
                <a:cxn ang="0">
                  <a:pos x="305" y="5"/>
                </a:cxn>
                <a:cxn ang="0">
                  <a:pos x="263" y="14"/>
                </a:cxn>
                <a:cxn ang="0">
                  <a:pos x="221" y="23"/>
                </a:cxn>
                <a:cxn ang="0">
                  <a:pos x="199" y="27"/>
                </a:cxn>
                <a:cxn ang="0">
                  <a:pos x="178" y="30"/>
                </a:cxn>
                <a:cxn ang="0">
                  <a:pos x="178" y="30"/>
                </a:cxn>
                <a:cxn ang="0">
                  <a:pos x="156" y="32"/>
                </a:cxn>
                <a:cxn ang="0">
                  <a:pos x="135" y="36"/>
                </a:cxn>
                <a:cxn ang="0">
                  <a:pos x="92" y="45"/>
                </a:cxn>
                <a:cxn ang="0">
                  <a:pos x="49" y="53"/>
                </a:cxn>
                <a:cxn ang="0">
                  <a:pos x="28" y="56"/>
                </a:cxn>
                <a:cxn ang="0">
                  <a:pos x="5" y="57"/>
                </a:cxn>
                <a:cxn ang="0">
                  <a:pos x="5" y="57"/>
                </a:cxn>
                <a:cxn ang="0">
                  <a:pos x="3" y="57"/>
                </a:cxn>
                <a:cxn ang="0">
                  <a:pos x="2" y="58"/>
                </a:cxn>
                <a:cxn ang="0">
                  <a:pos x="0" y="62"/>
                </a:cxn>
                <a:cxn ang="0">
                  <a:pos x="2" y="66"/>
                </a:cxn>
                <a:cxn ang="0">
                  <a:pos x="3" y="68"/>
                </a:cxn>
                <a:cxn ang="0">
                  <a:pos x="5" y="69"/>
                </a:cxn>
                <a:cxn ang="0">
                  <a:pos x="16" y="69"/>
                </a:cxn>
                <a:cxn ang="0">
                  <a:pos x="16" y="69"/>
                </a:cxn>
                <a:cxn ang="0">
                  <a:pos x="20" y="68"/>
                </a:cxn>
                <a:cxn ang="0">
                  <a:pos x="20" y="68"/>
                </a:cxn>
                <a:cxn ang="0">
                  <a:pos x="38" y="66"/>
                </a:cxn>
                <a:cxn ang="0">
                  <a:pos x="58" y="64"/>
                </a:cxn>
                <a:cxn ang="0">
                  <a:pos x="94" y="57"/>
                </a:cxn>
                <a:cxn ang="0">
                  <a:pos x="132" y="49"/>
                </a:cxn>
                <a:cxn ang="0">
                  <a:pos x="170" y="41"/>
                </a:cxn>
                <a:cxn ang="0">
                  <a:pos x="170" y="41"/>
                </a:cxn>
                <a:cxn ang="0">
                  <a:pos x="215" y="34"/>
                </a:cxn>
                <a:cxn ang="0">
                  <a:pos x="259" y="24"/>
                </a:cxn>
                <a:cxn ang="0">
                  <a:pos x="304" y="17"/>
                </a:cxn>
                <a:cxn ang="0">
                  <a:pos x="326" y="14"/>
                </a:cxn>
                <a:cxn ang="0">
                  <a:pos x="348" y="11"/>
                </a:cxn>
                <a:cxn ang="0">
                  <a:pos x="348" y="11"/>
                </a:cxn>
                <a:cxn ang="0">
                  <a:pos x="350" y="10"/>
                </a:cxn>
                <a:cxn ang="0">
                  <a:pos x="352" y="9"/>
                </a:cxn>
                <a:cxn ang="0">
                  <a:pos x="353" y="5"/>
                </a:cxn>
                <a:cxn ang="0">
                  <a:pos x="353" y="3"/>
                </a:cxn>
                <a:cxn ang="0">
                  <a:pos x="352" y="1"/>
                </a:cxn>
                <a:cxn ang="0">
                  <a:pos x="350" y="0"/>
                </a:cxn>
                <a:cxn ang="0">
                  <a:pos x="348" y="0"/>
                </a:cxn>
                <a:cxn ang="0">
                  <a:pos x="348" y="0"/>
                </a:cxn>
              </a:cxnLst>
              <a:rect l="0" t="0" r="r" b="b"/>
              <a:pathLst>
                <a:path w="353" h="69">
                  <a:moveTo>
                    <a:pt x="348" y="0"/>
                  </a:moveTo>
                  <a:lnTo>
                    <a:pt x="348" y="0"/>
                  </a:lnTo>
                  <a:lnTo>
                    <a:pt x="326" y="2"/>
                  </a:lnTo>
                  <a:lnTo>
                    <a:pt x="305" y="5"/>
                  </a:lnTo>
                  <a:lnTo>
                    <a:pt x="263" y="14"/>
                  </a:lnTo>
                  <a:lnTo>
                    <a:pt x="221" y="23"/>
                  </a:lnTo>
                  <a:lnTo>
                    <a:pt x="199" y="27"/>
                  </a:lnTo>
                  <a:lnTo>
                    <a:pt x="178" y="30"/>
                  </a:lnTo>
                  <a:lnTo>
                    <a:pt x="178" y="30"/>
                  </a:lnTo>
                  <a:lnTo>
                    <a:pt x="156" y="32"/>
                  </a:lnTo>
                  <a:lnTo>
                    <a:pt x="135" y="36"/>
                  </a:lnTo>
                  <a:lnTo>
                    <a:pt x="92" y="45"/>
                  </a:lnTo>
                  <a:lnTo>
                    <a:pt x="49" y="53"/>
                  </a:lnTo>
                  <a:lnTo>
                    <a:pt x="28" y="56"/>
                  </a:lnTo>
                  <a:lnTo>
                    <a:pt x="5" y="57"/>
                  </a:lnTo>
                  <a:lnTo>
                    <a:pt x="5" y="57"/>
                  </a:lnTo>
                  <a:lnTo>
                    <a:pt x="3" y="57"/>
                  </a:lnTo>
                  <a:lnTo>
                    <a:pt x="2" y="58"/>
                  </a:lnTo>
                  <a:lnTo>
                    <a:pt x="0" y="62"/>
                  </a:lnTo>
                  <a:lnTo>
                    <a:pt x="2" y="66"/>
                  </a:lnTo>
                  <a:lnTo>
                    <a:pt x="3" y="68"/>
                  </a:lnTo>
                  <a:lnTo>
                    <a:pt x="5" y="69"/>
                  </a:lnTo>
                  <a:lnTo>
                    <a:pt x="16" y="69"/>
                  </a:lnTo>
                  <a:lnTo>
                    <a:pt x="16" y="69"/>
                  </a:lnTo>
                  <a:lnTo>
                    <a:pt x="20" y="68"/>
                  </a:lnTo>
                  <a:lnTo>
                    <a:pt x="20" y="68"/>
                  </a:lnTo>
                  <a:lnTo>
                    <a:pt x="38" y="66"/>
                  </a:lnTo>
                  <a:lnTo>
                    <a:pt x="58" y="64"/>
                  </a:lnTo>
                  <a:lnTo>
                    <a:pt x="94" y="57"/>
                  </a:lnTo>
                  <a:lnTo>
                    <a:pt x="132" y="49"/>
                  </a:lnTo>
                  <a:lnTo>
                    <a:pt x="170" y="41"/>
                  </a:lnTo>
                  <a:lnTo>
                    <a:pt x="170" y="41"/>
                  </a:lnTo>
                  <a:lnTo>
                    <a:pt x="215" y="34"/>
                  </a:lnTo>
                  <a:lnTo>
                    <a:pt x="259" y="24"/>
                  </a:lnTo>
                  <a:lnTo>
                    <a:pt x="304" y="17"/>
                  </a:lnTo>
                  <a:lnTo>
                    <a:pt x="326" y="14"/>
                  </a:lnTo>
                  <a:lnTo>
                    <a:pt x="348" y="11"/>
                  </a:lnTo>
                  <a:lnTo>
                    <a:pt x="348" y="11"/>
                  </a:lnTo>
                  <a:lnTo>
                    <a:pt x="350" y="10"/>
                  </a:lnTo>
                  <a:lnTo>
                    <a:pt x="352" y="9"/>
                  </a:lnTo>
                  <a:lnTo>
                    <a:pt x="353" y="5"/>
                  </a:lnTo>
                  <a:lnTo>
                    <a:pt x="353" y="3"/>
                  </a:lnTo>
                  <a:lnTo>
                    <a:pt x="352" y="1"/>
                  </a:lnTo>
                  <a:lnTo>
                    <a:pt x="350" y="0"/>
                  </a:lnTo>
                  <a:lnTo>
                    <a:pt x="348" y="0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6" name="Freeform 393"/>
            <p:cNvSpPr/>
            <p:nvPr/>
          </p:nvSpPr>
          <p:spPr bwMode="auto">
            <a:xfrm>
              <a:off x="5421314" y="1193801"/>
              <a:ext cx="92075" cy="20638"/>
            </a:xfrm>
            <a:custGeom>
              <a:avLst/>
              <a:gdLst/>
              <a:ahLst/>
              <a:cxnLst>
                <a:cxn ang="0">
                  <a:pos x="225" y="1"/>
                </a:cxn>
                <a:cxn ang="0">
                  <a:pos x="225" y="1"/>
                </a:cxn>
                <a:cxn ang="0">
                  <a:pos x="217" y="4"/>
                </a:cxn>
                <a:cxn ang="0">
                  <a:pos x="209" y="5"/>
                </a:cxn>
                <a:cxn ang="0">
                  <a:pos x="194" y="5"/>
                </a:cxn>
                <a:cxn ang="0">
                  <a:pos x="194" y="5"/>
                </a:cxn>
                <a:cxn ang="0">
                  <a:pos x="179" y="6"/>
                </a:cxn>
                <a:cxn ang="0">
                  <a:pos x="166" y="10"/>
                </a:cxn>
                <a:cxn ang="0">
                  <a:pos x="139" y="17"/>
                </a:cxn>
                <a:cxn ang="0">
                  <a:pos x="139" y="17"/>
                </a:cxn>
                <a:cxn ang="0">
                  <a:pos x="72" y="31"/>
                </a:cxn>
                <a:cxn ang="0">
                  <a:pos x="38" y="36"/>
                </a:cxn>
                <a:cxn ang="0">
                  <a:pos x="22" y="39"/>
                </a:cxn>
                <a:cxn ang="0">
                  <a:pos x="5" y="40"/>
                </a:cxn>
                <a:cxn ang="0">
                  <a:pos x="5" y="40"/>
                </a:cxn>
                <a:cxn ang="0">
                  <a:pos x="3" y="40"/>
                </a:cxn>
                <a:cxn ang="0">
                  <a:pos x="1" y="42"/>
                </a:cxn>
                <a:cxn ang="0">
                  <a:pos x="0" y="46"/>
                </a:cxn>
                <a:cxn ang="0">
                  <a:pos x="1" y="50"/>
                </a:cxn>
                <a:cxn ang="0">
                  <a:pos x="3" y="51"/>
                </a:cxn>
                <a:cxn ang="0">
                  <a:pos x="5" y="51"/>
                </a:cxn>
                <a:cxn ang="0">
                  <a:pos x="5" y="51"/>
                </a:cxn>
                <a:cxn ang="0">
                  <a:pos x="21" y="51"/>
                </a:cxn>
                <a:cxn ang="0">
                  <a:pos x="37" y="48"/>
                </a:cxn>
                <a:cxn ang="0">
                  <a:pos x="68" y="43"/>
                </a:cxn>
                <a:cxn ang="0">
                  <a:pos x="131" y="30"/>
                </a:cxn>
                <a:cxn ang="0">
                  <a:pos x="131" y="30"/>
                </a:cxn>
                <a:cxn ang="0">
                  <a:pos x="166" y="22"/>
                </a:cxn>
                <a:cxn ang="0">
                  <a:pos x="184" y="18"/>
                </a:cxn>
                <a:cxn ang="0">
                  <a:pos x="201" y="17"/>
                </a:cxn>
                <a:cxn ang="0">
                  <a:pos x="201" y="17"/>
                </a:cxn>
                <a:cxn ang="0">
                  <a:pos x="217" y="16"/>
                </a:cxn>
                <a:cxn ang="0">
                  <a:pos x="224" y="14"/>
                </a:cxn>
                <a:cxn ang="0">
                  <a:pos x="230" y="10"/>
                </a:cxn>
                <a:cxn ang="0">
                  <a:pos x="230" y="10"/>
                </a:cxn>
                <a:cxn ang="0">
                  <a:pos x="233" y="9"/>
                </a:cxn>
                <a:cxn ang="0">
                  <a:pos x="233" y="6"/>
                </a:cxn>
                <a:cxn ang="0">
                  <a:pos x="233" y="2"/>
                </a:cxn>
                <a:cxn ang="0">
                  <a:pos x="229" y="0"/>
                </a:cxn>
                <a:cxn ang="0">
                  <a:pos x="228" y="0"/>
                </a:cxn>
                <a:cxn ang="0">
                  <a:pos x="225" y="1"/>
                </a:cxn>
                <a:cxn ang="0">
                  <a:pos x="225" y="1"/>
                </a:cxn>
              </a:cxnLst>
              <a:rect l="0" t="0" r="r" b="b"/>
              <a:pathLst>
                <a:path w="233" h="51">
                  <a:moveTo>
                    <a:pt x="225" y="1"/>
                  </a:moveTo>
                  <a:lnTo>
                    <a:pt x="225" y="1"/>
                  </a:lnTo>
                  <a:lnTo>
                    <a:pt x="217" y="4"/>
                  </a:lnTo>
                  <a:lnTo>
                    <a:pt x="209" y="5"/>
                  </a:lnTo>
                  <a:lnTo>
                    <a:pt x="194" y="5"/>
                  </a:lnTo>
                  <a:lnTo>
                    <a:pt x="194" y="5"/>
                  </a:lnTo>
                  <a:lnTo>
                    <a:pt x="179" y="6"/>
                  </a:lnTo>
                  <a:lnTo>
                    <a:pt x="166" y="10"/>
                  </a:lnTo>
                  <a:lnTo>
                    <a:pt x="139" y="17"/>
                  </a:lnTo>
                  <a:lnTo>
                    <a:pt x="139" y="17"/>
                  </a:lnTo>
                  <a:lnTo>
                    <a:pt x="72" y="31"/>
                  </a:lnTo>
                  <a:lnTo>
                    <a:pt x="38" y="36"/>
                  </a:lnTo>
                  <a:lnTo>
                    <a:pt x="22" y="39"/>
                  </a:lnTo>
                  <a:lnTo>
                    <a:pt x="5" y="40"/>
                  </a:lnTo>
                  <a:lnTo>
                    <a:pt x="5" y="40"/>
                  </a:lnTo>
                  <a:lnTo>
                    <a:pt x="3" y="40"/>
                  </a:lnTo>
                  <a:lnTo>
                    <a:pt x="1" y="42"/>
                  </a:lnTo>
                  <a:lnTo>
                    <a:pt x="0" y="46"/>
                  </a:lnTo>
                  <a:lnTo>
                    <a:pt x="1" y="50"/>
                  </a:lnTo>
                  <a:lnTo>
                    <a:pt x="3" y="51"/>
                  </a:lnTo>
                  <a:lnTo>
                    <a:pt x="5" y="51"/>
                  </a:lnTo>
                  <a:lnTo>
                    <a:pt x="5" y="51"/>
                  </a:lnTo>
                  <a:lnTo>
                    <a:pt x="21" y="51"/>
                  </a:lnTo>
                  <a:lnTo>
                    <a:pt x="37" y="48"/>
                  </a:lnTo>
                  <a:lnTo>
                    <a:pt x="68" y="43"/>
                  </a:lnTo>
                  <a:lnTo>
                    <a:pt x="131" y="30"/>
                  </a:lnTo>
                  <a:lnTo>
                    <a:pt x="131" y="30"/>
                  </a:lnTo>
                  <a:lnTo>
                    <a:pt x="166" y="22"/>
                  </a:lnTo>
                  <a:lnTo>
                    <a:pt x="184" y="18"/>
                  </a:lnTo>
                  <a:lnTo>
                    <a:pt x="201" y="17"/>
                  </a:lnTo>
                  <a:lnTo>
                    <a:pt x="201" y="17"/>
                  </a:lnTo>
                  <a:lnTo>
                    <a:pt x="217" y="16"/>
                  </a:lnTo>
                  <a:lnTo>
                    <a:pt x="224" y="14"/>
                  </a:lnTo>
                  <a:lnTo>
                    <a:pt x="230" y="10"/>
                  </a:lnTo>
                  <a:lnTo>
                    <a:pt x="230" y="10"/>
                  </a:lnTo>
                  <a:lnTo>
                    <a:pt x="233" y="9"/>
                  </a:lnTo>
                  <a:lnTo>
                    <a:pt x="233" y="6"/>
                  </a:lnTo>
                  <a:lnTo>
                    <a:pt x="233" y="2"/>
                  </a:lnTo>
                  <a:lnTo>
                    <a:pt x="229" y="0"/>
                  </a:lnTo>
                  <a:lnTo>
                    <a:pt x="228" y="0"/>
                  </a:lnTo>
                  <a:lnTo>
                    <a:pt x="225" y="1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7" name="Freeform 394"/>
            <p:cNvSpPr/>
            <p:nvPr/>
          </p:nvSpPr>
          <p:spPr bwMode="auto">
            <a:xfrm>
              <a:off x="5537201" y="1117601"/>
              <a:ext cx="44450" cy="11113"/>
            </a:xfrm>
            <a:custGeom>
              <a:avLst/>
              <a:gdLst/>
              <a:ahLst/>
              <a:cxnLst>
                <a:cxn ang="0">
                  <a:pos x="108" y="0"/>
                </a:cxn>
                <a:cxn ang="0">
                  <a:pos x="108" y="0"/>
                </a:cxn>
                <a:cxn ang="0">
                  <a:pos x="57" y="11"/>
                </a:cxn>
                <a:cxn ang="0">
                  <a:pos x="32" y="15"/>
                </a:cxn>
                <a:cxn ang="0">
                  <a:pos x="6" y="17"/>
                </a:cxn>
                <a:cxn ang="0">
                  <a:pos x="6" y="17"/>
                </a:cxn>
                <a:cxn ang="0">
                  <a:pos x="4" y="17"/>
                </a:cxn>
                <a:cxn ang="0">
                  <a:pos x="2" y="19"/>
                </a:cxn>
                <a:cxn ang="0">
                  <a:pos x="0" y="23"/>
                </a:cxn>
                <a:cxn ang="0">
                  <a:pos x="2" y="26"/>
                </a:cxn>
                <a:cxn ang="0">
                  <a:pos x="4" y="28"/>
                </a:cxn>
                <a:cxn ang="0">
                  <a:pos x="6" y="29"/>
                </a:cxn>
                <a:cxn ang="0">
                  <a:pos x="6" y="29"/>
                </a:cxn>
                <a:cxn ang="0">
                  <a:pos x="20" y="28"/>
                </a:cxn>
                <a:cxn ang="0">
                  <a:pos x="33" y="26"/>
                </a:cxn>
                <a:cxn ang="0">
                  <a:pos x="58" y="21"/>
                </a:cxn>
                <a:cxn ang="0">
                  <a:pos x="110" y="11"/>
                </a:cxn>
                <a:cxn ang="0">
                  <a:pos x="110" y="11"/>
                </a:cxn>
                <a:cxn ang="0">
                  <a:pos x="113" y="11"/>
                </a:cxn>
                <a:cxn ang="0">
                  <a:pos x="114" y="8"/>
                </a:cxn>
                <a:cxn ang="0">
                  <a:pos x="114" y="7"/>
                </a:cxn>
                <a:cxn ang="0">
                  <a:pos x="114" y="4"/>
                </a:cxn>
                <a:cxn ang="0">
                  <a:pos x="112" y="2"/>
                </a:cxn>
                <a:cxn ang="0">
                  <a:pos x="110" y="0"/>
                </a:cxn>
                <a:cxn ang="0">
                  <a:pos x="108" y="0"/>
                </a:cxn>
                <a:cxn ang="0">
                  <a:pos x="108" y="0"/>
                </a:cxn>
              </a:cxnLst>
              <a:rect l="0" t="0" r="r" b="b"/>
              <a:pathLst>
                <a:path w="114" h="29">
                  <a:moveTo>
                    <a:pt x="108" y="0"/>
                  </a:moveTo>
                  <a:lnTo>
                    <a:pt x="108" y="0"/>
                  </a:lnTo>
                  <a:lnTo>
                    <a:pt x="57" y="11"/>
                  </a:lnTo>
                  <a:lnTo>
                    <a:pt x="32" y="15"/>
                  </a:lnTo>
                  <a:lnTo>
                    <a:pt x="6" y="17"/>
                  </a:lnTo>
                  <a:lnTo>
                    <a:pt x="6" y="17"/>
                  </a:lnTo>
                  <a:lnTo>
                    <a:pt x="4" y="17"/>
                  </a:lnTo>
                  <a:lnTo>
                    <a:pt x="2" y="19"/>
                  </a:lnTo>
                  <a:lnTo>
                    <a:pt x="0" y="23"/>
                  </a:lnTo>
                  <a:lnTo>
                    <a:pt x="2" y="26"/>
                  </a:lnTo>
                  <a:lnTo>
                    <a:pt x="4" y="28"/>
                  </a:lnTo>
                  <a:lnTo>
                    <a:pt x="6" y="29"/>
                  </a:lnTo>
                  <a:lnTo>
                    <a:pt x="6" y="29"/>
                  </a:lnTo>
                  <a:lnTo>
                    <a:pt x="20" y="28"/>
                  </a:lnTo>
                  <a:lnTo>
                    <a:pt x="33" y="26"/>
                  </a:lnTo>
                  <a:lnTo>
                    <a:pt x="58" y="21"/>
                  </a:lnTo>
                  <a:lnTo>
                    <a:pt x="110" y="11"/>
                  </a:lnTo>
                  <a:lnTo>
                    <a:pt x="110" y="11"/>
                  </a:lnTo>
                  <a:lnTo>
                    <a:pt x="113" y="11"/>
                  </a:lnTo>
                  <a:lnTo>
                    <a:pt x="114" y="8"/>
                  </a:lnTo>
                  <a:lnTo>
                    <a:pt x="114" y="7"/>
                  </a:lnTo>
                  <a:lnTo>
                    <a:pt x="114" y="4"/>
                  </a:lnTo>
                  <a:lnTo>
                    <a:pt x="112" y="2"/>
                  </a:lnTo>
                  <a:lnTo>
                    <a:pt x="110" y="0"/>
                  </a:lnTo>
                  <a:lnTo>
                    <a:pt x="108" y="0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8" name="Freeform 395"/>
            <p:cNvSpPr/>
            <p:nvPr/>
          </p:nvSpPr>
          <p:spPr bwMode="auto">
            <a:xfrm>
              <a:off x="5481639" y="1184276"/>
              <a:ext cx="198438" cy="82550"/>
            </a:xfrm>
            <a:custGeom>
              <a:avLst/>
              <a:gdLst/>
              <a:ahLst/>
              <a:cxnLst>
                <a:cxn ang="0">
                  <a:pos x="492" y="0"/>
                </a:cxn>
                <a:cxn ang="0">
                  <a:pos x="492" y="0"/>
                </a:cxn>
                <a:cxn ang="0">
                  <a:pos x="478" y="1"/>
                </a:cxn>
                <a:cxn ang="0">
                  <a:pos x="463" y="5"/>
                </a:cxn>
                <a:cxn ang="0">
                  <a:pos x="449" y="10"/>
                </a:cxn>
                <a:cxn ang="0">
                  <a:pos x="434" y="15"/>
                </a:cxn>
                <a:cxn ang="0">
                  <a:pos x="407" y="28"/>
                </a:cxn>
                <a:cxn ang="0">
                  <a:pos x="381" y="40"/>
                </a:cxn>
                <a:cxn ang="0">
                  <a:pos x="381" y="40"/>
                </a:cxn>
                <a:cxn ang="0">
                  <a:pos x="314" y="66"/>
                </a:cxn>
                <a:cxn ang="0">
                  <a:pos x="247" y="91"/>
                </a:cxn>
                <a:cxn ang="0">
                  <a:pos x="247" y="91"/>
                </a:cxn>
                <a:cxn ang="0">
                  <a:pos x="188" y="113"/>
                </a:cxn>
                <a:cxn ang="0">
                  <a:pos x="158" y="125"/>
                </a:cxn>
                <a:cxn ang="0">
                  <a:pos x="128" y="137"/>
                </a:cxn>
                <a:cxn ang="0">
                  <a:pos x="128" y="137"/>
                </a:cxn>
                <a:cxn ang="0">
                  <a:pos x="114" y="145"/>
                </a:cxn>
                <a:cxn ang="0">
                  <a:pos x="98" y="153"/>
                </a:cxn>
                <a:cxn ang="0">
                  <a:pos x="68" y="170"/>
                </a:cxn>
                <a:cxn ang="0">
                  <a:pos x="54" y="177"/>
                </a:cxn>
                <a:cxn ang="0">
                  <a:pos x="38" y="184"/>
                </a:cxn>
                <a:cxn ang="0">
                  <a:pos x="21" y="189"/>
                </a:cxn>
                <a:cxn ang="0">
                  <a:pos x="4" y="193"/>
                </a:cxn>
                <a:cxn ang="0">
                  <a:pos x="4" y="193"/>
                </a:cxn>
                <a:cxn ang="0">
                  <a:pos x="3" y="194"/>
                </a:cxn>
                <a:cxn ang="0">
                  <a:pos x="1" y="196"/>
                </a:cxn>
                <a:cxn ang="0">
                  <a:pos x="0" y="197"/>
                </a:cxn>
                <a:cxn ang="0">
                  <a:pos x="0" y="200"/>
                </a:cxn>
                <a:cxn ang="0">
                  <a:pos x="3" y="204"/>
                </a:cxn>
                <a:cxn ang="0">
                  <a:pos x="5" y="205"/>
                </a:cxn>
                <a:cxn ang="0">
                  <a:pos x="8" y="205"/>
                </a:cxn>
                <a:cxn ang="0">
                  <a:pos x="8" y="205"/>
                </a:cxn>
                <a:cxn ang="0">
                  <a:pos x="21" y="201"/>
                </a:cxn>
                <a:cxn ang="0">
                  <a:pos x="35" y="197"/>
                </a:cxn>
                <a:cxn ang="0">
                  <a:pos x="48" y="192"/>
                </a:cxn>
                <a:cxn ang="0">
                  <a:pos x="62" y="187"/>
                </a:cxn>
                <a:cxn ang="0">
                  <a:pos x="86" y="172"/>
                </a:cxn>
                <a:cxn ang="0">
                  <a:pos x="110" y="159"/>
                </a:cxn>
                <a:cxn ang="0">
                  <a:pos x="110" y="159"/>
                </a:cxn>
                <a:cxn ang="0">
                  <a:pos x="126" y="151"/>
                </a:cxn>
                <a:cxn ang="0">
                  <a:pos x="140" y="145"/>
                </a:cxn>
                <a:cxn ang="0">
                  <a:pos x="171" y="132"/>
                </a:cxn>
                <a:cxn ang="0">
                  <a:pos x="203" y="121"/>
                </a:cxn>
                <a:cxn ang="0">
                  <a:pos x="233" y="109"/>
                </a:cxn>
                <a:cxn ang="0">
                  <a:pos x="233" y="109"/>
                </a:cxn>
                <a:cxn ang="0">
                  <a:pos x="293" y="86"/>
                </a:cxn>
                <a:cxn ang="0">
                  <a:pos x="355" y="62"/>
                </a:cxn>
                <a:cxn ang="0">
                  <a:pos x="355" y="62"/>
                </a:cxn>
                <a:cxn ang="0">
                  <a:pos x="423" y="35"/>
                </a:cxn>
                <a:cxn ang="0">
                  <a:pos x="423" y="35"/>
                </a:cxn>
                <a:cxn ang="0">
                  <a:pos x="457" y="21"/>
                </a:cxn>
                <a:cxn ang="0">
                  <a:pos x="474" y="14"/>
                </a:cxn>
                <a:cxn ang="0">
                  <a:pos x="483" y="11"/>
                </a:cxn>
                <a:cxn ang="0">
                  <a:pos x="492" y="10"/>
                </a:cxn>
                <a:cxn ang="0">
                  <a:pos x="492" y="10"/>
                </a:cxn>
                <a:cxn ang="0">
                  <a:pos x="493" y="10"/>
                </a:cxn>
                <a:cxn ang="0">
                  <a:pos x="496" y="9"/>
                </a:cxn>
                <a:cxn ang="0">
                  <a:pos x="497" y="5"/>
                </a:cxn>
                <a:cxn ang="0">
                  <a:pos x="497" y="2"/>
                </a:cxn>
                <a:cxn ang="0">
                  <a:pos x="496" y="1"/>
                </a:cxn>
                <a:cxn ang="0">
                  <a:pos x="493" y="0"/>
                </a:cxn>
                <a:cxn ang="0">
                  <a:pos x="492" y="0"/>
                </a:cxn>
                <a:cxn ang="0">
                  <a:pos x="492" y="0"/>
                </a:cxn>
              </a:cxnLst>
              <a:rect l="0" t="0" r="r" b="b"/>
              <a:pathLst>
                <a:path w="497" h="205">
                  <a:moveTo>
                    <a:pt x="492" y="0"/>
                  </a:moveTo>
                  <a:lnTo>
                    <a:pt x="492" y="0"/>
                  </a:lnTo>
                  <a:lnTo>
                    <a:pt x="478" y="1"/>
                  </a:lnTo>
                  <a:lnTo>
                    <a:pt x="463" y="5"/>
                  </a:lnTo>
                  <a:lnTo>
                    <a:pt x="449" y="10"/>
                  </a:lnTo>
                  <a:lnTo>
                    <a:pt x="434" y="15"/>
                  </a:lnTo>
                  <a:lnTo>
                    <a:pt x="407" y="28"/>
                  </a:lnTo>
                  <a:lnTo>
                    <a:pt x="381" y="40"/>
                  </a:lnTo>
                  <a:lnTo>
                    <a:pt x="381" y="40"/>
                  </a:lnTo>
                  <a:lnTo>
                    <a:pt x="314" y="66"/>
                  </a:lnTo>
                  <a:lnTo>
                    <a:pt x="247" y="91"/>
                  </a:lnTo>
                  <a:lnTo>
                    <a:pt x="247" y="91"/>
                  </a:lnTo>
                  <a:lnTo>
                    <a:pt x="188" y="113"/>
                  </a:lnTo>
                  <a:lnTo>
                    <a:pt x="158" y="125"/>
                  </a:lnTo>
                  <a:lnTo>
                    <a:pt x="128" y="137"/>
                  </a:lnTo>
                  <a:lnTo>
                    <a:pt x="128" y="137"/>
                  </a:lnTo>
                  <a:lnTo>
                    <a:pt x="114" y="145"/>
                  </a:lnTo>
                  <a:lnTo>
                    <a:pt x="98" y="153"/>
                  </a:lnTo>
                  <a:lnTo>
                    <a:pt x="68" y="170"/>
                  </a:lnTo>
                  <a:lnTo>
                    <a:pt x="54" y="177"/>
                  </a:lnTo>
                  <a:lnTo>
                    <a:pt x="38" y="184"/>
                  </a:lnTo>
                  <a:lnTo>
                    <a:pt x="21" y="189"/>
                  </a:lnTo>
                  <a:lnTo>
                    <a:pt x="4" y="193"/>
                  </a:lnTo>
                  <a:lnTo>
                    <a:pt x="4" y="193"/>
                  </a:lnTo>
                  <a:lnTo>
                    <a:pt x="3" y="194"/>
                  </a:lnTo>
                  <a:lnTo>
                    <a:pt x="1" y="196"/>
                  </a:lnTo>
                  <a:lnTo>
                    <a:pt x="0" y="197"/>
                  </a:lnTo>
                  <a:lnTo>
                    <a:pt x="0" y="200"/>
                  </a:lnTo>
                  <a:lnTo>
                    <a:pt x="3" y="204"/>
                  </a:lnTo>
                  <a:lnTo>
                    <a:pt x="5" y="205"/>
                  </a:lnTo>
                  <a:lnTo>
                    <a:pt x="8" y="205"/>
                  </a:lnTo>
                  <a:lnTo>
                    <a:pt x="8" y="205"/>
                  </a:lnTo>
                  <a:lnTo>
                    <a:pt x="21" y="201"/>
                  </a:lnTo>
                  <a:lnTo>
                    <a:pt x="35" y="197"/>
                  </a:lnTo>
                  <a:lnTo>
                    <a:pt x="48" y="192"/>
                  </a:lnTo>
                  <a:lnTo>
                    <a:pt x="62" y="187"/>
                  </a:lnTo>
                  <a:lnTo>
                    <a:pt x="86" y="172"/>
                  </a:lnTo>
                  <a:lnTo>
                    <a:pt x="110" y="159"/>
                  </a:lnTo>
                  <a:lnTo>
                    <a:pt x="110" y="159"/>
                  </a:lnTo>
                  <a:lnTo>
                    <a:pt x="126" y="151"/>
                  </a:lnTo>
                  <a:lnTo>
                    <a:pt x="140" y="145"/>
                  </a:lnTo>
                  <a:lnTo>
                    <a:pt x="171" y="132"/>
                  </a:lnTo>
                  <a:lnTo>
                    <a:pt x="203" y="121"/>
                  </a:lnTo>
                  <a:lnTo>
                    <a:pt x="233" y="109"/>
                  </a:lnTo>
                  <a:lnTo>
                    <a:pt x="233" y="109"/>
                  </a:lnTo>
                  <a:lnTo>
                    <a:pt x="293" y="86"/>
                  </a:lnTo>
                  <a:lnTo>
                    <a:pt x="355" y="62"/>
                  </a:lnTo>
                  <a:lnTo>
                    <a:pt x="355" y="62"/>
                  </a:lnTo>
                  <a:lnTo>
                    <a:pt x="423" y="35"/>
                  </a:lnTo>
                  <a:lnTo>
                    <a:pt x="423" y="35"/>
                  </a:lnTo>
                  <a:lnTo>
                    <a:pt x="457" y="21"/>
                  </a:lnTo>
                  <a:lnTo>
                    <a:pt x="474" y="14"/>
                  </a:lnTo>
                  <a:lnTo>
                    <a:pt x="483" y="11"/>
                  </a:lnTo>
                  <a:lnTo>
                    <a:pt x="492" y="10"/>
                  </a:lnTo>
                  <a:lnTo>
                    <a:pt x="492" y="10"/>
                  </a:lnTo>
                  <a:lnTo>
                    <a:pt x="493" y="10"/>
                  </a:lnTo>
                  <a:lnTo>
                    <a:pt x="496" y="9"/>
                  </a:lnTo>
                  <a:lnTo>
                    <a:pt x="497" y="5"/>
                  </a:lnTo>
                  <a:lnTo>
                    <a:pt x="497" y="2"/>
                  </a:lnTo>
                  <a:lnTo>
                    <a:pt x="496" y="1"/>
                  </a:lnTo>
                  <a:lnTo>
                    <a:pt x="493" y="0"/>
                  </a:lnTo>
                  <a:lnTo>
                    <a:pt x="492" y="0"/>
                  </a:lnTo>
                  <a:lnTo>
                    <a:pt x="49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9" name="Freeform 396"/>
            <p:cNvSpPr/>
            <p:nvPr/>
          </p:nvSpPr>
          <p:spPr bwMode="auto">
            <a:xfrm>
              <a:off x="5664201" y="1103313"/>
              <a:ext cx="76200" cy="76200"/>
            </a:xfrm>
            <a:custGeom>
              <a:avLst/>
              <a:gdLst/>
              <a:ahLst/>
              <a:cxnLst>
                <a:cxn ang="0">
                  <a:pos x="186" y="0"/>
                </a:cxn>
                <a:cxn ang="0">
                  <a:pos x="186" y="0"/>
                </a:cxn>
                <a:cxn ang="0">
                  <a:pos x="178" y="3"/>
                </a:cxn>
                <a:cxn ang="0">
                  <a:pos x="171" y="7"/>
                </a:cxn>
                <a:cxn ang="0">
                  <a:pos x="166" y="12"/>
                </a:cxn>
                <a:cxn ang="0">
                  <a:pos x="161" y="19"/>
                </a:cxn>
                <a:cxn ang="0">
                  <a:pos x="161" y="19"/>
                </a:cxn>
                <a:cxn ang="0">
                  <a:pos x="135" y="49"/>
                </a:cxn>
                <a:cxn ang="0">
                  <a:pos x="107" y="77"/>
                </a:cxn>
                <a:cxn ang="0">
                  <a:pos x="107" y="77"/>
                </a:cxn>
                <a:cxn ang="0">
                  <a:pos x="82" y="105"/>
                </a:cxn>
                <a:cxn ang="0">
                  <a:pos x="57" y="134"/>
                </a:cxn>
                <a:cxn ang="0">
                  <a:pos x="44" y="147"/>
                </a:cxn>
                <a:cxn ang="0">
                  <a:pos x="31" y="160"/>
                </a:cxn>
                <a:cxn ang="0">
                  <a:pos x="17" y="173"/>
                </a:cxn>
                <a:cxn ang="0">
                  <a:pos x="3" y="183"/>
                </a:cxn>
                <a:cxn ang="0">
                  <a:pos x="3" y="183"/>
                </a:cxn>
                <a:cxn ang="0">
                  <a:pos x="0" y="185"/>
                </a:cxn>
                <a:cxn ang="0">
                  <a:pos x="0" y="187"/>
                </a:cxn>
                <a:cxn ang="0">
                  <a:pos x="0" y="191"/>
                </a:cxn>
                <a:cxn ang="0">
                  <a:pos x="4" y="194"/>
                </a:cxn>
                <a:cxn ang="0">
                  <a:pos x="5" y="194"/>
                </a:cxn>
                <a:cxn ang="0">
                  <a:pos x="8" y="193"/>
                </a:cxn>
                <a:cxn ang="0">
                  <a:pos x="8" y="193"/>
                </a:cxn>
                <a:cxn ang="0">
                  <a:pos x="20" y="185"/>
                </a:cxn>
                <a:cxn ang="0">
                  <a:pos x="31" y="174"/>
                </a:cxn>
                <a:cxn ang="0">
                  <a:pos x="54" y="153"/>
                </a:cxn>
                <a:cxn ang="0">
                  <a:pos x="74" y="131"/>
                </a:cxn>
                <a:cxn ang="0">
                  <a:pos x="94" y="109"/>
                </a:cxn>
                <a:cxn ang="0">
                  <a:pos x="94" y="109"/>
                </a:cxn>
                <a:cxn ang="0">
                  <a:pos x="140" y="55"/>
                </a:cxn>
                <a:cxn ang="0">
                  <a:pos x="140" y="55"/>
                </a:cxn>
                <a:cxn ang="0">
                  <a:pos x="150" y="43"/>
                </a:cxn>
                <a:cxn ang="0">
                  <a:pos x="162" y="30"/>
                </a:cxn>
                <a:cxn ang="0">
                  <a:pos x="169" y="24"/>
                </a:cxn>
                <a:cxn ang="0">
                  <a:pos x="175" y="17"/>
                </a:cxn>
                <a:cxn ang="0">
                  <a:pos x="183" y="13"/>
                </a:cxn>
                <a:cxn ang="0">
                  <a:pos x="190" y="11"/>
                </a:cxn>
                <a:cxn ang="0">
                  <a:pos x="190" y="11"/>
                </a:cxn>
                <a:cxn ang="0">
                  <a:pos x="191" y="9"/>
                </a:cxn>
                <a:cxn ang="0">
                  <a:pos x="192" y="8"/>
                </a:cxn>
                <a:cxn ang="0">
                  <a:pos x="194" y="7"/>
                </a:cxn>
                <a:cxn ang="0">
                  <a:pos x="194" y="4"/>
                </a:cxn>
                <a:cxn ang="0">
                  <a:pos x="191" y="0"/>
                </a:cxn>
                <a:cxn ang="0">
                  <a:pos x="188" y="0"/>
                </a:cxn>
                <a:cxn ang="0">
                  <a:pos x="186" y="0"/>
                </a:cxn>
                <a:cxn ang="0">
                  <a:pos x="186" y="0"/>
                </a:cxn>
              </a:cxnLst>
              <a:rect l="0" t="0" r="r" b="b"/>
              <a:pathLst>
                <a:path w="194" h="194">
                  <a:moveTo>
                    <a:pt x="186" y="0"/>
                  </a:moveTo>
                  <a:lnTo>
                    <a:pt x="186" y="0"/>
                  </a:lnTo>
                  <a:lnTo>
                    <a:pt x="178" y="3"/>
                  </a:lnTo>
                  <a:lnTo>
                    <a:pt x="171" y="7"/>
                  </a:lnTo>
                  <a:lnTo>
                    <a:pt x="166" y="12"/>
                  </a:lnTo>
                  <a:lnTo>
                    <a:pt x="161" y="19"/>
                  </a:lnTo>
                  <a:lnTo>
                    <a:pt x="161" y="19"/>
                  </a:lnTo>
                  <a:lnTo>
                    <a:pt x="135" y="49"/>
                  </a:lnTo>
                  <a:lnTo>
                    <a:pt x="107" y="77"/>
                  </a:lnTo>
                  <a:lnTo>
                    <a:pt x="107" y="77"/>
                  </a:lnTo>
                  <a:lnTo>
                    <a:pt x="82" y="105"/>
                  </a:lnTo>
                  <a:lnTo>
                    <a:pt x="57" y="134"/>
                  </a:lnTo>
                  <a:lnTo>
                    <a:pt x="44" y="147"/>
                  </a:lnTo>
                  <a:lnTo>
                    <a:pt x="31" y="160"/>
                  </a:lnTo>
                  <a:lnTo>
                    <a:pt x="17" y="173"/>
                  </a:lnTo>
                  <a:lnTo>
                    <a:pt x="3" y="183"/>
                  </a:lnTo>
                  <a:lnTo>
                    <a:pt x="3" y="183"/>
                  </a:lnTo>
                  <a:lnTo>
                    <a:pt x="0" y="185"/>
                  </a:lnTo>
                  <a:lnTo>
                    <a:pt x="0" y="187"/>
                  </a:lnTo>
                  <a:lnTo>
                    <a:pt x="0" y="191"/>
                  </a:lnTo>
                  <a:lnTo>
                    <a:pt x="4" y="194"/>
                  </a:lnTo>
                  <a:lnTo>
                    <a:pt x="5" y="194"/>
                  </a:lnTo>
                  <a:lnTo>
                    <a:pt x="8" y="193"/>
                  </a:lnTo>
                  <a:lnTo>
                    <a:pt x="8" y="193"/>
                  </a:lnTo>
                  <a:lnTo>
                    <a:pt x="20" y="185"/>
                  </a:lnTo>
                  <a:lnTo>
                    <a:pt x="31" y="174"/>
                  </a:lnTo>
                  <a:lnTo>
                    <a:pt x="54" y="153"/>
                  </a:lnTo>
                  <a:lnTo>
                    <a:pt x="74" y="131"/>
                  </a:lnTo>
                  <a:lnTo>
                    <a:pt x="94" y="109"/>
                  </a:lnTo>
                  <a:lnTo>
                    <a:pt x="94" y="109"/>
                  </a:lnTo>
                  <a:lnTo>
                    <a:pt x="140" y="55"/>
                  </a:lnTo>
                  <a:lnTo>
                    <a:pt x="140" y="55"/>
                  </a:lnTo>
                  <a:lnTo>
                    <a:pt x="150" y="43"/>
                  </a:lnTo>
                  <a:lnTo>
                    <a:pt x="162" y="30"/>
                  </a:lnTo>
                  <a:lnTo>
                    <a:pt x="169" y="24"/>
                  </a:lnTo>
                  <a:lnTo>
                    <a:pt x="175" y="17"/>
                  </a:lnTo>
                  <a:lnTo>
                    <a:pt x="183" y="13"/>
                  </a:lnTo>
                  <a:lnTo>
                    <a:pt x="190" y="11"/>
                  </a:lnTo>
                  <a:lnTo>
                    <a:pt x="190" y="11"/>
                  </a:lnTo>
                  <a:lnTo>
                    <a:pt x="191" y="9"/>
                  </a:lnTo>
                  <a:lnTo>
                    <a:pt x="192" y="8"/>
                  </a:lnTo>
                  <a:lnTo>
                    <a:pt x="194" y="7"/>
                  </a:lnTo>
                  <a:lnTo>
                    <a:pt x="194" y="4"/>
                  </a:lnTo>
                  <a:lnTo>
                    <a:pt x="191" y="0"/>
                  </a:lnTo>
                  <a:lnTo>
                    <a:pt x="188" y="0"/>
                  </a:lnTo>
                  <a:lnTo>
                    <a:pt x="186" y="0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0" name="Freeform 397"/>
            <p:cNvSpPr/>
            <p:nvPr/>
          </p:nvSpPr>
          <p:spPr bwMode="auto">
            <a:xfrm>
              <a:off x="5715001" y="1112838"/>
              <a:ext cx="82550" cy="103188"/>
            </a:xfrm>
            <a:custGeom>
              <a:avLst/>
              <a:gdLst/>
              <a:ahLst/>
              <a:cxnLst>
                <a:cxn ang="0">
                  <a:pos x="195" y="1"/>
                </a:cxn>
                <a:cxn ang="0">
                  <a:pos x="195" y="1"/>
                </a:cxn>
                <a:cxn ang="0">
                  <a:pos x="170" y="28"/>
                </a:cxn>
                <a:cxn ang="0">
                  <a:pos x="145" y="57"/>
                </a:cxn>
                <a:cxn ang="0">
                  <a:pos x="121" y="87"/>
                </a:cxn>
                <a:cxn ang="0">
                  <a:pos x="99" y="116"/>
                </a:cxn>
                <a:cxn ang="0">
                  <a:pos x="99" y="116"/>
                </a:cxn>
                <a:cxn ang="0">
                  <a:pos x="72" y="154"/>
                </a:cxn>
                <a:cxn ang="0">
                  <a:pos x="59" y="173"/>
                </a:cxn>
                <a:cxn ang="0">
                  <a:pos x="44" y="192"/>
                </a:cxn>
                <a:cxn ang="0">
                  <a:pos x="44" y="192"/>
                </a:cxn>
                <a:cxn ang="0">
                  <a:pos x="34" y="207"/>
                </a:cxn>
                <a:cxn ang="0">
                  <a:pos x="23" y="223"/>
                </a:cxn>
                <a:cxn ang="0">
                  <a:pos x="13" y="238"/>
                </a:cxn>
                <a:cxn ang="0">
                  <a:pos x="1" y="252"/>
                </a:cxn>
                <a:cxn ang="0">
                  <a:pos x="1" y="252"/>
                </a:cxn>
                <a:cxn ang="0">
                  <a:pos x="0" y="255"/>
                </a:cxn>
                <a:cxn ang="0">
                  <a:pos x="0" y="257"/>
                </a:cxn>
                <a:cxn ang="0">
                  <a:pos x="1" y="260"/>
                </a:cxn>
                <a:cxn ang="0">
                  <a:pos x="5" y="262"/>
                </a:cxn>
                <a:cxn ang="0">
                  <a:pos x="8" y="262"/>
                </a:cxn>
                <a:cxn ang="0">
                  <a:pos x="9" y="260"/>
                </a:cxn>
                <a:cxn ang="0">
                  <a:pos x="9" y="260"/>
                </a:cxn>
                <a:cxn ang="0">
                  <a:pos x="19" y="248"/>
                </a:cxn>
                <a:cxn ang="0">
                  <a:pos x="28" y="235"/>
                </a:cxn>
                <a:cxn ang="0">
                  <a:pos x="36" y="222"/>
                </a:cxn>
                <a:cxn ang="0">
                  <a:pos x="46" y="209"/>
                </a:cxn>
                <a:cxn ang="0">
                  <a:pos x="46" y="209"/>
                </a:cxn>
                <a:cxn ang="0">
                  <a:pos x="69" y="179"/>
                </a:cxn>
                <a:cxn ang="0">
                  <a:pos x="90" y="147"/>
                </a:cxn>
                <a:cxn ang="0">
                  <a:pos x="90" y="147"/>
                </a:cxn>
                <a:cxn ang="0">
                  <a:pos x="116" y="111"/>
                </a:cxn>
                <a:cxn ang="0">
                  <a:pos x="144" y="75"/>
                </a:cxn>
                <a:cxn ang="0">
                  <a:pos x="172" y="41"/>
                </a:cxn>
                <a:cxn ang="0">
                  <a:pos x="204" y="9"/>
                </a:cxn>
                <a:cxn ang="0">
                  <a:pos x="204" y="9"/>
                </a:cxn>
                <a:cxn ang="0">
                  <a:pos x="205" y="7"/>
                </a:cxn>
                <a:cxn ang="0">
                  <a:pos x="205" y="5"/>
                </a:cxn>
                <a:cxn ang="0">
                  <a:pos x="204" y="1"/>
                </a:cxn>
                <a:cxn ang="0">
                  <a:pos x="200" y="0"/>
                </a:cxn>
                <a:cxn ang="0">
                  <a:pos x="197" y="0"/>
                </a:cxn>
                <a:cxn ang="0">
                  <a:pos x="195" y="1"/>
                </a:cxn>
                <a:cxn ang="0">
                  <a:pos x="195" y="1"/>
                </a:cxn>
              </a:cxnLst>
              <a:rect l="0" t="0" r="r" b="b"/>
              <a:pathLst>
                <a:path w="205" h="262">
                  <a:moveTo>
                    <a:pt x="195" y="1"/>
                  </a:moveTo>
                  <a:lnTo>
                    <a:pt x="195" y="1"/>
                  </a:lnTo>
                  <a:lnTo>
                    <a:pt x="170" y="28"/>
                  </a:lnTo>
                  <a:lnTo>
                    <a:pt x="145" y="57"/>
                  </a:lnTo>
                  <a:lnTo>
                    <a:pt x="121" y="87"/>
                  </a:lnTo>
                  <a:lnTo>
                    <a:pt x="99" y="116"/>
                  </a:lnTo>
                  <a:lnTo>
                    <a:pt x="99" y="116"/>
                  </a:lnTo>
                  <a:lnTo>
                    <a:pt x="72" y="154"/>
                  </a:lnTo>
                  <a:lnTo>
                    <a:pt x="59" y="173"/>
                  </a:lnTo>
                  <a:lnTo>
                    <a:pt x="44" y="192"/>
                  </a:lnTo>
                  <a:lnTo>
                    <a:pt x="44" y="192"/>
                  </a:lnTo>
                  <a:lnTo>
                    <a:pt x="34" y="207"/>
                  </a:lnTo>
                  <a:lnTo>
                    <a:pt x="23" y="223"/>
                  </a:lnTo>
                  <a:lnTo>
                    <a:pt x="13" y="238"/>
                  </a:lnTo>
                  <a:lnTo>
                    <a:pt x="1" y="252"/>
                  </a:lnTo>
                  <a:lnTo>
                    <a:pt x="1" y="252"/>
                  </a:lnTo>
                  <a:lnTo>
                    <a:pt x="0" y="255"/>
                  </a:lnTo>
                  <a:lnTo>
                    <a:pt x="0" y="257"/>
                  </a:lnTo>
                  <a:lnTo>
                    <a:pt x="1" y="260"/>
                  </a:lnTo>
                  <a:lnTo>
                    <a:pt x="5" y="262"/>
                  </a:lnTo>
                  <a:lnTo>
                    <a:pt x="8" y="262"/>
                  </a:lnTo>
                  <a:lnTo>
                    <a:pt x="9" y="260"/>
                  </a:lnTo>
                  <a:lnTo>
                    <a:pt x="9" y="260"/>
                  </a:lnTo>
                  <a:lnTo>
                    <a:pt x="19" y="248"/>
                  </a:lnTo>
                  <a:lnTo>
                    <a:pt x="28" y="235"/>
                  </a:lnTo>
                  <a:lnTo>
                    <a:pt x="36" y="222"/>
                  </a:lnTo>
                  <a:lnTo>
                    <a:pt x="46" y="209"/>
                  </a:lnTo>
                  <a:lnTo>
                    <a:pt x="46" y="209"/>
                  </a:lnTo>
                  <a:lnTo>
                    <a:pt x="69" y="179"/>
                  </a:lnTo>
                  <a:lnTo>
                    <a:pt x="90" y="147"/>
                  </a:lnTo>
                  <a:lnTo>
                    <a:pt x="90" y="147"/>
                  </a:lnTo>
                  <a:lnTo>
                    <a:pt x="116" y="111"/>
                  </a:lnTo>
                  <a:lnTo>
                    <a:pt x="144" y="75"/>
                  </a:lnTo>
                  <a:lnTo>
                    <a:pt x="172" y="41"/>
                  </a:lnTo>
                  <a:lnTo>
                    <a:pt x="204" y="9"/>
                  </a:lnTo>
                  <a:lnTo>
                    <a:pt x="204" y="9"/>
                  </a:lnTo>
                  <a:lnTo>
                    <a:pt x="205" y="7"/>
                  </a:lnTo>
                  <a:lnTo>
                    <a:pt x="205" y="5"/>
                  </a:lnTo>
                  <a:lnTo>
                    <a:pt x="204" y="1"/>
                  </a:lnTo>
                  <a:lnTo>
                    <a:pt x="200" y="0"/>
                  </a:lnTo>
                  <a:lnTo>
                    <a:pt x="197" y="0"/>
                  </a:lnTo>
                  <a:lnTo>
                    <a:pt x="195" y="1"/>
                  </a:lnTo>
                  <a:lnTo>
                    <a:pt x="195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1" name="Freeform 398"/>
            <p:cNvSpPr/>
            <p:nvPr/>
          </p:nvSpPr>
          <p:spPr bwMode="auto">
            <a:xfrm>
              <a:off x="5797551" y="1162051"/>
              <a:ext cx="90488" cy="42863"/>
            </a:xfrm>
            <a:custGeom>
              <a:avLst/>
              <a:gdLst/>
              <a:ahLst/>
              <a:cxnLst>
                <a:cxn ang="0">
                  <a:pos x="221" y="0"/>
                </a:cxn>
                <a:cxn ang="0">
                  <a:pos x="221" y="0"/>
                </a:cxn>
                <a:cxn ang="0">
                  <a:pos x="170" y="20"/>
                </a:cxn>
                <a:cxn ang="0">
                  <a:pos x="145" y="30"/>
                </a:cxn>
                <a:cxn ang="0">
                  <a:pos x="122" y="42"/>
                </a:cxn>
                <a:cxn ang="0">
                  <a:pos x="122" y="42"/>
                </a:cxn>
                <a:cxn ang="0">
                  <a:pos x="107" y="47"/>
                </a:cxn>
                <a:cxn ang="0">
                  <a:pos x="94" y="52"/>
                </a:cxn>
                <a:cxn ang="0">
                  <a:pos x="81" y="58"/>
                </a:cxn>
                <a:cxn ang="0">
                  <a:pos x="68" y="64"/>
                </a:cxn>
                <a:cxn ang="0">
                  <a:pos x="68" y="64"/>
                </a:cxn>
                <a:cxn ang="0">
                  <a:pos x="54" y="73"/>
                </a:cxn>
                <a:cxn ang="0">
                  <a:pos x="38" y="84"/>
                </a:cxn>
                <a:cxn ang="0">
                  <a:pos x="31" y="88"/>
                </a:cxn>
                <a:cxn ang="0">
                  <a:pos x="22" y="93"/>
                </a:cxn>
                <a:cxn ang="0">
                  <a:pos x="14" y="96"/>
                </a:cxn>
                <a:cxn ang="0">
                  <a:pos x="5" y="97"/>
                </a:cxn>
                <a:cxn ang="0">
                  <a:pos x="5" y="97"/>
                </a:cxn>
                <a:cxn ang="0">
                  <a:pos x="3" y="98"/>
                </a:cxn>
                <a:cxn ang="0">
                  <a:pos x="1" y="99"/>
                </a:cxn>
                <a:cxn ang="0">
                  <a:pos x="0" y="103"/>
                </a:cxn>
                <a:cxn ang="0">
                  <a:pos x="0" y="106"/>
                </a:cxn>
                <a:cxn ang="0">
                  <a:pos x="1" y="107"/>
                </a:cxn>
                <a:cxn ang="0">
                  <a:pos x="3" y="109"/>
                </a:cxn>
                <a:cxn ang="0">
                  <a:pos x="5" y="109"/>
                </a:cxn>
                <a:cxn ang="0">
                  <a:pos x="5" y="109"/>
                </a:cxn>
                <a:cxn ang="0">
                  <a:pos x="18" y="106"/>
                </a:cxn>
                <a:cxn ang="0">
                  <a:pos x="30" y="102"/>
                </a:cxn>
                <a:cxn ang="0">
                  <a:pos x="42" y="96"/>
                </a:cxn>
                <a:cxn ang="0">
                  <a:pos x="54" y="89"/>
                </a:cxn>
                <a:cxn ang="0">
                  <a:pos x="76" y="75"/>
                </a:cxn>
                <a:cxn ang="0">
                  <a:pos x="86" y="68"/>
                </a:cxn>
                <a:cxn ang="0">
                  <a:pos x="98" y="63"/>
                </a:cxn>
                <a:cxn ang="0">
                  <a:pos x="98" y="63"/>
                </a:cxn>
                <a:cxn ang="0">
                  <a:pos x="161" y="37"/>
                </a:cxn>
                <a:cxn ang="0">
                  <a:pos x="192" y="24"/>
                </a:cxn>
                <a:cxn ang="0">
                  <a:pos x="224" y="12"/>
                </a:cxn>
                <a:cxn ang="0">
                  <a:pos x="224" y="12"/>
                </a:cxn>
                <a:cxn ang="0">
                  <a:pos x="226" y="11"/>
                </a:cxn>
                <a:cxn ang="0">
                  <a:pos x="228" y="8"/>
                </a:cxn>
                <a:cxn ang="0">
                  <a:pos x="228" y="4"/>
                </a:cxn>
                <a:cxn ang="0">
                  <a:pos x="226" y="1"/>
                </a:cxn>
                <a:cxn ang="0">
                  <a:pos x="225" y="0"/>
                </a:cxn>
                <a:cxn ang="0">
                  <a:pos x="224" y="0"/>
                </a:cxn>
                <a:cxn ang="0">
                  <a:pos x="221" y="0"/>
                </a:cxn>
                <a:cxn ang="0">
                  <a:pos x="221" y="0"/>
                </a:cxn>
              </a:cxnLst>
              <a:rect l="0" t="0" r="r" b="b"/>
              <a:pathLst>
                <a:path w="228" h="109">
                  <a:moveTo>
                    <a:pt x="221" y="0"/>
                  </a:moveTo>
                  <a:lnTo>
                    <a:pt x="221" y="0"/>
                  </a:lnTo>
                  <a:lnTo>
                    <a:pt x="170" y="20"/>
                  </a:lnTo>
                  <a:lnTo>
                    <a:pt x="145" y="30"/>
                  </a:lnTo>
                  <a:lnTo>
                    <a:pt x="122" y="42"/>
                  </a:lnTo>
                  <a:lnTo>
                    <a:pt x="122" y="42"/>
                  </a:lnTo>
                  <a:lnTo>
                    <a:pt x="107" y="47"/>
                  </a:lnTo>
                  <a:lnTo>
                    <a:pt x="94" y="52"/>
                  </a:lnTo>
                  <a:lnTo>
                    <a:pt x="81" y="58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54" y="73"/>
                  </a:lnTo>
                  <a:lnTo>
                    <a:pt x="38" y="84"/>
                  </a:lnTo>
                  <a:lnTo>
                    <a:pt x="31" y="88"/>
                  </a:lnTo>
                  <a:lnTo>
                    <a:pt x="22" y="93"/>
                  </a:lnTo>
                  <a:lnTo>
                    <a:pt x="14" y="96"/>
                  </a:lnTo>
                  <a:lnTo>
                    <a:pt x="5" y="97"/>
                  </a:lnTo>
                  <a:lnTo>
                    <a:pt x="5" y="97"/>
                  </a:lnTo>
                  <a:lnTo>
                    <a:pt x="3" y="98"/>
                  </a:lnTo>
                  <a:lnTo>
                    <a:pt x="1" y="99"/>
                  </a:lnTo>
                  <a:lnTo>
                    <a:pt x="0" y="103"/>
                  </a:lnTo>
                  <a:lnTo>
                    <a:pt x="0" y="106"/>
                  </a:lnTo>
                  <a:lnTo>
                    <a:pt x="1" y="107"/>
                  </a:lnTo>
                  <a:lnTo>
                    <a:pt x="3" y="109"/>
                  </a:lnTo>
                  <a:lnTo>
                    <a:pt x="5" y="109"/>
                  </a:lnTo>
                  <a:lnTo>
                    <a:pt x="5" y="109"/>
                  </a:lnTo>
                  <a:lnTo>
                    <a:pt x="18" y="106"/>
                  </a:lnTo>
                  <a:lnTo>
                    <a:pt x="30" y="102"/>
                  </a:lnTo>
                  <a:lnTo>
                    <a:pt x="42" y="96"/>
                  </a:lnTo>
                  <a:lnTo>
                    <a:pt x="54" y="89"/>
                  </a:lnTo>
                  <a:lnTo>
                    <a:pt x="76" y="75"/>
                  </a:lnTo>
                  <a:lnTo>
                    <a:pt x="86" y="68"/>
                  </a:lnTo>
                  <a:lnTo>
                    <a:pt x="98" y="63"/>
                  </a:lnTo>
                  <a:lnTo>
                    <a:pt x="98" y="63"/>
                  </a:lnTo>
                  <a:lnTo>
                    <a:pt x="161" y="37"/>
                  </a:lnTo>
                  <a:lnTo>
                    <a:pt x="192" y="24"/>
                  </a:lnTo>
                  <a:lnTo>
                    <a:pt x="224" y="12"/>
                  </a:lnTo>
                  <a:lnTo>
                    <a:pt x="224" y="12"/>
                  </a:lnTo>
                  <a:lnTo>
                    <a:pt x="226" y="11"/>
                  </a:lnTo>
                  <a:lnTo>
                    <a:pt x="228" y="8"/>
                  </a:lnTo>
                  <a:lnTo>
                    <a:pt x="228" y="4"/>
                  </a:lnTo>
                  <a:lnTo>
                    <a:pt x="226" y="1"/>
                  </a:lnTo>
                  <a:lnTo>
                    <a:pt x="225" y="0"/>
                  </a:lnTo>
                  <a:lnTo>
                    <a:pt x="224" y="0"/>
                  </a:lnTo>
                  <a:lnTo>
                    <a:pt x="221" y="0"/>
                  </a:lnTo>
                  <a:lnTo>
                    <a:pt x="22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2" name="Freeform 399"/>
            <p:cNvSpPr/>
            <p:nvPr/>
          </p:nvSpPr>
          <p:spPr bwMode="auto">
            <a:xfrm>
              <a:off x="5772151" y="1168401"/>
              <a:ext cx="136525" cy="65088"/>
            </a:xfrm>
            <a:custGeom>
              <a:avLst/>
              <a:gdLst/>
              <a:ahLst/>
              <a:cxnLst>
                <a:cxn ang="0">
                  <a:pos x="333" y="1"/>
                </a:cxn>
                <a:cxn ang="0">
                  <a:pos x="325" y="4"/>
                </a:cxn>
                <a:cxn ang="0">
                  <a:pos x="316" y="4"/>
                </a:cxn>
                <a:cxn ang="0">
                  <a:pos x="293" y="16"/>
                </a:cxn>
                <a:cxn ang="0">
                  <a:pos x="268" y="26"/>
                </a:cxn>
                <a:cxn ang="0">
                  <a:pos x="259" y="29"/>
                </a:cxn>
                <a:cxn ang="0">
                  <a:pos x="233" y="43"/>
                </a:cxn>
                <a:cxn ang="0">
                  <a:pos x="217" y="50"/>
                </a:cxn>
                <a:cxn ang="0">
                  <a:pos x="172" y="65"/>
                </a:cxn>
                <a:cxn ang="0">
                  <a:pos x="148" y="77"/>
                </a:cxn>
                <a:cxn ang="0">
                  <a:pos x="76" y="118"/>
                </a:cxn>
                <a:cxn ang="0">
                  <a:pos x="58" y="127"/>
                </a:cxn>
                <a:cxn ang="0">
                  <a:pos x="19" y="144"/>
                </a:cxn>
                <a:cxn ang="0">
                  <a:pos x="2" y="156"/>
                </a:cxn>
                <a:cxn ang="0">
                  <a:pos x="0" y="158"/>
                </a:cxn>
                <a:cxn ang="0">
                  <a:pos x="0" y="162"/>
                </a:cxn>
                <a:cxn ang="0">
                  <a:pos x="6" y="165"/>
                </a:cxn>
                <a:cxn ang="0">
                  <a:pos x="9" y="164"/>
                </a:cxn>
                <a:cxn ang="0">
                  <a:pos x="19" y="157"/>
                </a:cxn>
                <a:cxn ang="0">
                  <a:pos x="50" y="141"/>
                </a:cxn>
                <a:cxn ang="0">
                  <a:pos x="92" y="122"/>
                </a:cxn>
                <a:cxn ang="0">
                  <a:pos x="119" y="106"/>
                </a:cxn>
                <a:cxn ang="0">
                  <a:pos x="173" y="79"/>
                </a:cxn>
                <a:cxn ang="0">
                  <a:pos x="203" y="68"/>
                </a:cxn>
                <a:cxn ang="0">
                  <a:pos x="223" y="60"/>
                </a:cxn>
                <a:cxn ang="0">
                  <a:pos x="283" y="34"/>
                </a:cxn>
                <a:cxn ang="0">
                  <a:pos x="304" y="22"/>
                </a:cxn>
                <a:cxn ang="0">
                  <a:pos x="325" y="14"/>
                </a:cxn>
                <a:cxn ang="0">
                  <a:pos x="334" y="14"/>
                </a:cxn>
                <a:cxn ang="0">
                  <a:pos x="342" y="11"/>
                </a:cxn>
                <a:cxn ang="0">
                  <a:pos x="342" y="8"/>
                </a:cxn>
                <a:cxn ang="0">
                  <a:pos x="340" y="1"/>
                </a:cxn>
                <a:cxn ang="0">
                  <a:pos x="336" y="0"/>
                </a:cxn>
                <a:cxn ang="0">
                  <a:pos x="333" y="1"/>
                </a:cxn>
              </a:cxnLst>
              <a:rect l="0" t="0" r="r" b="b"/>
              <a:pathLst>
                <a:path w="343" h="165">
                  <a:moveTo>
                    <a:pt x="333" y="1"/>
                  </a:moveTo>
                  <a:lnTo>
                    <a:pt x="333" y="1"/>
                  </a:lnTo>
                  <a:lnTo>
                    <a:pt x="330" y="4"/>
                  </a:lnTo>
                  <a:lnTo>
                    <a:pt x="325" y="4"/>
                  </a:lnTo>
                  <a:lnTo>
                    <a:pt x="319" y="4"/>
                  </a:lnTo>
                  <a:lnTo>
                    <a:pt x="316" y="4"/>
                  </a:lnTo>
                  <a:lnTo>
                    <a:pt x="316" y="4"/>
                  </a:lnTo>
                  <a:lnTo>
                    <a:pt x="293" y="16"/>
                  </a:lnTo>
                  <a:lnTo>
                    <a:pt x="282" y="21"/>
                  </a:lnTo>
                  <a:lnTo>
                    <a:pt x="268" y="26"/>
                  </a:lnTo>
                  <a:lnTo>
                    <a:pt x="268" y="26"/>
                  </a:lnTo>
                  <a:lnTo>
                    <a:pt x="259" y="29"/>
                  </a:lnTo>
                  <a:lnTo>
                    <a:pt x="250" y="33"/>
                  </a:lnTo>
                  <a:lnTo>
                    <a:pt x="233" y="43"/>
                  </a:lnTo>
                  <a:lnTo>
                    <a:pt x="233" y="43"/>
                  </a:lnTo>
                  <a:lnTo>
                    <a:pt x="217" y="50"/>
                  </a:lnTo>
                  <a:lnTo>
                    <a:pt x="203" y="55"/>
                  </a:lnTo>
                  <a:lnTo>
                    <a:pt x="172" y="65"/>
                  </a:lnTo>
                  <a:lnTo>
                    <a:pt x="172" y="65"/>
                  </a:lnTo>
                  <a:lnTo>
                    <a:pt x="148" y="77"/>
                  </a:lnTo>
                  <a:lnTo>
                    <a:pt x="123" y="89"/>
                  </a:lnTo>
                  <a:lnTo>
                    <a:pt x="76" y="118"/>
                  </a:lnTo>
                  <a:lnTo>
                    <a:pt x="76" y="118"/>
                  </a:lnTo>
                  <a:lnTo>
                    <a:pt x="58" y="127"/>
                  </a:lnTo>
                  <a:lnTo>
                    <a:pt x="38" y="135"/>
                  </a:lnTo>
                  <a:lnTo>
                    <a:pt x="19" y="144"/>
                  </a:lnTo>
                  <a:lnTo>
                    <a:pt x="11" y="149"/>
                  </a:lnTo>
                  <a:lnTo>
                    <a:pt x="2" y="156"/>
                  </a:lnTo>
                  <a:lnTo>
                    <a:pt x="2" y="156"/>
                  </a:lnTo>
                  <a:lnTo>
                    <a:pt x="0" y="158"/>
                  </a:lnTo>
                  <a:lnTo>
                    <a:pt x="0" y="160"/>
                  </a:lnTo>
                  <a:lnTo>
                    <a:pt x="0" y="162"/>
                  </a:lnTo>
                  <a:lnTo>
                    <a:pt x="2" y="164"/>
                  </a:lnTo>
                  <a:lnTo>
                    <a:pt x="6" y="165"/>
                  </a:lnTo>
                  <a:lnTo>
                    <a:pt x="8" y="165"/>
                  </a:lnTo>
                  <a:lnTo>
                    <a:pt x="9" y="164"/>
                  </a:lnTo>
                  <a:lnTo>
                    <a:pt x="9" y="164"/>
                  </a:lnTo>
                  <a:lnTo>
                    <a:pt x="19" y="157"/>
                  </a:lnTo>
                  <a:lnTo>
                    <a:pt x="29" y="152"/>
                  </a:lnTo>
                  <a:lnTo>
                    <a:pt x="50" y="141"/>
                  </a:lnTo>
                  <a:lnTo>
                    <a:pt x="72" y="132"/>
                  </a:lnTo>
                  <a:lnTo>
                    <a:pt x="92" y="122"/>
                  </a:lnTo>
                  <a:lnTo>
                    <a:pt x="92" y="122"/>
                  </a:lnTo>
                  <a:lnTo>
                    <a:pt x="119" y="106"/>
                  </a:lnTo>
                  <a:lnTo>
                    <a:pt x="145" y="92"/>
                  </a:lnTo>
                  <a:lnTo>
                    <a:pt x="173" y="79"/>
                  </a:lnTo>
                  <a:lnTo>
                    <a:pt x="187" y="73"/>
                  </a:lnTo>
                  <a:lnTo>
                    <a:pt x="203" y="68"/>
                  </a:lnTo>
                  <a:lnTo>
                    <a:pt x="203" y="68"/>
                  </a:lnTo>
                  <a:lnTo>
                    <a:pt x="223" y="60"/>
                  </a:lnTo>
                  <a:lnTo>
                    <a:pt x="244" y="52"/>
                  </a:lnTo>
                  <a:lnTo>
                    <a:pt x="283" y="34"/>
                  </a:lnTo>
                  <a:lnTo>
                    <a:pt x="283" y="34"/>
                  </a:lnTo>
                  <a:lnTo>
                    <a:pt x="304" y="22"/>
                  </a:lnTo>
                  <a:lnTo>
                    <a:pt x="314" y="17"/>
                  </a:lnTo>
                  <a:lnTo>
                    <a:pt x="325" y="14"/>
                  </a:lnTo>
                  <a:lnTo>
                    <a:pt x="325" y="14"/>
                  </a:lnTo>
                  <a:lnTo>
                    <a:pt x="334" y="14"/>
                  </a:lnTo>
                  <a:lnTo>
                    <a:pt x="338" y="13"/>
                  </a:lnTo>
                  <a:lnTo>
                    <a:pt x="342" y="11"/>
                  </a:lnTo>
                  <a:lnTo>
                    <a:pt x="342" y="11"/>
                  </a:lnTo>
                  <a:lnTo>
                    <a:pt x="342" y="8"/>
                  </a:lnTo>
                  <a:lnTo>
                    <a:pt x="343" y="5"/>
                  </a:lnTo>
                  <a:lnTo>
                    <a:pt x="340" y="1"/>
                  </a:lnTo>
                  <a:lnTo>
                    <a:pt x="339" y="0"/>
                  </a:lnTo>
                  <a:lnTo>
                    <a:pt x="336" y="0"/>
                  </a:lnTo>
                  <a:lnTo>
                    <a:pt x="335" y="0"/>
                  </a:lnTo>
                  <a:lnTo>
                    <a:pt x="333" y="1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3" name="Freeform 400"/>
            <p:cNvSpPr/>
            <p:nvPr/>
          </p:nvSpPr>
          <p:spPr bwMode="auto">
            <a:xfrm>
              <a:off x="5813426" y="1204913"/>
              <a:ext cx="111125" cy="57150"/>
            </a:xfrm>
            <a:custGeom>
              <a:avLst/>
              <a:gdLst/>
              <a:ahLst/>
              <a:cxnLst>
                <a:cxn ang="0">
                  <a:pos x="270" y="0"/>
                </a:cxn>
                <a:cxn ang="0">
                  <a:pos x="270" y="0"/>
                </a:cxn>
                <a:cxn ang="0">
                  <a:pos x="238" y="18"/>
                </a:cxn>
                <a:cxn ang="0">
                  <a:pos x="204" y="35"/>
                </a:cxn>
                <a:cxn ang="0">
                  <a:pos x="137" y="68"/>
                </a:cxn>
                <a:cxn ang="0">
                  <a:pos x="69" y="99"/>
                </a:cxn>
                <a:cxn ang="0">
                  <a:pos x="2" y="132"/>
                </a:cxn>
                <a:cxn ang="0">
                  <a:pos x="2" y="132"/>
                </a:cxn>
                <a:cxn ang="0">
                  <a:pos x="0" y="133"/>
                </a:cxn>
                <a:cxn ang="0">
                  <a:pos x="0" y="134"/>
                </a:cxn>
                <a:cxn ang="0">
                  <a:pos x="0" y="137"/>
                </a:cxn>
                <a:cxn ang="0">
                  <a:pos x="0" y="140"/>
                </a:cxn>
                <a:cxn ang="0">
                  <a:pos x="4" y="142"/>
                </a:cxn>
                <a:cxn ang="0">
                  <a:pos x="5" y="142"/>
                </a:cxn>
                <a:cxn ang="0">
                  <a:pos x="7" y="141"/>
                </a:cxn>
                <a:cxn ang="0">
                  <a:pos x="7" y="141"/>
                </a:cxn>
                <a:cxn ang="0">
                  <a:pos x="76" y="109"/>
                </a:cxn>
                <a:cxn ang="0">
                  <a:pos x="142" y="77"/>
                </a:cxn>
                <a:cxn ang="0">
                  <a:pos x="210" y="45"/>
                </a:cxn>
                <a:cxn ang="0">
                  <a:pos x="243" y="28"/>
                </a:cxn>
                <a:cxn ang="0">
                  <a:pos x="276" y="10"/>
                </a:cxn>
                <a:cxn ang="0">
                  <a:pos x="276" y="10"/>
                </a:cxn>
                <a:cxn ang="0">
                  <a:pos x="278" y="9"/>
                </a:cxn>
                <a:cxn ang="0">
                  <a:pos x="278" y="6"/>
                </a:cxn>
                <a:cxn ang="0">
                  <a:pos x="278" y="2"/>
                </a:cxn>
                <a:cxn ang="0">
                  <a:pos x="274" y="0"/>
                </a:cxn>
                <a:cxn ang="0">
                  <a:pos x="273" y="0"/>
                </a:cxn>
                <a:cxn ang="0">
                  <a:pos x="270" y="0"/>
                </a:cxn>
                <a:cxn ang="0">
                  <a:pos x="270" y="0"/>
                </a:cxn>
              </a:cxnLst>
              <a:rect l="0" t="0" r="r" b="b"/>
              <a:pathLst>
                <a:path w="278" h="142">
                  <a:moveTo>
                    <a:pt x="270" y="0"/>
                  </a:moveTo>
                  <a:lnTo>
                    <a:pt x="270" y="0"/>
                  </a:lnTo>
                  <a:lnTo>
                    <a:pt x="238" y="18"/>
                  </a:lnTo>
                  <a:lnTo>
                    <a:pt x="204" y="35"/>
                  </a:lnTo>
                  <a:lnTo>
                    <a:pt x="137" y="68"/>
                  </a:lnTo>
                  <a:lnTo>
                    <a:pt x="69" y="99"/>
                  </a:lnTo>
                  <a:lnTo>
                    <a:pt x="2" y="132"/>
                  </a:lnTo>
                  <a:lnTo>
                    <a:pt x="2" y="132"/>
                  </a:lnTo>
                  <a:lnTo>
                    <a:pt x="0" y="133"/>
                  </a:lnTo>
                  <a:lnTo>
                    <a:pt x="0" y="134"/>
                  </a:lnTo>
                  <a:lnTo>
                    <a:pt x="0" y="137"/>
                  </a:lnTo>
                  <a:lnTo>
                    <a:pt x="0" y="140"/>
                  </a:lnTo>
                  <a:lnTo>
                    <a:pt x="4" y="142"/>
                  </a:lnTo>
                  <a:lnTo>
                    <a:pt x="5" y="142"/>
                  </a:lnTo>
                  <a:lnTo>
                    <a:pt x="7" y="141"/>
                  </a:lnTo>
                  <a:lnTo>
                    <a:pt x="7" y="141"/>
                  </a:lnTo>
                  <a:lnTo>
                    <a:pt x="76" y="109"/>
                  </a:lnTo>
                  <a:lnTo>
                    <a:pt x="142" y="77"/>
                  </a:lnTo>
                  <a:lnTo>
                    <a:pt x="210" y="45"/>
                  </a:lnTo>
                  <a:lnTo>
                    <a:pt x="243" y="28"/>
                  </a:lnTo>
                  <a:lnTo>
                    <a:pt x="276" y="10"/>
                  </a:lnTo>
                  <a:lnTo>
                    <a:pt x="276" y="10"/>
                  </a:lnTo>
                  <a:lnTo>
                    <a:pt x="278" y="9"/>
                  </a:lnTo>
                  <a:lnTo>
                    <a:pt x="278" y="6"/>
                  </a:lnTo>
                  <a:lnTo>
                    <a:pt x="278" y="2"/>
                  </a:lnTo>
                  <a:lnTo>
                    <a:pt x="274" y="0"/>
                  </a:lnTo>
                  <a:lnTo>
                    <a:pt x="273" y="0"/>
                  </a:lnTo>
                  <a:lnTo>
                    <a:pt x="270" y="0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4" name="Freeform 401"/>
            <p:cNvSpPr>
              <a:spLocks noEditPoints="1"/>
            </p:cNvSpPr>
            <p:nvPr/>
          </p:nvSpPr>
          <p:spPr bwMode="auto">
            <a:xfrm>
              <a:off x="5248276" y="1095376"/>
              <a:ext cx="727075" cy="561975"/>
            </a:xfrm>
            <a:custGeom>
              <a:avLst/>
              <a:gdLst/>
              <a:ahLst/>
              <a:cxnLst>
                <a:cxn ang="0">
                  <a:pos x="1801" y="361"/>
                </a:cxn>
                <a:cxn ang="0">
                  <a:pos x="1711" y="258"/>
                </a:cxn>
                <a:cxn ang="0">
                  <a:pos x="1610" y="119"/>
                </a:cxn>
                <a:cxn ang="0">
                  <a:pos x="1511" y="36"/>
                </a:cxn>
                <a:cxn ang="0">
                  <a:pos x="1477" y="7"/>
                </a:cxn>
                <a:cxn ang="0">
                  <a:pos x="1446" y="15"/>
                </a:cxn>
                <a:cxn ang="0">
                  <a:pos x="899" y="0"/>
                </a:cxn>
                <a:cxn ang="0">
                  <a:pos x="331" y="8"/>
                </a:cxn>
                <a:cxn ang="0">
                  <a:pos x="308" y="32"/>
                </a:cxn>
                <a:cxn ang="0">
                  <a:pos x="228" y="115"/>
                </a:cxn>
                <a:cxn ang="0">
                  <a:pos x="41" y="325"/>
                </a:cxn>
                <a:cxn ang="0">
                  <a:pos x="0" y="431"/>
                </a:cxn>
                <a:cxn ang="0">
                  <a:pos x="4" y="448"/>
                </a:cxn>
                <a:cxn ang="0">
                  <a:pos x="64" y="551"/>
                </a:cxn>
                <a:cxn ang="0">
                  <a:pos x="229" y="780"/>
                </a:cxn>
                <a:cxn ang="0">
                  <a:pos x="433" y="983"/>
                </a:cxn>
                <a:cxn ang="0">
                  <a:pos x="556" y="1103"/>
                </a:cxn>
                <a:cxn ang="0">
                  <a:pos x="729" y="1265"/>
                </a:cxn>
                <a:cxn ang="0">
                  <a:pos x="869" y="1377"/>
                </a:cxn>
                <a:cxn ang="0">
                  <a:pos x="914" y="1413"/>
                </a:cxn>
                <a:cxn ang="0">
                  <a:pos x="962" y="1400"/>
                </a:cxn>
                <a:cxn ang="0">
                  <a:pos x="1071" y="1317"/>
                </a:cxn>
                <a:cxn ang="0">
                  <a:pos x="1238" y="1188"/>
                </a:cxn>
                <a:cxn ang="0">
                  <a:pos x="1364" y="1054"/>
                </a:cxn>
                <a:cxn ang="0">
                  <a:pos x="1527" y="896"/>
                </a:cxn>
                <a:cxn ang="0">
                  <a:pos x="1677" y="741"/>
                </a:cxn>
                <a:cxn ang="0">
                  <a:pos x="1777" y="599"/>
                </a:cxn>
                <a:cxn ang="0">
                  <a:pos x="1825" y="518"/>
                </a:cxn>
                <a:cxn ang="0">
                  <a:pos x="1826" y="423"/>
                </a:cxn>
                <a:cxn ang="0">
                  <a:pos x="1756" y="547"/>
                </a:cxn>
                <a:cxn ang="0">
                  <a:pos x="1711" y="619"/>
                </a:cxn>
                <a:cxn ang="0">
                  <a:pos x="1541" y="819"/>
                </a:cxn>
                <a:cxn ang="0">
                  <a:pos x="1344" y="1009"/>
                </a:cxn>
                <a:cxn ang="0">
                  <a:pos x="1185" y="1173"/>
                </a:cxn>
                <a:cxn ang="0">
                  <a:pos x="980" y="1324"/>
                </a:cxn>
                <a:cxn ang="0">
                  <a:pos x="922" y="1355"/>
                </a:cxn>
                <a:cxn ang="0">
                  <a:pos x="911" y="1349"/>
                </a:cxn>
                <a:cxn ang="0">
                  <a:pos x="826" y="1286"/>
                </a:cxn>
                <a:cxn ang="0">
                  <a:pos x="699" y="1170"/>
                </a:cxn>
                <a:cxn ang="0">
                  <a:pos x="598" y="1075"/>
                </a:cxn>
                <a:cxn ang="0">
                  <a:pos x="530" y="1009"/>
                </a:cxn>
                <a:cxn ang="0">
                  <a:pos x="432" y="921"/>
                </a:cxn>
                <a:cxn ang="0">
                  <a:pos x="202" y="677"/>
                </a:cxn>
                <a:cxn ang="0">
                  <a:pos x="106" y="529"/>
                </a:cxn>
                <a:cxn ang="0">
                  <a:pos x="49" y="418"/>
                </a:cxn>
                <a:cxn ang="0">
                  <a:pos x="97" y="333"/>
                </a:cxn>
                <a:cxn ang="0">
                  <a:pos x="247" y="164"/>
                </a:cxn>
                <a:cxn ang="0">
                  <a:pos x="343" y="62"/>
                </a:cxn>
                <a:cxn ang="0">
                  <a:pos x="765" y="49"/>
                </a:cxn>
                <a:cxn ang="0">
                  <a:pos x="1316" y="58"/>
                </a:cxn>
                <a:cxn ang="0">
                  <a:pos x="1478" y="64"/>
                </a:cxn>
                <a:cxn ang="0">
                  <a:pos x="1586" y="163"/>
                </a:cxn>
                <a:cxn ang="0">
                  <a:pos x="1695" y="309"/>
                </a:cxn>
                <a:cxn ang="0">
                  <a:pos x="1765" y="389"/>
                </a:cxn>
                <a:cxn ang="0">
                  <a:pos x="1786" y="484"/>
                </a:cxn>
              </a:cxnLst>
              <a:rect l="0" t="0" r="r" b="b"/>
              <a:pathLst>
                <a:path w="1833" h="1415">
                  <a:moveTo>
                    <a:pt x="1812" y="374"/>
                  </a:moveTo>
                  <a:lnTo>
                    <a:pt x="1812" y="374"/>
                  </a:lnTo>
                  <a:lnTo>
                    <a:pt x="1808" y="367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795" y="351"/>
                  </a:lnTo>
                  <a:lnTo>
                    <a:pt x="1788" y="342"/>
                  </a:lnTo>
                  <a:lnTo>
                    <a:pt x="1773" y="322"/>
                  </a:lnTo>
                  <a:lnTo>
                    <a:pt x="1737" y="288"/>
                  </a:lnTo>
                  <a:lnTo>
                    <a:pt x="1737" y="288"/>
                  </a:lnTo>
                  <a:lnTo>
                    <a:pt x="1724" y="274"/>
                  </a:lnTo>
                  <a:lnTo>
                    <a:pt x="1711" y="258"/>
                  </a:lnTo>
                  <a:lnTo>
                    <a:pt x="1689" y="227"/>
                  </a:lnTo>
                  <a:lnTo>
                    <a:pt x="1668" y="193"/>
                  </a:lnTo>
                  <a:lnTo>
                    <a:pt x="1657" y="177"/>
                  </a:lnTo>
                  <a:lnTo>
                    <a:pt x="1646" y="161"/>
                  </a:lnTo>
                  <a:lnTo>
                    <a:pt x="1646" y="161"/>
                  </a:lnTo>
                  <a:lnTo>
                    <a:pt x="1629" y="140"/>
                  </a:lnTo>
                  <a:lnTo>
                    <a:pt x="1610" y="119"/>
                  </a:lnTo>
                  <a:lnTo>
                    <a:pt x="1591" y="100"/>
                  </a:lnTo>
                  <a:lnTo>
                    <a:pt x="1570" y="83"/>
                  </a:lnTo>
                  <a:lnTo>
                    <a:pt x="1570" y="83"/>
                  </a:lnTo>
                  <a:lnTo>
                    <a:pt x="1552" y="70"/>
                  </a:lnTo>
                  <a:lnTo>
                    <a:pt x="1531" y="53"/>
                  </a:lnTo>
                  <a:lnTo>
                    <a:pt x="1520" y="45"/>
                  </a:lnTo>
                  <a:lnTo>
                    <a:pt x="1511" y="36"/>
                  </a:lnTo>
                  <a:lnTo>
                    <a:pt x="1503" y="27"/>
                  </a:lnTo>
                  <a:lnTo>
                    <a:pt x="1497" y="19"/>
                  </a:lnTo>
                  <a:lnTo>
                    <a:pt x="1497" y="19"/>
                  </a:lnTo>
                  <a:lnTo>
                    <a:pt x="1494" y="13"/>
                  </a:lnTo>
                  <a:lnTo>
                    <a:pt x="1489" y="11"/>
                  </a:lnTo>
                  <a:lnTo>
                    <a:pt x="1484" y="8"/>
                  </a:lnTo>
                  <a:lnTo>
                    <a:pt x="1477" y="7"/>
                  </a:lnTo>
                  <a:lnTo>
                    <a:pt x="1463" y="7"/>
                  </a:lnTo>
                  <a:lnTo>
                    <a:pt x="1463" y="7"/>
                  </a:lnTo>
                  <a:lnTo>
                    <a:pt x="1457" y="8"/>
                  </a:lnTo>
                  <a:lnTo>
                    <a:pt x="1452" y="10"/>
                  </a:lnTo>
                  <a:lnTo>
                    <a:pt x="1448" y="12"/>
                  </a:lnTo>
                  <a:lnTo>
                    <a:pt x="1446" y="15"/>
                  </a:lnTo>
                  <a:lnTo>
                    <a:pt x="1446" y="15"/>
                  </a:lnTo>
                  <a:lnTo>
                    <a:pt x="1376" y="13"/>
                  </a:lnTo>
                  <a:lnTo>
                    <a:pt x="1308" y="12"/>
                  </a:lnTo>
                  <a:lnTo>
                    <a:pt x="1172" y="7"/>
                  </a:lnTo>
                  <a:lnTo>
                    <a:pt x="1036" y="2"/>
                  </a:lnTo>
                  <a:lnTo>
                    <a:pt x="967" y="0"/>
                  </a:lnTo>
                  <a:lnTo>
                    <a:pt x="899" y="0"/>
                  </a:lnTo>
                  <a:lnTo>
                    <a:pt x="899" y="0"/>
                  </a:lnTo>
                  <a:lnTo>
                    <a:pt x="832" y="0"/>
                  </a:lnTo>
                  <a:lnTo>
                    <a:pt x="765" y="3"/>
                  </a:lnTo>
                  <a:lnTo>
                    <a:pt x="699" y="6"/>
                  </a:lnTo>
                  <a:lnTo>
                    <a:pt x="632" y="7"/>
                  </a:lnTo>
                  <a:lnTo>
                    <a:pt x="335" y="7"/>
                  </a:lnTo>
                  <a:lnTo>
                    <a:pt x="335" y="7"/>
                  </a:lnTo>
                  <a:lnTo>
                    <a:pt x="331" y="8"/>
                  </a:lnTo>
                  <a:lnTo>
                    <a:pt x="327" y="8"/>
                  </a:lnTo>
                  <a:lnTo>
                    <a:pt x="321" y="13"/>
                  </a:lnTo>
                  <a:lnTo>
                    <a:pt x="321" y="13"/>
                  </a:lnTo>
                  <a:lnTo>
                    <a:pt x="318" y="16"/>
                  </a:lnTo>
                  <a:lnTo>
                    <a:pt x="315" y="19"/>
                  </a:lnTo>
                  <a:lnTo>
                    <a:pt x="315" y="19"/>
                  </a:lnTo>
                  <a:lnTo>
                    <a:pt x="308" y="32"/>
                  </a:lnTo>
                  <a:lnTo>
                    <a:pt x="298" y="45"/>
                  </a:lnTo>
                  <a:lnTo>
                    <a:pt x="288" y="58"/>
                  </a:lnTo>
                  <a:lnTo>
                    <a:pt x="275" y="70"/>
                  </a:lnTo>
                  <a:lnTo>
                    <a:pt x="251" y="92"/>
                  </a:lnTo>
                  <a:lnTo>
                    <a:pt x="238" y="104"/>
                  </a:lnTo>
                  <a:lnTo>
                    <a:pt x="228" y="115"/>
                  </a:lnTo>
                  <a:lnTo>
                    <a:pt x="228" y="115"/>
                  </a:lnTo>
                  <a:lnTo>
                    <a:pt x="171" y="177"/>
                  </a:lnTo>
                  <a:lnTo>
                    <a:pt x="114" y="236"/>
                  </a:lnTo>
                  <a:lnTo>
                    <a:pt x="114" y="236"/>
                  </a:lnTo>
                  <a:lnTo>
                    <a:pt x="96" y="255"/>
                  </a:lnTo>
                  <a:lnTo>
                    <a:pt x="77" y="278"/>
                  </a:lnTo>
                  <a:lnTo>
                    <a:pt x="59" y="301"/>
                  </a:lnTo>
                  <a:lnTo>
                    <a:pt x="41" y="325"/>
                  </a:lnTo>
                  <a:lnTo>
                    <a:pt x="26" y="351"/>
                  </a:lnTo>
                  <a:lnTo>
                    <a:pt x="20" y="364"/>
                  </a:lnTo>
                  <a:lnTo>
                    <a:pt x="13" y="377"/>
                  </a:lnTo>
                  <a:lnTo>
                    <a:pt x="8" y="390"/>
                  </a:lnTo>
                  <a:lnTo>
                    <a:pt x="5" y="403"/>
                  </a:lnTo>
                  <a:lnTo>
                    <a:pt x="3" y="416"/>
                  </a:lnTo>
                  <a:lnTo>
                    <a:pt x="0" y="431"/>
                  </a:lnTo>
                  <a:lnTo>
                    <a:pt x="0" y="431"/>
                  </a:lnTo>
                  <a:lnTo>
                    <a:pt x="0" y="433"/>
                  </a:lnTo>
                  <a:lnTo>
                    <a:pt x="0" y="436"/>
                  </a:lnTo>
                  <a:lnTo>
                    <a:pt x="0" y="436"/>
                  </a:lnTo>
                  <a:lnTo>
                    <a:pt x="1" y="442"/>
                  </a:lnTo>
                  <a:lnTo>
                    <a:pt x="4" y="448"/>
                  </a:lnTo>
                  <a:lnTo>
                    <a:pt x="4" y="448"/>
                  </a:lnTo>
                  <a:lnTo>
                    <a:pt x="8" y="462"/>
                  </a:lnTo>
                  <a:lnTo>
                    <a:pt x="15" y="475"/>
                  </a:lnTo>
                  <a:lnTo>
                    <a:pt x="22" y="490"/>
                  </a:lnTo>
                  <a:lnTo>
                    <a:pt x="30" y="503"/>
                  </a:lnTo>
                  <a:lnTo>
                    <a:pt x="47" y="527"/>
                  </a:lnTo>
                  <a:lnTo>
                    <a:pt x="64" y="551"/>
                  </a:lnTo>
                  <a:lnTo>
                    <a:pt x="64" y="551"/>
                  </a:lnTo>
                  <a:lnTo>
                    <a:pt x="90" y="590"/>
                  </a:lnTo>
                  <a:lnTo>
                    <a:pt x="115" y="629"/>
                  </a:lnTo>
                  <a:lnTo>
                    <a:pt x="141" y="667"/>
                  </a:lnTo>
                  <a:lnTo>
                    <a:pt x="169" y="705"/>
                  </a:lnTo>
                  <a:lnTo>
                    <a:pt x="169" y="705"/>
                  </a:lnTo>
                  <a:lnTo>
                    <a:pt x="198" y="743"/>
                  </a:lnTo>
                  <a:lnTo>
                    <a:pt x="229" y="780"/>
                  </a:lnTo>
                  <a:lnTo>
                    <a:pt x="260" y="816"/>
                  </a:lnTo>
                  <a:lnTo>
                    <a:pt x="293" y="850"/>
                  </a:lnTo>
                  <a:lnTo>
                    <a:pt x="327" y="886"/>
                  </a:lnTo>
                  <a:lnTo>
                    <a:pt x="362" y="918"/>
                  </a:lnTo>
                  <a:lnTo>
                    <a:pt x="398" y="951"/>
                  </a:lnTo>
                  <a:lnTo>
                    <a:pt x="433" y="983"/>
                  </a:lnTo>
                  <a:lnTo>
                    <a:pt x="433" y="983"/>
                  </a:lnTo>
                  <a:lnTo>
                    <a:pt x="449" y="998"/>
                  </a:lnTo>
                  <a:lnTo>
                    <a:pt x="465" y="1013"/>
                  </a:lnTo>
                  <a:lnTo>
                    <a:pt x="495" y="1044"/>
                  </a:lnTo>
                  <a:lnTo>
                    <a:pt x="525" y="1074"/>
                  </a:lnTo>
                  <a:lnTo>
                    <a:pt x="539" y="1090"/>
                  </a:lnTo>
                  <a:lnTo>
                    <a:pt x="556" y="1103"/>
                  </a:lnTo>
                  <a:lnTo>
                    <a:pt x="556" y="1103"/>
                  </a:lnTo>
                  <a:lnTo>
                    <a:pt x="593" y="1133"/>
                  </a:lnTo>
                  <a:lnTo>
                    <a:pt x="627" y="1164"/>
                  </a:lnTo>
                  <a:lnTo>
                    <a:pt x="661" y="1197"/>
                  </a:lnTo>
                  <a:lnTo>
                    <a:pt x="693" y="1231"/>
                  </a:lnTo>
                  <a:lnTo>
                    <a:pt x="693" y="1231"/>
                  </a:lnTo>
                  <a:lnTo>
                    <a:pt x="710" y="1248"/>
                  </a:lnTo>
                  <a:lnTo>
                    <a:pt x="729" y="1265"/>
                  </a:lnTo>
                  <a:lnTo>
                    <a:pt x="747" y="1281"/>
                  </a:lnTo>
                  <a:lnTo>
                    <a:pt x="765" y="1295"/>
                  </a:lnTo>
                  <a:lnTo>
                    <a:pt x="803" y="1324"/>
                  </a:lnTo>
                  <a:lnTo>
                    <a:pt x="841" y="1354"/>
                  </a:lnTo>
                  <a:lnTo>
                    <a:pt x="841" y="1354"/>
                  </a:lnTo>
                  <a:lnTo>
                    <a:pt x="853" y="1364"/>
                  </a:lnTo>
                  <a:lnTo>
                    <a:pt x="869" y="1377"/>
                  </a:lnTo>
                  <a:lnTo>
                    <a:pt x="884" y="1391"/>
                  </a:lnTo>
                  <a:lnTo>
                    <a:pt x="892" y="1396"/>
                  </a:lnTo>
                  <a:lnTo>
                    <a:pt x="900" y="1398"/>
                  </a:lnTo>
                  <a:lnTo>
                    <a:pt x="900" y="1398"/>
                  </a:lnTo>
                  <a:lnTo>
                    <a:pt x="904" y="1406"/>
                  </a:lnTo>
                  <a:lnTo>
                    <a:pt x="911" y="1411"/>
                  </a:lnTo>
                  <a:lnTo>
                    <a:pt x="914" y="1413"/>
                  </a:lnTo>
                  <a:lnTo>
                    <a:pt x="918" y="1414"/>
                  </a:lnTo>
                  <a:lnTo>
                    <a:pt x="922" y="1415"/>
                  </a:lnTo>
                  <a:lnTo>
                    <a:pt x="928" y="1414"/>
                  </a:lnTo>
                  <a:lnTo>
                    <a:pt x="928" y="1414"/>
                  </a:lnTo>
                  <a:lnTo>
                    <a:pt x="941" y="1411"/>
                  </a:lnTo>
                  <a:lnTo>
                    <a:pt x="951" y="1406"/>
                  </a:lnTo>
                  <a:lnTo>
                    <a:pt x="962" y="1400"/>
                  </a:lnTo>
                  <a:lnTo>
                    <a:pt x="972" y="1391"/>
                  </a:lnTo>
                  <a:lnTo>
                    <a:pt x="972" y="1391"/>
                  </a:lnTo>
                  <a:lnTo>
                    <a:pt x="996" y="1371"/>
                  </a:lnTo>
                  <a:lnTo>
                    <a:pt x="1020" y="1353"/>
                  </a:lnTo>
                  <a:lnTo>
                    <a:pt x="1045" y="1334"/>
                  </a:lnTo>
                  <a:lnTo>
                    <a:pt x="1071" y="1317"/>
                  </a:lnTo>
                  <a:lnTo>
                    <a:pt x="1071" y="1317"/>
                  </a:lnTo>
                  <a:lnTo>
                    <a:pt x="1092" y="1303"/>
                  </a:lnTo>
                  <a:lnTo>
                    <a:pt x="1115" y="1287"/>
                  </a:lnTo>
                  <a:lnTo>
                    <a:pt x="1155" y="1255"/>
                  </a:lnTo>
                  <a:lnTo>
                    <a:pt x="1196" y="1221"/>
                  </a:lnTo>
                  <a:lnTo>
                    <a:pt x="1217" y="1204"/>
                  </a:lnTo>
                  <a:lnTo>
                    <a:pt x="1238" y="1188"/>
                  </a:lnTo>
                  <a:lnTo>
                    <a:pt x="1238" y="1188"/>
                  </a:lnTo>
                  <a:lnTo>
                    <a:pt x="1256" y="1175"/>
                  </a:lnTo>
                  <a:lnTo>
                    <a:pt x="1273" y="1159"/>
                  </a:lnTo>
                  <a:lnTo>
                    <a:pt x="1289" y="1143"/>
                  </a:lnTo>
                  <a:lnTo>
                    <a:pt x="1304" y="1126"/>
                  </a:lnTo>
                  <a:lnTo>
                    <a:pt x="1336" y="1091"/>
                  </a:lnTo>
                  <a:lnTo>
                    <a:pt x="1364" y="1054"/>
                  </a:lnTo>
                  <a:lnTo>
                    <a:pt x="1364" y="1054"/>
                  </a:lnTo>
                  <a:lnTo>
                    <a:pt x="1379" y="1037"/>
                  </a:lnTo>
                  <a:lnTo>
                    <a:pt x="1395" y="1020"/>
                  </a:lnTo>
                  <a:lnTo>
                    <a:pt x="1426" y="990"/>
                  </a:lnTo>
                  <a:lnTo>
                    <a:pt x="1460" y="960"/>
                  </a:lnTo>
                  <a:lnTo>
                    <a:pt x="1494" y="929"/>
                  </a:lnTo>
                  <a:lnTo>
                    <a:pt x="1494" y="929"/>
                  </a:lnTo>
                  <a:lnTo>
                    <a:pt x="1527" y="896"/>
                  </a:lnTo>
                  <a:lnTo>
                    <a:pt x="1559" y="862"/>
                  </a:lnTo>
                  <a:lnTo>
                    <a:pt x="1592" y="830"/>
                  </a:lnTo>
                  <a:lnTo>
                    <a:pt x="1626" y="796"/>
                  </a:lnTo>
                  <a:lnTo>
                    <a:pt x="1626" y="796"/>
                  </a:lnTo>
                  <a:lnTo>
                    <a:pt x="1644" y="779"/>
                  </a:lnTo>
                  <a:lnTo>
                    <a:pt x="1661" y="759"/>
                  </a:lnTo>
                  <a:lnTo>
                    <a:pt x="1677" y="741"/>
                  </a:lnTo>
                  <a:lnTo>
                    <a:pt x="1691" y="720"/>
                  </a:lnTo>
                  <a:lnTo>
                    <a:pt x="1722" y="680"/>
                  </a:lnTo>
                  <a:lnTo>
                    <a:pt x="1752" y="640"/>
                  </a:lnTo>
                  <a:lnTo>
                    <a:pt x="1752" y="640"/>
                  </a:lnTo>
                  <a:lnTo>
                    <a:pt x="1761" y="627"/>
                  </a:lnTo>
                  <a:lnTo>
                    <a:pt x="1770" y="614"/>
                  </a:lnTo>
                  <a:lnTo>
                    <a:pt x="1777" y="599"/>
                  </a:lnTo>
                  <a:lnTo>
                    <a:pt x="1783" y="585"/>
                  </a:lnTo>
                  <a:lnTo>
                    <a:pt x="1783" y="585"/>
                  </a:lnTo>
                  <a:lnTo>
                    <a:pt x="1787" y="575"/>
                  </a:lnTo>
                  <a:lnTo>
                    <a:pt x="1794" y="565"/>
                  </a:lnTo>
                  <a:lnTo>
                    <a:pt x="1807" y="547"/>
                  </a:lnTo>
                  <a:lnTo>
                    <a:pt x="1818" y="527"/>
                  </a:lnTo>
                  <a:lnTo>
                    <a:pt x="1825" y="518"/>
                  </a:lnTo>
                  <a:lnTo>
                    <a:pt x="1829" y="507"/>
                  </a:lnTo>
                  <a:lnTo>
                    <a:pt x="1829" y="507"/>
                  </a:lnTo>
                  <a:lnTo>
                    <a:pt x="1831" y="491"/>
                  </a:lnTo>
                  <a:lnTo>
                    <a:pt x="1833" y="474"/>
                  </a:lnTo>
                  <a:lnTo>
                    <a:pt x="1833" y="457"/>
                  </a:lnTo>
                  <a:lnTo>
                    <a:pt x="1830" y="440"/>
                  </a:lnTo>
                  <a:lnTo>
                    <a:pt x="1826" y="423"/>
                  </a:lnTo>
                  <a:lnTo>
                    <a:pt x="1821" y="406"/>
                  </a:lnTo>
                  <a:lnTo>
                    <a:pt x="1812" y="374"/>
                  </a:lnTo>
                  <a:lnTo>
                    <a:pt x="1812" y="374"/>
                  </a:lnTo>
                  <a:close/>
                  <a:moveTo>
                    <a:pt x="1778" y="513"/>
                  </a:moveTo>
                  <a:lnTo>
                    <a:pt x="1778" y="513"/>
                  </a:lnTo>
                  <a:lnTo>
                    <a:pt x="1767" y="531"/>
                  </a:lnTo>
                  <a:lnTo>
                    <a:pt x="1756" y="547"/>
                  </a:lnTo>
                  <a:lnTo>
                    <a:pt x="1744" y="564"/>
                  </a:lnTo>
                  <a:lnTo>
                    <a:pt x="1739" y="572"/>
                  </a:lnTo>
                  <a:lnTo>
                    <a:pt x="1735" y="582"/>
                  </a:lnTo>
                  <a:lnTo>
                    <a:pt x="1735" y="582"/>
                  </a:lnTo>
                  <a:lnTo>
                    <a:pt x="1729" y="592"/>
                  </a:lnTo>
                  <a:lnTo>
                    <a:pt x="1724" y="601"/>
                  </a:lnTo>
                  <a:lnTo>
                    <a:pt x="1711" y="619"/>
                  </a:lnTo>
                  <a:lnTo>
                    <a:pt x="1684" y="656"/>
                  </a:lnTo>
                  <a:lnTo>
                    <a:pt x="1684" y="656"/>
                  </a:lnTo>
                  <a:lnTo>
                    <a:pt x="1657" y="690"/>
                  </a:lnTo>
                  <a:lnTo>
                    <a:pt x="1630" y="722"/>
                  </a:lnTo>
                  <a:lnTo>
                    <a:pt x="1601" y="755"/>
                  </a:lnTo>
                  <a:lnTo>
                    <a:pt x="1571" y="788"/>
                  </a:lnTo>
                  <a:lnTo>
                    <a:pt x="1541" y="819"/>
                  </a:lnTo>
                  <a:lnTo>
                    <a:pt x="1511" y="849"/>
                  </a:lnTo>
                  <a:lnTo>
                    <a:pt x="1448" y="909"/>
                  </a:lnTo>
                  <a:lnTo>
                    <a:pt x="1448" y="909"/>
                  </a:lnTo>
                  <a:lnTo>
                    <a:pt x="1395" y="958"/>
                  </a:lnTo>
                  <a:lnTo>
                    <a:pt x="1368" y="983"/>
                  </a:lnTo>
                  <a:lnTo>
                    <a:pt x="1344" y="1009"/>
                  </a:lnTo>
                  <a:lnTo>
                    <a:pt x="1344" y="1009"/>
                  </a:lnTo>
                  <a:lnTo>
                    <a:pt x="1313" y="1043"/>
                  </a:lnTo>
                  <a:lnTo>
                    <a:pt x="1285" y="1077"/>
                  </a:lnTo>
                  <a:lnTo>
                    <a:pt x="1256" y="1109"/>
                  </a:lnTo>
                  <a:lnTo>
                    <a:pt x="1240" y="1125"/>
                  </a:lnTo>
                  <a:lnTo>
                    <a:pt x="1225" y="1141"/>
                  </a:lnTo>
                  <a:lnTo>
                    <a:pt x="1225" y="1141"/>
                  </a:lnTo>
                  <a:lnTo>
                    <a:pt x="1185" y="1173"/>
                  </a:lnTo>
                  <a:lnTo>
                    <a:pt x="1146" y="1206"/>
                  </a:lnTo>
                  <a:lnTo>
                    <a:pt x="1065" y="1266"/>
                  </a:lnTo>
                  <a:lnTo>
                    <a:pt x="1065" y="1266"/>
                  </a:lnTo>
                  <a:lnTo>
                    <a:pt x="1044" y="1282"/>
                  </a:lnTo>
                  <a:lnTo>
                    <a:pt x="1023" y="1295"/>
                  </a:lnTo>
                  <a:lnTo>
                    <a:pt x="980" y="1324"/>
                  </a:lnTo>
                  <a:lnTo>
                    <a:pt x="980" y="1324"/>
                  </a:lnTo>
                  <a:lnTo>
                    <a:pt x="968" y="1333"/>
                  </a:lnTo>
                  <a:lnTo>
                    <a:pt x="956" y="1343"/>
                  </a:lnTo>
                  <a:lnTo>
                    <a:pt x="945" y="1354"/>
                  </a:lnTo>
                  <a:lnTo>
                    <a:pt x="931" y="1363"/>
                  </a:lnTo>
                  <a:lnTo>
                    <a:pt x="931" y="1363"/>
                  </a:lnTo>
                  <a:lnTo>
                    <a:pt x="928" y="1358"/>
                  </a:lnTo>
                  <a:lnTo>
                    <a:pt x="922" y="1355"/>
                  </a:lnTo>
                  <a:lnTo>
                    <a:pt x="916" y="1354"/>
                  </a:lnTo>
                  <a:lnTo>
                    <a:pt x="908" y="1355"/>
                  </a:lnTo>
                  <a:lnTo>
                    <a:pt x="908" y="1355"/>
                  </a:lnTo>
                  <a:lnTo>
                    <a:pt x="911" y="1354"/>
                  </a:lnTo>
                  <a:lnTo>
                    <a:pt x="912" y="1353"/>
                  </a:lnTo>
                  <a:lnTo>
                    <a:pt x="912" y="1350"/>
                  </a:lnTo>
                  <a:lnTo>
                    <a:pt x="911" y="1349"/>
                  </a:lnTo>
                  <a:lnTo>
                    <a:pt x="907" y="1343"/>
                  </a:lnTo>
                  <a:lnTo>
                    <a:pt x="901" y="1340"/>
                  </a:lnTo>
                  <a:lnTo>
                    <a:pt x="886" y="1329"/>
                  </a:lnTo>
                  <a:lnTo>
                    <a:pt x="874" y="1321"/>
                  </a:lnTo>
                  <a:lnTo>
                    <a:pt x="874" y="1321"/>
                  </a:lnTo>
                  <a:lnTo>
                    <a:pt x="850" y="1303"/>
                  </a:lnTo>
                  <a:lnTo>
                    <a:pt x="826" y="1286"/>
                  </a:lnTo>
                  <a:lnTo>
                    <a:pt x="826" y="1286"/>
                  </a:lnTo>
                  <a:lnTo>
                    <a:pt x="807" y="1274"/>
                  </a:lnTo>
                  <a:lnTo>
                    <a:pt x="790" y="1261"/>
                  </a:lnTo>
                  <a:lnTo>
                    <a:pt x="775" y="1247"/>
                  </a:lnTo>
                  <a:lnTo>
                    <a:pt x="759" y="1232"/>
                  </a:lnTo>
                  <a:lnTo>
                    <a:pt x="729" y="1202"/>
                  </a:lnTo>
                  <a:lnTo>
                    <a:pt x="699" y="1170"/>
                  </a:lnTo>
                  <a:lnTo>
                    <a:pt x="699" y="1170"/>
                  </a:lnTo>
                  <a:lnTo>
                    <a:pt x="676" y="1146"/>
                  </a:lnTo>
                  <a:lnTo>
                    <a:pt x="652" y="1120"/>
                  </a:lnTo>
                  <a:lnTo>
                    <a:pt x="638" y="1107"/>
                  </a:lnTo>
                  <a:lnTo>
                    <a:pt x="625" y="1095"/>
                  </a:lnTo>
                  <a:lnTo>
                    <a:pt x="612" y="1085"/>
                  </a:lnTo>
                  <a:lnTo>
                    <a:pt x="598" y="1075"/>
                  </a:lnTo>
                  <a:lnTo>
                    <a:pt x="598" y="1075"/>
                  </a:lnTo>
                  <a:lnTo>
                    <a:pt x="587" y="1069"/>
                  </a:lnTo>
                  <a:lnTo>
                    <a:pt x="578" y="1062"/>
                  </a:lnTo>
                  <a:lnTo>
                    <a:pt x="561" y="1045"/>
                  </a:lnTo>
                  <a:lnTo>
                    <a:pt x="546" y="1027"/>
                  </a:lnTo>
                  <a:lnTo>
                    <a:pt x="530" y="1009"/>
                  </a:lnTo>
                  <a:lnTo>
                    <a:pt x="530" y="1009"/>
                  </a:lnTo>
                  <a:lnTo>
                    <a:pt x="523" y="1000"/>
                  </a:lnTo>
                  <a:lnTo>
                    <a:pt x="516" y="993"/>
                  </a:lnTo>
                  <a:lnTo>
                    <a:pt x="500" y="979"/>
                  </a:lnTo>
                  <a:lnTo>
                    <a:pt x="482" y="964"/>
                  </a:lnTo>
                  <a:lnTo>
                    <a:pt x="466" y="951"/>
                  </a:lnTo>
                  <a:lnTo>
                    <a:pt x="466" y="951"/>
                  </a:lnTo>
                  <a:lnTo>
                    <a:pt x="432" y="921"/>
                  </a:lnTo>
                  <a:lnTo>
                    <a:pt x="399" y="890"/>
                  </a:lnTo>
                  <a:lnTo>
                    <a:pt x="366" y="858"/>
                  </a:lnTo>
                  <a:lnTo>
                    <a:pt x="335" y="826"/>
                  </a:lnTo>
                  <a:lnTo>
                    <a:pt x="275" y="759"/>
                  </a:lnTo>
                  <a:lnTo>
                    <a:pt x="215" y="691"/>
                  </a:lnTo>
                  <a:lnTo>
                    <a:pt x="215" y="691"/>
                  </a:lnTo>
                  <a:lnTo>
                    <a:pt x="202" y="677"/>
                  </a:lnTo>
                  <a:lnTo>
                    <a:pt x="190" y="661"/>
                  </a:lnTo>
                  <a:lnTo>
                    <a:pt x="166" y="628"/>
                  </a:lnTo>
                  <a:lnTo>
                    <a:pt x="145" y="594"/>
                  </a:lnTo>
                  <a:lnTo>
                    <a:pt x="127" y="559"/>
                  </a:lnTo>
                  <a:lnTo>
                    <a:pt x="127" y="559"/>
                  </a:lnTo>
                  <a:lnTo>
                    <a:pt x="118" y="543"/>
                  </a:lnTo>
                  <a:lnTo>
                    <a:pt x="106" y="529"/>
                  </a:lnTo>
                  <a:lnTo>
                    <a:pt x="83" y="497"/>
                  </a:lnTo>
                  <a:lnTo>
                    <a:pt x="71" y="482"/>
                  </a:lnTo>
                  <a:lnTo>
                    <a:pt x="60" y="466"/>
                  </a:lnTo>
                  <a:lnTo>
                    <a:pt x="52" y="449"/>
                  </a:lnTo>
                  <a:lnTo>
                    <a:pt x="46" y="432"/>
                  </a:lnTo>
                  <a:lnTo>
                    <a:pt x="46" y="432"/>
                  </a:lnTo>
                  <a:lnTo>
                    <a:pt x="49" y="418"/>
                  </a:lnTo>
                  <a:lnTo>
                    <a:pt x="51" y="404"/>
                  </a:lnTo>
                  <a:lnTo>
                    <a:pt x="56" y="391"/>
                  </a:lnTo>
                  <a:lnTo>
                    <a:pt x="63" y="380"/>
                  </a:lnTo>
                  <a:lnTo>
                    <a:pt x="71" y="368"/>
                  </a:lnTo>
                  <a:lnTo>
                    <a:pt x="79" y="356"/>
                  </a:lnTo>
                  <a:lnTo>
                    <a:pt x="97" y="333"/>
                  </a:lnTo>
                  <a:lnTo>
                    <a:pt x="97" y="333"/>
                  </a:lnTo>
                  <a:lnTo>
                    <a:pt x="120" y="302"/>
                  </a:lnTo>
                  <a:lnTo>
                    <a:pt x="145" y="272"/>
                  </a:lnTo>
                  <a:lnTo>
                    <a:pt x="171" y="245"/>
                  </a:lnTo>
                  <a:lnTo>
                    <a:pt x="199" y="216"/>
                  </a:lnTo>
                  <a:lnTo>
                    <a:pt x="199" y="216"/>
                  </a:lnTo>
                  <a:lnTo>
                    <a:pt x="224" y="191"/>
                  </a:lnTo>
                  <a:lnTo>
                    <a:pt x="247" y="164"/>
                  </a:lnTo>
                  <a:lnTo>
                    <a:pt x="270" y="138"/>
                  </a:lnTo>
                  <a:lnTo>
                    <a:pt x="294" y="112"/>
                  </a:lnTo>
                  <a:lnTo>
                    <a:pt x="294" y="112"/>
                  </a:lnTo>
                  <a:lnTo>
                    <a:pt x="315" y="91"/>
                  </a:lnTo>
                  <a:lnTo>
                    <a:pt x="336" y="71"/>
                  </a:lnTo>
                  <a:lnTo>
                    <a:pt x="336" y="71"/>
                  </a:lnTo>
                  <a:lnTo>
                    <a:pt x="343" y="62"/>
                  </a:lnTo>
                  <a:lnTo>
                    <a:pt x="345" y="57"/>
                  </a:lnTo>
                  <a:lnTo>
                    <a:pt x="345" y="54"/>
                  </a:lnTo>
                  <a:lnTo>
                    <a:pt x="343" y="53"/>
                  </a:lnTo>
                  <a:lnTo>
                    <a:pt x="632" y="53"/>
                  </a:lnTo>
                  <a:lnTo>
                    <a:pt x="632" y="53"/>
                  </a:lnTo>
                  <a:lnTo>
                    <a:pt x="699" y="51"/>
                  </a:lnTo>
                  <a:lnTo>
                    <a:pt x="765" y="49"/>
                  </a:lnTo>
                  <a:lnTo>
                    <a:pt x="832" y="46"/>
                  </a:lnTo>
                  <a:lnTo>
                    <a:pt x="899" y="45"/>
                  </a:lnTo>
                  <a:lnTo>
                    <a:pt x="899" y="45"/>
                  </a:lnTo>
                  <a:lnTo>
                    <a:pt x="968" y="46"/>
                  </a:lnTo>
                  <a:lnTo>
                    <a:pt x="1037" y="47"/>
                  </a:lnTo>
                  <a:lnTo>
                    <a:pt x="1176" y="53"/>
                  </a:lnTo>
                  <a:lnTo>
                    <a:pt x="1316" y="58"/>
                  </a:lnTo>
                  <a:lnTo>
                    <a:pt x="1385" y="61"/>
                  </a:lnTo>
                  <a:lnTo>
                    <a:pt x="1455" y="61"/>
                  </a:lnTo>
                  <a:lnTo>
                    <a:pt x="1455" y="61"/>
                  </a:lnTo>
                  <a:lnTo>
                    <a:pt x="1463" y="59"/>
                  </a:lnTo>
                  <a:lnTo>
                    <a:pt x="1468" y="57"/>
                  </a:lnTo>
                  <a:lnTo>
                    <a:pt x="1468" y="57"/>
                  </a:lnTo>
                  <a:lnTo>
                    <a:pt x="1478" y="64"/>
                  </a:lnTo>
                  <a:lnTo>
                    <a:pt x="1489" y="72"/>
                  </a:lnTo>
                  <a:lnTo>
                    <a:pt x="1489" y="72"/>
                  </a:lnTo>
                  <a:lnTo>
                    <a:pt x="1515" y="93"/>
                  </a:lnTo>
                  <a:lnTo>
                    <a:pt x="1540" y="114"/>
                  </a:lnTo>
                  <a:lnTo>
                    <a:pt x="1563" y="138"/>
                  </a:lnTo>
                  <a:lnTo>
                    <a:pt x="1586" y="163"/>
                  </a:lnTo>
                  <a:lnTo>
                    <a:pt x="1586" y="163"/>
                  </a:lnTo>
                  <a:lnTo>
                    <a:pt x="1609" y="191"/>
                  </a:lnTo>
                  <a:lnTo>
                    <a:pt x="1633" y="221"/>
                  </a:lnTo>
                  <a:lnTo>
                    <a:pt x="1654" y="251"/>
                  </a:lnTo>
                  <a:lnTo>
                    <a:pt x="1674" y="283"/>
                  </a:lnTo>
                  <a:lnTo>
                    <a:pt x="1674" y="283"/>
                  </a:lnTo>
                  <a:lnTo>
                    <a:pt x="1685" y="296"/>
                  </a:lnTo>
                  <a:lnTo>
                    <a:pt x="1695" y="309"/>
                  </a:lnTo>
                  <a:lnTo>
                    <a:pt x="1720" y="333"/>
                  </a:lnTo>
                  <a:lnTo>
                    <a:pt x="1732" y="344"/>
                  </a:lnTo>
                  <a:lnTo>
                    <a:pt x="1744" y="357"/>
                  </a:lnTo>
                  <a:lnTo>
                    <a:pt x="1753" y="370"/>
                  </a:lnTo>
                  <a:lnTo>
                    <a:pt x="1762" y="384"/>
                  </a:lnTo>
                  <a:lnTo>
                    <a:pt x="1762" y="384"/>
                  </a:lnTo>
                  <a:lnTo>
                    <a:pt x="1765" y="389"/>
                  </a:lnTo>
                  <a:lnTo>
                    <a:pt x="1770" y="393"/>
                  </a:lnTo>
                  <a:lnTo>
                    <a:pt x="1770" y="393"/>
                  </a:lnTo>
                  <a:lnTo>
                    <a:pt x="1778" y="421"/>
                  </a:lnTo>
                  <a:lnTo>
                    <a:pt x="1782" y="437"/>
                  </a:lnTo>
                  <a:lnTo>
                    <a:pt x="1784" y="453"/>
                  </a:lnTo>
                  <a:lnTo>
                    <a:pt x="1786" y="469"/>
                  </a:lnTo>
                  <a:lnTo>
                    <a:pt x="1786" y="484"/>
                  </a:lnTo>
                  <a:lnTo>
                    <a:pt x="1783" y="500"/>
                  </a:lnTo>
                  <a:lnTo>
                    <a:pt x="1778" y="513"/>
                  </a:lnTo>
                  <a:lnTo>
                    <a:pt x="1778" y="51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5" name="Freeform 402"/>
            <p:cNvSpPr/>
            <p:nvPr/>
          </p:nvSpPr>
          <p:spPr bwMode="auto">
            <a:xfrm>
              <a:off x="5257801" y="1255713"/>
              <a:ext cx="703263" cy="26988"/>
            </a:xfrm>
            <a:custGeom>
              <a:avLst/>
              <a:gdLst/>
              <a:ahLst/>
              <a:cxnLst>
                <a:cxn ang="0">
                  <a:pos x="1763" y="29"/>
                </a:cxn>
                <a:cxn ang="0">
                  <a:pos x="1744" y="21"/>
                </a:cxn>
                <a:cxn ang="0">
                  <a:pos x="1720" y="18"/>
                </a:cxn>
                <a:cxn ang="0">
                  <a:pos x="1673" y="20"/>
                </a:cxn>
                <a:cxn ang="0">
                  <a:pos x="1592" y="22"/>
                </a:cxn>
                <a:cxn ang="0">
                  <a:pos x="1510" y="22"/>
                </a:cxn>
                <a:cxn ang="0">
                  <a:pos x="1451" y="21"/>
                </a:cxn>
                <a:cxn ang="0">
                  <a:pos x="1332" y="13"/>
                </a:cxn>
                <a:cxn ang="0">
                  <a:pos x="1273" y="12"/>
                </a:cxn>
                <a:cxn ang="0">
                  <a:pos x="1145" y="15"/>
                </a:cxn>
                <a:cxn ang="0">
                  <a:pos x="1016" y="16"/>
                </a:cxn>
                <a:cxn ang="0">
                  <a:pos x="769" y="13"/>
                </a:cxn>
                <a:cxn ang="0">
                  <a:pos x="273" y="3"/>
                </a:cxn>
                <a:cxn ang="0">
                  <a:pos x="26" y="0"/>
                </a:cxn>
                <a:cxn ang="0">
                  <a:pos x="20" y="0"/>
                </a:cxn>
                <a:cxn ang="0">
                  <a:pos x="10" y="4"/>
                </a:cxn>
                <a:cxn ang="0">
                  <a:pos x="4" y="11"/>
                </a:cxn>
                <a:cxn ang="0">
                  <a:pos x="0" y="18"/>
                </a:cxn>
                <a:cxn ang="0">
                  <a:pos x="0" y="28"/>
                </a:cxn>
                <a:cxn ang="0">
                  <a:pos x="4" y="35"/>
                </a:cxn>
                <a:cxn ang="0">
                  <a:pos x="10" y="42"/>
                </a:cxn>
                <a:cxn ang="0">
                  <a:pos x="20" y="45"/>
                </a:cxn>
                <a:cxn ang="0">
                  <a:pos x="26" y="46"/>
                </a:cxn>
                <a:cxn ang="0">
                  <a:pos x="256" y="49"/>
                </a:cxn>
                <a:cxn ang="0">
                  <a:pos x="717" y="59"/>
                </a:cxn>
                <a:cxn ang="0">
                  <a:pos x="947" y="60"/>
                </a:cxn>
                <a:cxn ang="0">
                  <a:pos x="1009" y="60"/>
                </a:cxn>
                <a:cxn ang="0">
                  <a:pos x="1196" y="55"/>
                </a:cxn>
                <a:cxn ang="0">
                  <a:pos x="1320" y="56"/>
                </a:cxn>
                <a:cxn ang="0">
                  <a:pos x="1413" y="62"/>
                </a:cxn>
                <a:cxn ang="0">
                  <a:pos x="1443" y="66"/>
                </a:cxn>
                <a:cxn ang="0">
                  <a:pos x="1527" y="69"/>
                </a:cxn>
                <a:cxn ang="0">
                  <a:pos x="1610" y="68"/>
                </a:cxn>
                <a:cxn ang="0">
                  <a:pos x="1673" y="66"/>
                </a:cxn>
                <a:cxn ang="0">
                  <a:pos x="1707" y="67"/>
                </a:cxn>
                <a:cxn ang="0">
                  <a:pos x="1727" y="64"/>
                </a:cxn>
                <a:cxn ang="0">
                  <a:pos x="1725" y="62"/>
                </a:cxn>
                <a:cxn ang="0">
                  <a:pos x="1731" y="66"/>
                </a:cxn>
                <a:cxn ang="0">
                  <a:pos x="1741" y="68"/>
                </a:cxn>
                <a:cxn ang="0">
                  <a:pos x="1750" y="68"/>
                </a:cxn>
                <a:cxn ang="0">
                  <a:pos x="1763" y="62"/>
                </a:cxn>
                <a:cxn ang="0">
                  <a:pos x="1770" y="50"/>
                </a:cxn>
                <a:cxn ang="0">
                  <a:pos x="1771" y="42"/>
                </a:cxn>
                <a:cxn ang="0">
                  <a:pos x="1767" y="34"/>
                </a:cxn>
                <a:cxn ang="0">
                  <a:pos x="1763" y="29"/>
                </a:cxn>
              </a:cxnLst>
              <a:rect l="0" t="0" r="r" b="b"/>
              <a:pathLst>
                <a:path w="1771" h="69">
                  <a:moveTo>
                    <a:pt x="1763" y="29"/>
                  </a:moveTo>
                  <a:lnTo>
                    <a:pt x="1763" y="29"/>
                  </a:lnTo>
                  <a:lnTo>
                    <a:pt x="1754" y="24"/>
                  </a:lnTo>
                  <a:lnTo>
                    <a:pt x="1744" y="21"/>
                  </a:lnTo>
                  <a:lnTo>
                    <a:pt x="1732" y="18"/>
                  </a:lnTo>
                  <a:lnTo>
                    <a:pt x="1720" y="18"/>
                  </a:lnTo>
                  <a:lnTo>
                    <a:pt x="1695" y="18"/>
                  </a:lnTo>
                  <a:lnTo>
                    <a:pt x="1673" y="20"/>
                  </a:lnTo>
                  <a:lnTo>
                    <a:pt x="1673" y="20"/>
                  </a:lnTo>
                  <a:lnTo>
                    <a:pt x="1592" y="22"/>
                  </a:lnTo>
                  <a:lnTo>
                    <a:pt x="1510" y="22"/>
                  </a:lnTo>
                  <a:lnTo>
                    <a:pt x="1510" y="22"/>
                  </a:lnTo>
                  <a:lnTo>
                    <a:pt x="1481" y="22"/>
                  </a:lnTo>
                  <a:lnTo>
                    <a:pt x="1451" y="21"/>
                  </a:lnTo>
                  <a:lnTo>
                    <a:pt x="1392" y="17"/>
                  </a:lnTo>
                  <a:lnTo>
                    <a:pt x="1332" y="13"/>
                  </a:lnTo>
                  <a:lnTo>
                    <a:pt x="1303" y="12"/>
                  </a:lnTo>
                  <a:lnTo>
                    <a:pt x="1273" y="12"/>
                  </a:lnTo>
                  <a:lnTo>
                    <a:pt x="1273" y="12"/>
                  </a:lnTo>
                  <a:lnTo>
                    <a:pt x="1145" y="15"/>
                  </a:lnTo>
                  <a:lnTo>
                    <a:pt x="1016" y="16"/>
                  </a:lnTo>
                  <a:lnTo>
                    <a:pt x="1016" y="16"/>
                  </a:lnTo>
                  <a:lnTo>
                    <a:pt x="893" y="15"/>
                  </a:lnTo>
                  <a:lnTo>
                    <a:pt x="769" y="13"/>
                  </a:lnTo>
                  <a:lnTo>
                    <a:pt x="521" y="8"/>
                  </a:lnTo>
                  <a:lnTo>
                    <a:pt x="273" y="3"/>
                  </a:lnTo>
                  <a:lnTo>
                    <a:pt x="149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14" y="1"/>
                  </a:lnTo>
                  <a:lnTo>
                    <a:pt x="10" y="4"/>
                  </a:lnTo>
                  <a:lnTo>
                    <a:pt x="7" y="7"/>
                  </a:lnTo>
                  <a:lnTo>
                    <a:pt x="4" y="11"/>
                  </a:lnTo>
                  <a:lnTo>
                    <a:pt x="1" y="15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8"/>
                  </a:lnTo>
                  <a:lnTo>
                    <a:pt x="1" y="32"/>
                  </a:lnTo>
                  <a:lnTo>
                    <a:pt x="4" y="35"/>
                  </a:lnTo>
                  <a:lnTo>
                    <a:pt x="7" y="38"/>
                  </a:lnTo>
                  <a:lnTo>
                    <a:pt x="10" y="42"/>
                  </a:lnTo>
                  <a:lnTo>
                    <a:pt x="14" y="43"/>
                  </a:lnTo>
                  <a:lnTo>
                    <a:pt x="20" y="45"/>
                  </a:lnTo>
                  <a:lnTo>
                    <a:pt x="26" y="46"/>
                  </a:lnTo>
                  <a:lnTo>
                    <a:pt x="26" y="46"/>
                  </a:lnTo>
                  <a:lnTo>
                    <a:pt x="141" y="46"/>
                  </a:lnTo>
                  <a:lnTo>
                    <a:pt x="256" y="49"/>
                  </a:lnTo>
                  <a:lnTo>
                    <a:pt x="487" y="54"/>
                  </a:lnTo>
                  <a:lnTo>
                    <a:pt x="717" y="59"/>
                  </a:lnTo>
                  <a:lnTo>
                    <a:pt x="832" y="60"/>
                  </a:lnTo>
                  <a:lnTo>
                    <a:pt x="947" y="60"/>
                  </a:lnTo>
                  <a:lnTo>
                    <a:pt x="947" y="60"/>
                  </a:lnTo>
                  <a:lnTo>
                    <a:pt x="1009" y="60"/>
                  </a:lnTo>
                  <a:lnTo>
                    <a:pt x="1071" y="59"/>
                  </a:lnTo>
                  <a:lnTo>
                    <a:pt x="1196" y="55"/>
                  </a:lnTo>
                  <a:lnTo>
                    <a:pt x="1258" y="55"/>
                  </a:lnTo>
                  <a:lnTo>
                    <a:pt x="1320" y="56"/>
                  </a:lnTo>
                  <a:lnTo>
                    <a:pt x="1381" y="59"/>
                  </a:lnTo>
                  <a:lnTo>
                    <a:pt x="1413" y="62"/>
                  </a:lnTo>
                  <a:lnTo>
                    <a:pt x="1443" y="66"/>
                  </a:lnTo>
                  <a:lnTo>
                    <a:pt x="1443" y="66"/>
                  </a:lnTo>
                  <a:lnTo>
                    <a:pt x="1485" y="68"/>
                  </a:lnTo>
                  <a:lnTo>
                    <a:pt x="1527" y="69"/>
                  </a:lnTo>
                  <a:lnTo>
                    <a:pt x="1568" y="69"/>
                  </a:lnTo>
                  <a:lnTo>
                    <a:pt x="1610" y="68"/>
                  </a:lnTo>
                  <a:lnTo>
                    <a:pt x="1610" y="68"/>
                  </a:lnTo>
                  <a:lnTo>
                    <a:pt x="1673" y="66"/>
                  </a:lnTo>
                  <a:lnTo>
                    <a:pt x="1673" y="66"/>
                  </a:lnTo>
                  <a:lnTo>
                    <a:pt x="1707" y="67"/>
                  </a:lnTo>
                  <a:lnTo>
                    <a:pt x="1723" y="66"/>
                  </a:lnTo>
                  <a:lnTo>
                    <a:pt x="1727" y="64"/>
                  </a:lnTo>
                  <a:lnTo>
                    <a:pt x="1727" y="63"/>
                  </a:lnTo>
                  <a:lnTo>
                    <a:pt x="1725" y="62"/>
                  </a:lnTo>
                  <a:lnTo>
                    <a:pt x="1725" y="62"/>
                  </a:lnTo>
                  <a:lnTo>
                    <a:pt x="1731" y="66"/>
                  </a:lnTo>
                  <a:lnTo>
                    <a:pt x="1736" y="67"/>
                  </a:lnTo>
                  <a:lnTo>
                    <a:pt x="1741" y="68"/>
                  </a:lnTo>
                  <a:lnTo>
                    <a:pt x="1745" y="68"/>
                  </a:lnTo>
                  <a:lnTo>
                    <a:pt x="1750" y="68"/>
                  </a:lnTo>
                  <a:lnTo>
                    <a:pt x="1755" y="66"/>
                  </a:lnTo>
                  <a:lnTo>
                    <a:pt x="1763" y="62"/>
                  </a:lnTo>
                  <a:lnTo>
                    <a:pt x="1769" y="54"/>
                  </a:lnTo>
                  <a:lnTo>
                    <a:pt x="1770" y="50"/>
                  </a:lnTo>
                  <a:lnTo>
                    <a:pt x="1771" y="46"/>
                  </a:lnTo>
                  <a:lnTo>
                    <a:pt x="1771" y="42"/>
                  </a:lnTo>
                  <a:lnTo>
                    <a:pt x="1770" y="38"/>
                  </a:lnTo>
                  <a:lnTo>
                    <a:pt x="1767" y="34"/>
                  </a:lnTo>
                  <a:lnTo>
                    <a:pt x="1763" y="29"/>
                  </a:lnTo>
                  <a:lnTo>
                    <a:pt x="1763" y="29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6" name="Freeform 403"/>
            <p:cNvSpPr/>
            <p:nvPr/>
          </p:nvSpPr>
          <p:spPr bwMode="auto">
            <a:xfrm>
              <a:off x="5435601" y="1260476"/>
              <a:ext cx="180975" cy="381000"/>
            </a:xfrm>
            <a:custGeom>
              <a:avLst/>
              <a:gdLst/>
              <a:ahLst/>
              <a:cxnLst>
                <a:cxn ang="0">
                  <a:pos x="454" y="924"/>
                </a:cxn>
                <a:cxn ang="0">
                  <a:pos x="432" y="877"/>
                </a:cxn>
                <a:cxn ang="0">
                  <a:pos x="394" y="782"/>
                </a:cxn>
                <a:cxn ang="0">
                  <a:pos x="373" y="735"/>
                </a:cxn>
                <a:cxn ang="0">
                  <a:pos x="343" y="672"/>
                </a:cxn>
                <a:cxn ang="0">
                  <a:pos x="245" y="488"/>
                </a:cxn>
                <a:cxn ang="0">
                  <a:pos x="232" y="464"/>
                </a:cxn>
                <a:cxn ang="0">
                  <a:pos x="187" y="395"/>
                </a:cxn>
                <a:cxn ang="0">
                  <a:pos x="160" y="348"/>
                </a:cxn>
                <a:cxn ang="0">
                  <a:pos x="135" y="298"/>
                </a:cxn>
                <a:cxn ang="0">
                  <a:pos x="122" y="264"/>
                </a:cxn>
                <a:cxn ang="0">
                  <a:pos x="100" y="193"/>
                </a:cxn>
                <a:cxn ang="0">
                  <a:pos x="87" y="158"/>
                </a:cxn>
                <a:cxn ang="0">
                  <a:pos x="62" y="91"/>
                </a:cxn>
                <a:cxn ang="0">
                  <a:pos x="51" y="57"/>
                </a:cxn>
                <a:cxn ang="0">
                  <a:pos x="46" y="22"/>
                </a:cxn>
                <a:cxn ang="0">
                  <a:pos x="45" y="17"/>
                </a:cxn>
                <a:cxn ang="0">
                  <a:pos x="41" y="9"/>
                </a:cxn>
                <a:cxn ang="0">
                  <a:pos x="34" y="4"/>
                </a:cxn>
                <a:cxn ang="0">
                  <a:pos x="23" y="0"/>
                </a:cxn>
                <a:cxn ang="0">
                  <a:pos x="10" y="4"/>
                </a:cxn>
                <a:cxn ang="0">
                  <a:pos x="4" y="9"/>
                </a:cxn>
                <a:cxn ang="0">
                  <a:pos x="0" y="17"/>
                </a:cxn>
                <a:cxn ang="0">
                  <a:pos x="0" y="22"/>
                </a:cxn>
                <a:cxn ang="0">
                  <a:pos x="4" y="52"/>
                </a:cxn>
                <a:cxn ang="0">
                  <a:pos x="19" y="108"/>
                </a:cxn>
                <a:cxn ang="0">
                  <a:pos x="29" y="136"/>
                </a:cxn>
                <a:cxn ang="0">
                  <a:pos x="51" y="199"/>
                </a:cxn>
                <a:cxn ang="0">
                  <a:pos x="71" y="261"/>
                </a:cxn>
                <a:cxn ang="0">
                  <a:pos x="81" y="289"/>
                </a:cxn>
                <a:cxn ang="0">
                  <a:pos x="118" y="369"/>
                </a:cxn>
                <a:cxn ang="0">
                  <a:pos x="126" y="383"/>
                </a:cxn>
                <a:cxn ang="0">
                  <a:pos x="152" y="422"/>
                </a:cxn>
                <a:cxn ang="0">
                  <a:pos x="178" y="462"/>
                </a:cxn>
                <a:cxn ang="0">
                  <a:pos x="186" y="475"/>
                </a:cxn>
                <a:cxn ang="0">
                  <a:pos x="220" y="539"/>
                </a:cxn>
                <a:cxn ang="0">
                  <a:pos x="254" y="601"/>
                </a:cxn>
                <a:cxn ang="0">
                  <a:pos x="269" y="635"/>
                </a:cxn>
                <a:cxn ang="0">
                  <a:pos x="291" y="690"/>
                </a:cxn>
                <a:cxn ang="0">
                  <a:pos x="309" y="724"/>
                </a:cxn>
                <a:cxn ang="0">
                  <a:pos x="320" y="739"/>
                </a:cxn>
                <a:cxn ang="0">
                  <a:pos x="333" y="758"/>
                </a:cxn>
                <a:cxn ang="0">
                  <a:pos x="339" y="781"/>
                </a:cxn>
                <a:cxn ang="0">
                  <a:pos x="351" y="812"/>
                </a:cxn>
                <a:cxn ang="0">
                  <a:pos x="356" y="821"/>
                </a:cxn>
                <a:cxn ang="0">
                  <a:pos x="373" y="851"/>
                </a:cxn>
                <a:cxn ang="0">
                  <a:pos x="388" y="883"/>
                </a:cxn>
                <a:cxn ang="0">
                  <a:pos x="407" y="931"/>
                </a:cxn>
                <a:cxn ang="0">
                  <a:pos x="415" y="947"/>
                </a:cxn>
                <a:cxn ang="0">
                  <a:pos x="420" y="955"/>
                </a:cxn>
                <a:cxn ang="0">
                  <a:pos x="428" y="958"/>
                </a:cxn>
                <a:cxn ang="0">
                  <a:pos x="437" y="958"/>
                </a:cxn>
                <a:cxn ang="0">
                  <a:pos x="452" y="949"/>
                </a:cxn>
                <a:cxn ang="0">
                  <a:pos x="456" y="941"/>
                </a:cxn>
                <a:cxn ang="0">
                  <a:pos x="457" y="934"/>
                </a:cxn>
                <a:cxn ang="0">
                  <a:pos x="454" y="924"/>
                </a:cxn>
              </a:cxnLst>
              <a:rect l="0" t="0" r="r" b="b"/>
              <a:pathLst>
                <a:path w="457" h="958">
                  <a:moveTo>
                    <a:pt x="454" y="924"/>
                  </a:moveTo>
                  <a:lnTo>
                    <a:pt x="454" y="924"/>
                  </a:lnTo>
                  <a:lnTo>
                    <a:pt x="442" y="901"/>
                  </a:lnTo>
                  <a:lnTo>
                    <a:pt x="432" y="877"/>
                  </a:lnTo>
                  <a:lnTo>
                    <a:pt x="412" y="830"/>
                  </a:lnTo>
                  <a:lnTo>
                    <a:pt x="394" y="782"/>
                  </a:lnTo>
                  <a:lnTo>
                    <a:pt x="384" y="758"/>
                  </a:lnTo>
                  <a:lnTo>
                    <a:pt x="373" y="735"/>
                  </a:lnTo>
                  <a:lnTo>
                    <a:pt x="373" y="735"/>
                  </a:lnTo>
                  <a:lnTo>
                    <a:pt x="343" y="672"/>
                  </a:lnTo>
                  <a:lnTo>
                    <a:pt x="310" y="611"/>
                  </a:lnTo>
                  <a:lnTo>
                    <a:pt x="245" y="488"/>
                  </a:lnTo>
                  <a:lnTo>
                    <a:pt x="245" y="488"/>
                  </a:lnTo>
                  <a:lnTo>
                    <a:pt x="232" y="464"/>
                  </a:lnTo>
                  <a:lnTo>
                    <a:pt x="217" y="441"/>
                  </a:lnTo>
                  <a:lnTo>
                    <a:pt x="187" y="395"/>
                  </a:lnTo>
                  <a:lnTo>
                    <a:pt x="173" y="371"/>
                  </a:lnTo>
                  <a:lnTo>
                    <a:pt x="160" y="348"/>
                  </a:lnTo>
                  <a:lnTo>
                    <a:pt x="147" y="324"/>
                  </a:lnTo>
                  <a:lnTo>
                    <a:pt x="135" y="298"/>
                  </a:lnTo>
                  <a:lnTo>
                    <a:pt x="135" y="298"/>
                  </a:lnTo>
                  <a:lnTo>
                    <a:pt x="122" y="264"/>
                  </a:lnTo>
                  <a:lnTo>
                    <a:pt x="110" y="229"/>
                  </a:lnTo>
                  <a:lnTo>
                    <a:pt x="100" y="193"/>
                  </a:lnTo>
                  <a:lnTo>
                    <a:pt x="87" y="158"/>
                  </a:lnTo>
                  <a:lnTo>
                    <a:pt x="87" y="158"/>
                  </a:lnTo>
                  <a:lnTo>
                    <a:pt x="74" y="125"/>
                  </a:lnTo>
                  <a:lnTo>
                    <a:pt x="62" y="91"/>
                  </a:lnTo>
                  <a:lnTo>
                    <a:pt x="55" y="74"/>
                  </a:lnTo>
                  <a:lnTo>
                    <a:pt x="51" y="57"/>
                  </a:lnTo>
                  <a:lnTo>
                    <a:pt x="47" y="40"/>
                  </a:lnTo>
                  <a:lnTo>
                    <a:pt x="46" y="22"/>
                  </a:lnTo>
                  <a:lnTo>
                    <a:pt x="46" y="22"/>
                  </a:lnTo>
                  <a:lnTo>
                    <a:pt x="45" y="17"/>
                  </a:lnTo>
                  <a:lnTo>
                    <a:pt x="44" y="13"/>
                  </a:lnTo>
                  <a:lnTo>
                    <a:pt x="41" y="9"/>
                  </a:lnTo>
                  <a:lnTo>
                    <a:pt x="38" y="5"/>
                  </a:lnTo>
                  <a:lnTo>
                    <a:pt x="34" y="4"/>
                  </a:lnTo>
                  <a:lnTo>
                    <a:pt x="30" y="1"/>
                  </a:lnTo>
                  <a:lnTo>
                    <a:pt x="23" y="0"/>
                  </a:lnTo>
                  <a:lnTo>
                    <a:pt x="13" y="1"/>
                  </a:lnTo>
                  <a:lnTo>
                    <a:pt x="10" y="4"/>
                  </a:lnTo>
                  <a:lnTo>
                    <a:pt x="7" y="5"/>
                  </a:lnTo>
                  <a:lnTo>
                    <a:pt x="4" y="9"/>
                  </a:lnTo>
                  <a:lnTo>
                    <a:pt x="2" y="13"/>
                  </a:lnTo>
                  <a:lnTo>
                    <a:pt x="0" y="17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2" y="36"/>
                  </a:lnTo>
                  <a:lnTo>
                    <a:pt x="4" y="52"/>
                  </a:lnTo>
                  <a:lnTo>
                    <a:pt x="10" y="80"/>
                  </a:lnTo>
                  <a:lnTo>
                    <a:pt x="19" y="108"/>
                  </a:lnTo>
                  <a:lnTo>
                    <a:pt x="29" y="136"/>
                  </a:lnTo>
                  <a:lnTo>
                    <a:pt x="29" y="136"/>
                  </a:lnTo>
                  <a:lnTo>
                    <a:pt x="41" y="167"/>
                  </a:lnTo>
                  <a:lnTo>
                    <a:pt x="51" y="199"/>
                  </a:lnTo>
                  <a:lnTo>
                    <a:pt x="61" y="230"/>
                  </a:lnTo>
                  <a:lnTo>
                    <a:pt x="71" y="261"/>
                  </a:lnTo>
                  <a:lnTo>
                    <a:pt x="71" y="261"/>
                  </a:lnTo>
                  <a:lnTo>
                    <a:pt x="81" y="289"/>
                  </a:lnTo>
                  <a:lnTo>
                    <a:pt x="93" y="315"/>
                  </a:lnTo>
                  <a:lnTo>
                    <a:pt x="118" y="369"/>
                  </a:lnTo>
                  <a:lnTo>
                    <a:pt x="118" y="369"/>
                  </a:lnTo>
                  <a:lnTo>
                    <a:pt x="126" y="383"/>
                  </a:lnTo>
                  <a:lnTo>
                    <a:pt x="134" y="396"/>
                  </a:lnTo>
                  <a:lnTo>
                    <a:pt x="152" y="422"/>
                  </a:lnTo>
                  <a:lnTo>
                    <a:pt x="170" y="448"/>
                  </a:lnTo>
                  <a:lnTo>
                    <a:pt x="178" y="462"/>
                  </a:lnTo>
                  <a:lnTo>
                    <a:pt x="186" y="475"/>
                  </a:lnTo>
                  <a:lnTo>
                    <a:pt x="186" y="475"/>
                  </a:lnTo>
                  <a:lnTo>
                    <a:pt x="202" y="507"/>
                  </a:lnTo>
                  <a:lnTo>
                    <a:pt x="220" y="539"/>
                  </a:lnTo>
                  <a:lnTo>
                    <a:pt x="254" y="601"/>
                  </a:lnTo>
                  <a:lnTo>
                    <a:pt x="254" y="601"/>
                  </a:lnTo>
                  <a:lnTo>
                    <a:pt x="262" y="617"/>
                  </a:lnTo>
                  <a:lnTo>
                    <a:pt x="269" y="635"/>
                  </a:lnTo>
                  <a:lnTo>
                    <a:pt x="283" y="672"/>
                  </a:lnTo>
                  <a:lnTo>
                    <a:pt x="291" y="690"/>
                  </a:lnTo>
                  <a:lnTo>
                    <a:pt x="300" y="709"/>
                  </a:lnTo>
                  <a:lnTo>
                    <a:pt x="309" y="724"/>
                  </a:lnTo>
                  <a:lnTo>
                    <a:pt x="320" y="739"/>
                  </a:lnTo>
                  <a:lnTo>
                    <a:pt x="320" y="739"/>
                  </a:lnTo>
                  <a:lnTo>
                    <a:pt x="326" y="748"/>
                  </a:lnTo>
                  <a:lnTo>
                    <a:pt x="333" y="758"/>
                  </a:lnTo>
                  <a:lnTo>
                    <a:pt x="337" y="770"/>
                  </a:lnTo>
                  <a:lnTo>
                    <a:pt x="339" y="781"/>
                  </a:lnTo>
                  <a:lnTo>
                    <a:pt x="346" y="802"/>
                  </a:lnTo>
                  <a:lnTo>
                    <a:pt x="351" y="812"/>
                  </a:lnTo>
                  <a:lnTo>
                    <a:pt x="356" y="821"/>
                  </a:lnTo>
                  <a:lnTo>
                    <a:pt x="356" y="821"/>
                  </a:lnTo>
                  <a:lnTo>
                    <a:pt x="365" y="836"/>
                  </a:lnTo>
                  <a:lnTo>
                    <a:pt x="373" y="851"/>
                  </a:lnTo>
                  <a:lnTo>
                    <a:pt x="381" y="867"/>
                  </a:lnTo>
                  <a:lnTo>
                    <a:pt x="388" y="883"/>
                  </a:lnTo>
                  <a:lnTo>
                    <a:pt x="399" y="915"/>
                  </a:lnTo>
                  <a:lnTo>
                    <a:pt x="407" y="931"/>
                  </a:lnTo>
                  <a:lnTo>
                    <a:pt x="415" y="947"/>
                  </a:lnTo>
                  <a:lnTo>
                    <a:pt x="415" y="947"/>
                  </a:lnTo>
                  <a:lnTo>
                    <a:pt x="418" y="951"/>
                  </a:lnTo>
                  <a:lnTo>
                    <a:pt x="420" y="955"/>
                  </a:lnTo>
                  <a:lnTo>
                    <a:pt x="424" y="957"/>
                  </a:lnTo>
                  <a:lnTo>
                    <a:pt x="428" y="958"/>
                  </a:lnTo>
                  <a:lnTo>
                    <a:pt x="433" y="958"/>
                  </a:lnTo>
                  <a:lnTo>
                    <a:pt x="437" y="958"/>
                  </a:lnTo>
                  <a:lnTo>
                    <a:pt x="445" y="955"/>
                  </a:lnTo>
                  <a:lnTo>
                    <a:pt x="452" y="949"/>
                  </a:lnTo>
                  <a:lnTo>
                    <a:pt x="454" y="945"/>
                  </a:lnTo>
                  <a:lnTo>
                    <a:pt x="456" y="941"/>
                  </a:lnTo>
                  <a:lnTo>
                    <a:pt x="457" y="938"/>
                  </a:lnTo>
                  <a:lnTo>
                    <a:pt x="457" y="934"/>
                  </a:lnTo>
                  <a:lnTo>
                    <a:pt x="456" y="928"/>
                  </a:lnTo>
                  <a:lnTo>
                    <a:pt x="454" y="924"/>
                  </a:lnTo>
                  <a:lnTo>
                    <a:pt x="454" y="92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7" name="Freeform 404"/>
            <p:cNvSpPr/>
            <p:nvPr/>
          </p:nvSpPr>
          <p:spPr bwMode="auto">
            <a:xfrm>
              <a:off x="5607051" y="1260476"/>
              <a:ext cx="146050" cy="387350"/>
            </a:xfrm>
            <a:custGeom>
              <a:avLst/>
              <a:gdLst/>
              <a:ahLst/>
              <a:cxnLst>
                <a:cxn ang="0">
                  <a:pos x="321" y="22"/>
                </a:cxn>
                <a:cxn ang="0">
                  <a:pos x="310" y="85"/>
                </a:cxn>
                <a:cxn ang="0">
                  <a:pos x="292" y="148"/>
                </a:cxn>
                <a:cxn ang="0">
                  <a:pos x="249" y="271"/>
                </a:cxn>
                <a:cxn ang="0">
                  <a:pos x="229" y="333"/>
                </a:cxn>
                <a:cxn ang="0">
                  <a:pos x="189" y="458"/>
                </a:cxn>
                <a:cxn ang="0">
                  <a:pos x="173" y="520"/>
                </a:cxn>
                <a:cxn ang="0">
                  <a:pos x="166" y="553"/>
                </a:cxn>
                <a:cxn ang="0">
                  <a:pos x="148" y="617"/>
                </a:cxn>
                <a:cxn ang="0">
                  <a:pos x="126" y="680"/>
                </a:cxn>
                <a:cxn ang="0">
                  <a:pos x="98" y="741"/>
                </a:cxn>
                <a:cxn ang="0">
                  <a:pos x="84" y="771"/>
                </a:cxn>
                <a:cxn ang="0">
                  <a:pos x="59" y="812"/>
                </a:cxn>
                <a:cxn ang="0">
                  <a:pos x="30" y="856"/>
                </a:cxn>
                <a:cxn ang="0">
                  <a:pos x="12" y="893"/>
                </a:cxn>
                <a:cxn ang="0">
                  <a:pos x="4" y="917"/>
                </a:cxn>
                <a:cxn ang="0">
                  <a:pos x="0" y="939"/>
                </a:cxn>
                <a:cxn ang="0">
                  <a:pos x="2" y="951"/>
                </a:cxn>
                <a:cxn ang="0">
                  <a:pos x="4" y="960"/>
                </a:cxn>
                <a:cxn ang="0">
                  <a:pos x="11" y="968"/>
                </a:cxn>
                <a:cxn ang="0">
                  <a:pos x="26" y="973"/>
                </a:cxn>
                <a:cxn ang="0">
                  <a:pos x="38" y="969"/>
                </a:cxn>
                <a:cxn ang="0">
                  <a:pos x="45" y="964"/>
                </a:cxn>
                <a:cxn ang="0">
                  <a:pos x="47" y="956"/>
                </a:cxn>
                <a:cxn ang="0">
                  <a:pos x="47" y="951"/>
                </a:cxn>
                <a:cxn ang="0">
                  <a:pos x="50" y="928"/>
                </a:cxn>
                <a:cxn ang="0">
                  <a:pos x="59" y="905"/>
                </a:cxn>
                <a:cxn ang="0">
                  <a:pos x="84" y="862"/>
                </a:cxn>
                <a:cxn ang="0">
                  <a:pos x="119" y="802"/>
                </a:cxn>
                <a:cxn ang="0">
                  <a:pos x="151" y="739"/>
                </a:cxn>
                <a:cxn ang="0">
                  <a:pos x="164" y="713"/>
                </a:cxn>
                <a:cxn ang="0">
                  <a:pos x="185" y="658"/>
                </a:cxn>
                <a:cxn ang="0">
                  <a:pos x="202" y="601"/>
                </a:cxn>
                <a:cxn ang="0">
                  <a:pos x="221" y="515"/>
                </a:cxn>
                <a:cxn ang="0">
                  <a:pos x="229" y="484"/>
                </a:cxn>
                <a:cxn ang="0">
                  <a:pos x="246" y="421"/>
                </a:cxn>
                <a:cxn ang="0">
                  <a:pos x="278" y="328"/>
                </a:cxn>
                <a:cxn ang="0">
                  <a:pos x="299" y="265"/>
                </a:cxn>
                <a:cxn ang="0">
                  <a:pos x="339" y="145"/>
                </a:cxn>
                <a:cxn ang="0">
                  <a:pos x="357" y="84"/>
                </a:cxn>
                <a:cxn ang="0">
                  <a:pos x="367" y="22"/>
                </a:cxn>
                <a:cxn ang="0">
                  <a:pos x="367" y="17"/>
                </a:cxn>
                <a:cxn ang="0">
                  <a:pos x="364" y="9"/>
                </a:cxn>
                <a:cxn ang="0">
                  <a:pos x="357" y="4"/>
                </a:cxn>
                <a:cxn ang="0">
                  <a:pos x="346" y="0"/>
                </a:cxn>
                <a:cxn ang="0">
                  <a:pos x="333" y="4"/>
                </a:cxn>
                <a:cxn ang="0">
                  <a:pos x="326" y="9"/>
                </a:cxn>
                <a:cxn ang="0">
                  <a:pos x="322" y="17"/>
                </a:cxn>
                <a:cxn ang="0">
                  <a:pos x="321" y="22"/>
                </a:cxn>
              </a:cxnLst>
              <a:rect l="0" t="0" r="r" b="b"/>
              <a:pathLst>
                <a:path w="367" h="973">
                  <a:moveTo>
                    <a:pt x="321" y="22"/>
                  </a:moveTo>
                  <a:lnTo>
                    <a:pt x="321" y="22"/>
                  </a:lnTo>
                  <a:lnTo>
                    <a:pt x="317" y="53"/>
                  </a:lnTo>
                  <a:lnTo>
                    <a:pt x="310" y="85"/>
                  </a:lnTo>
                  <a:lnTo>
                    <a:pt x="302" y="116"/>
                  </a:lnTo>
                  <a:lnTo>
                    <a:pt x="292" y="148"/>
                  </a:lnTo>
                  <a:lnTo>
                    <a:pt x="270" y="210"/>
                  </a:lnTo>
                  <a:lnTo>
                    <a:pt x="249" y="271"/>
                  </a:lnTo>
                  <a:lnTo>
                    <a:pt x="249" y="271"/>
                  </a:lnTo>
                  <a:lnTo>
                    <a:pt x="229" y="333"/>
                  </a:lnTo>
                  <a:lnTo>
                    <a:pt x="208" y="395"/>
                  </a:lnTo>
                  <a:lnTo>
                    <a:pt x="189" y="458"/>
                  </a:lnTo>
                  <a:lnTo>
                    <a:pt x="181" y="489"/>
                  </a:lnTo>
                  <a:lnTo>
                    <a:pt x="173" y="520"/>
                  </a:lnTo>
                  <a:lnTo>
                    <a:pt x="173" y="520"/>
                  </a:lnTo>
                  <a:lnTo>
                    <a:pt x="166" y="553"/>
                  </a:lnTo>
                  <a:lnTo>
                    <a:pt x="157" y="586"/>
                  </a:lnTo>
                  <a:lnTo>
                    <a:pt x="148" y="617"/>
                  </a:lnTo>
                  <a:lnTo>
                    <a:pt x="138" y="650"/>
                  </a:lnTo>
                  <a:lnTo>
                    <a:pt x="126" y="680"/>
                  </a:lnTo>
                  <a:lnTo>
                    <a:pt x="113" y="711"/>
                  </a:lnTo>
                  <a:lnTo>
                    <a:pt x="98" y="741"/>
                  </a:lnTo>
                  <a:lnTo>
                    <a:pt x="84" y="771"/>
                  </a:lnTo>
                  <a:lnTo>
                    <a:pt x="84" y="771"/>
                  </a:lnTo>
                  <a:lnTo>
                    <a:pt x="72" y="791"/>
                  </a:lnTo>
                  <a:lnTo>
                    <a:pt x="59" y="812"/>
                  </a:lnTo>
                  <a:lnTo>
                    <a:pt x="45" y="834"/>
                  </a:lnTo>
                  <a:lnTo>
                    <a:pt x="30" y="856"/>
                  </a:lnTo>
                  <a:lnTo>
                    <a:pt x="17" y="880"/>
                  </a:lnTo>
                  <a:lnTo>
                    <a:pt x="12" y="893"/>
                  </a:lnTo>
                  <a:lnTo>
                    <a:pt x="8" y="905"/>
                  </a:lnTo>
                  <a:lnTo>
                    <a:pt x="4" y="917"/>
                  </a:lnTo>
                  <a:lnTo>
                    <a:pt x="2" y="928"/>
                  </a:lnTo>
                  <a:lnTo>
                    <a:pt x="0" y="939"/>
                  </a:lnTo>
                  <a:lnTo>
                    <a:pt x="2" y="951"/>
                  </a:lnTo>
                  <a:lnTo>
                    <a:pt x="2" y="951"/>
                  </a:lnTo>
                  <a:lnTo>
                    <a:pt x="3" y="956"/>
                  </a:lnTo>
                  <a:lnTo>
                    <a:pt x="4" y="960"/>
                  </a:lnTo>
                  <a:lnTo>
                    <a:pt x="7" y="964"/>
                  </a:lnTo>
                  <a:lnTo>
                    <a:pt x="11" y="968"/>
                  </a:lnTo>
                  <a:lnTo>
                    <a:pt x="17" y="972"/>
                  </a:lnTo>
                  <a:lnTo>
                    <a:pt x="26" y="973"/>
                  </a:lnTo>
                  <a:lnTo>
                    <a:pt x="34" y="972"/>
                  </a:lnTo>
                  <a:lnTo>
                    <a:pt x="38" y="969"/>
                  </a:lnTo>
                  <a:lnTo>
                    <a:pt x="42" y="968"/>
                  </a:lnTo>
                  <a:lnTo>
                    <a:pt x="45" y="964"/>
                  </a:lnTo>
                  <a:lnTo>
                    <a:pt x="46" y="960"/>
                  </a:lnTo>
                  <a:lnTo>
                    <a:pt x="47" y="956"/>
                  </a:lnTo>
                  <a:lnTo>
                    <a:pt x="47" y="951"/>
                  </a:lnTo>
                  <a:lnTo>
                    <a:pt x="47" y="951"/>
                  </a:lnTo>
                  <a:lnTo>
                    <a:pt x="47" y="940"/>
                  </a:lnTo>
                  <a:lnTo>
                    <a:pt x="50" y="928"/>
                  </a:lnTo>
                  <a:lnTo>
                    <a:pt x="54" y="917"/>
                  </a:lnTo>
                  <a:lnTo>
                    <a:pt x="59" y="905"/>
                  </a:lnTo>
                  <a:lnTo>
                    <a:pt x="72" y="881"/>
                  </a:lnTo>
                  <a:lnTo>
                    <a:pt x="84" y="862"/>
                  </a:lnTo>
                  <a:lnTo>
                    <a:pt x="84" y="862"/>
                  </a:lnTo>
                  <a:lnTo>
                    <a:pt x="119" y="802"/>
                  </a:lnTo>
                  <a:lnTo>
                    <a:pt x="135" y="770"/>
                  </a:lnTo>
                  <a:lnTo>
                    <a:pt x="151" y="739"/>
                  </a:lnTo>
                  <a:lnTo>
                    <a:pt x="151" y="739"/>
                  </a:lnTo>
                  <a:lnTo>
                    <a:pt x="164" y="713"/>
                  </a:lnTo>
                  <a:lnTo>
                    <a:pt x="174" y="685"/>
                  </a:lnTo>
                  <a:lnTo>
                    <a:pt x="185" y="658"/>
                  </a:lnTo>
                  <a:lnTo>
                    <a:pt x="193" y="629"/>
                  </a:lnTo>
                  <a:lnTo>
                    <a:pt x="202" y="601"/>
                  </a:lnTo>
                  <a:lnTo>
                    <a:pt x="208" y="573"/>
                  </a:lnTo>
                  <a:lnTo>
                    <a:pt x="221" y="515"/>
                  </a:lnTo>
                  <a:lnTo>
                    <a:pt x="221" y="515"/>
                  </a:lnTo>
                  <a:lnTo>
                    <a:pt x="229" y="484"/>
                  </a:lnTo>
                  <a:lnTo>
                    <a:pt x="237" y="452"/>
                  </a:lnTo>
                  <a:lnTo>
                    <a:pt x="246" y="421"/>
                  </a:lnTo>
                  <a:lnTo>
                    <a:pt x="257" y="390"/>
                  </a:lnTo>
                  <a:lnTo>
                    <a:pt x="278" y="328"/>
                  </a:lnTo>
                  <a:lnTo>
                    <a:pt x="299" y="265"/>
                  </a:lnTo>
                  <a:lnTo>
                    <a:pt x="299" y="265"/>
                  </a:lnTo>
                  <a:lnTo>
                    <a:pt x="320" y="207"/>
                  </a:lnTo>
                  <a:lnTo>
                    <a:pt x="339" y="145"/>
                  </a:lnTo>
                  <a:lnTo>
                    <a:pt x="350" y="115"/>
                  </a:lnTo>
                  <a:lnTo>
                    <a:pt x="357" y="84"/>
                  </a:lnTo>
                  <a:lnTo>
                    <a:pt x="363" y="53"/>
                  </a:lnTo>
                  <a:lnTo>
                    <a:pt x="367" y="22"/>
                  </a:lnTo>
                  <a:lnTo>
                    <a:pt x="367" y="22"/>
                  </a:lnTo>
                  <a:lnTo>
                    <a:pt x="367" y="17"/>
                  </a:lnTo>
                  <a:lnTo>
                    <a:pt x="365" y="13"/>
                  </a:lnTo>
                  <a:lnTo>
                    <a:pt x="364" y="9"/>
                  </a:lnTo>
                  <a:lnTo>
                    <a:pt x="361" y="5"/>
                  </a:lnTo>
                  <a:lnTo>
                    <a:pt x="357" y="4"/>
                  </a:lnTo>
                  <a:lnTo>
                    <a:pt x="354" y="1"/>
                  </a:lnTo>
                  <a:lnTo>
                    <a:pt x="346" y="0"/>
                  </a:lnTo>
                  <a:lnTo>
                    <a:pt x="337" y="1"/>
                  </a:lnTo>
                  <a:lnTo>
                    <a:pt x="333" y="4"/>
                  </a:lnTo>
                  <a:lnTo>
                    <a:pt x="330" y="5"/>
                  </a:lnTo>
                  <a:lnTo>
                    <a:pt x="326" y="9"/>
                  </a:lnTo>
                  <a:lnTo>
                    <a:pt x="323" y="13"/>
                  </a:lnTo>
                  <a:lnTo>
                    <a:pt x="322" y="17"/>
                  </a:lnTo>
                  <a:lnTo>
                    <a:pt x="321" y="22"/>
                  </a:lnTo>
                  <a:lnTo>
                    <a:pt x="321" y="2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8" name="Freeform 405"/>
            <p:cNvSpPr/>
            <p:nvPr/>
          </p:nvSpPr>
          <p:spPr bwMode="auto">
            <a:xfrm>
              <a:off x="5372101" y="1096963"/>
              <a:ext cx="247650" cy="176213"/>
            </a:xfrm>
            <a:custGeom>
              <a:avLst/>
              <a:gdLst/>
              <a:ahLst/>
              <a:cxnLst>
                <a:cxn ang="0">
                  <a:pos x="586" y="6"/>
                </a:cxn>
                <a:cxn ang="0">
                  <a:pos x="529" y="63"/>
                </a:cxn>
                <a:cxn ang="0">
                  <a:pos x="407" y="169"/>
                </a:cxn>
                <a:cxn ang="0">
                  <a:pos x="346" y="220"/>
                </a:cxn>
                <a:cxn ang="0">
                  <a:pos x="321" y="243"/>
                </a:cxn>
                <a:cxn ang="0">
                  <a:pos x="276" y="293"/>
                </a:cxn>
                <a:cxn ang="0">
                  <a:pos x="253" y="316"/>
                </a:cxn>
                <a:cxn ang="0">
                  <a:pos x="241" y="328"/>
                </a:cxn>
                <a:cxn ang="0">
                  <a:pos x="210" y="367"/>
                </a:cxn>
                <a:cxn ang="0">
                  <a:pos x="198" y="379"/>
                </a:cxn>
                <a:cxn ang="0">
                  <a:pos x="186" y="390"/>
                </a:cxn>
                <a:cxn ang="0">
                  <a:pos x="180" y="384"/>
                </a:cxn>
                <a:cxn ang="0">
                  <a:pos x="169" y="341"/>
                </a:cxn>
                <a:cxn ang="0">
                  <a:pos x="146" y="256"/>
                </a:cxn>
                <a:cxn ang="0">
                  <a:pos x="131" y="216"/>
                </a:cxn>
                <a:cxn ang="0">
                  <a:pos x="92" y="115"/>
                </a:cxn>
                <a:cxn ang="0">
                  <a:pos x="70" y="64"/>
                </a:cxn>
                <a:cxn ang="0">
                  <a:pos x="44" y="20"/>
                </a:cxn>
                <a:cxn ang="0">
                  <a:pos x="41" y="16"/>
                </a:cxn>
                <a:cxn ang="0">
                  <a:pos x="33" y="10"/>
                </a:cxn>
                <a:cxn ang="0">
                  <a:pos x="24" y="9"/>
                </a:cxn>
                <a:cxn ang="0">
                  <a:pos x="12" y="13"/>
                </a:cxn>
                <a:cxn ang="0">
                  <a:pos x="3" y="21"/>
                </a:cxn>
                <a:cxn ang="0">
                  <a:pos x="0" y="29"/>
                </a:cxn>
                <a:cxn ang="0">
                  <a:pos x="2" y="38"/>
                </a:cxn>
                <a:cxn ang="0">
                  <a:pos x="4" y="42"/>
                </a:cxn>
                <a:cxn ang="0">
                  <a:pos x="28" y="84"/>
                </a:cxn>
                <a:cxn ang="0">
                  <a:pos x="45" y="128"/>
                </a:cxn>
                <a:cxn ang="0">
                  <a:pos x="71" y="196"/>
                </a:cxn>
                <a:cxn ang="0">
                  <a:pos x="82" y="217"/>
                </a:cxn>
                <a:cxn ang="0">
                  <a:pos x="102" y="264"/>
                </a:cxn>
                <a:cxn ang="0">
                  <a:pos x="117" y="315"/>
                </a:cxn>
                <a:cxn ang="0">
                  <a:pos x="139" y="417"/>
                </a:cxn>
                <a:cxn ang="0">
                  <a:pos x="142" y="422"/>
                </a:cxn>
                <a:cxn ang="0">
                  <a:pos x="148" y="430"/>
                </a:cxn>
                <a:cxn ang="0">
                  <a:pos x="157" y="434"/>
                </a:cxn>
                <a:cxn ang="0">
                  <a:pos x="168" y="433"/>
                </a:cxn>
                <a:cxn ang="0">
                  <a:pos x="173" y="430"/>
                </a:cxn>
                <a:cxn ang="0">
                  <a:pos x="181" y="438"/>
                </a:cxn>
                <a:cxn ang="0">
                  <a:pos x="191" y="442"/>
                </a:cxn>
                <a:cxn ang="0">
                  <a:pos x="203" y="439"/>
                </a:cxn>
                <a:cxn ang="0">
                  <a:pos x="211" y="430"/>
                </a:cxn>
                <a:cxn ang="0">
                  <a:pos x="215" y="425"/>
                </a:cxn>
                <a:cxn ang="0">
                  <a:pos x="231" y="408"/>
                </a:cxn>
                <a:cxn ang="0">
                  <a:pos x="252" y="387"/>
                </a:cxn>
                <a:cxn ang="0">
                  <a:pos x="274" y="361"/>
                </a:cxn>
                <a:cxn ang="0">
                  <a:pos x="299" y="336"/>
                </a:cxn>
                <a:cxn ang="0">
                  <a:pos x="312" y="326"/>
                </a:cxn>
                <a:cxn ang="0">
                  <a:pos x="344" y="289"/>
                </a:cxn>
                <a:cxn ang="0">
                  <a:pos x="378" y="252"/>
                </a:cxn>
                <a:cxn ang="0">
                  <a:pos x="392" y="241"/>
                </a:cxn>
                <a:cxn ang="0">
                  <a:pos x="508" y="142"/>
                </a:cxn>
                <a:cxn ang="0">
                  <a:pos x="619" y="39"/>
                </a:cxn>
                <a:cxn ang="0">
                  <a:pos x="622" y="35"/>
                </a:cxn>
                <a:cxn ang="0">
                  <a:pos x="626" y="27"/>
                </a:cxn>
                <a:cxn ang="0">
                  <a:pos x="624" y="18"/>
                </a:cxn>
                <a:cxn ang="0">
                  <a:pos x="619" y="8"/>
                </a:cxn>
                <a:cxn ang="0">
                  <a:pos x="607" y="1"/>
                </a:cxn>
                <a:cxn ang="0">
                  <a:pos x="600" y="0"/>
                </a:cxn>
                <a:cxn ang="0">
                  <a:pos x="590" y="4"/>
                </a:cxn>
                <a:cxn ang="0">
                  <a:pos x="586" y="6"/>
                </a:cxn>
              </a:cxnLst>
              <a:rect l="0" t="0" r="r" b="b"/>
              <a:pathLst>
                <a:path w="626" h="442">
                  <a:moveTo>
                    <a:pt x="586" y="6"/>
                  </a:moveTo>
                  <a:lnTo>
                    <a:pt x="586" y="6"/>
                  </a:lnTo>
                  <a:lnTo>
                    <a:pt x="558" y="35"/>
                  </a:lnTo>
                  <a:lnTo>
                    <a:pt x="529" y="63"/>
                  </a:lnTo>
                  <a:lnTo>
                    <a:pt x="469" y="116"/>
                  </a:lnTo>
                  <a:lnTo>
                    <a:pt x="407" y="169"/>
                  </a:lnTo>
                  <a:lnTo>
                    <a:pt x="346" y="220"/>
                  </a:lnTo>
                  <a:lnTo>
                    <a:pt x="346" y="220"/>
                  </a:lnTo>
                  <a:lnTo>
                    <a:pt x="333" y="231"/>
                  </a:lnTo>
                  <a:lnTo>
                    <a:pt x="321" y="243"/>
                  </a:lnTo>
                  <a:lnTo>
                    <a:pt x="299" y="268"/>
                  </a:lnTo>
                  <a:lnTo>
                    <a:pt x="276" y="293"/>
                  </a:lnTo>
                  <a:lnTo>
                    <a:pt x="265" y="305"/>
                  </a:lnTo>
                  <a:lnTo>
                    <a:pt x="253" y="316"/>
                  </a:lnTo>
                  <a:lnTo>
                    <a:pt x="253" y="316"/>
                  </a:lnTo>
                  <a:lnTo>
                    <a:pt x="241" y="328"/>
                  </a:lnTo>
                  <a:lnTo>
                    <a:pt x="231" y="341"/>
                  </a:lnTo>
                  <a:lnTo>
                    <a:pt x="210" y="367"/>
                  </a:lnTo>
                  <a:lnTo>
                    <a:pt x="210" y="367"/>
                  </a:lnTo>
                  <a:lnTo>
                    <a:pt x="198" y="379"/>
                  </a:lnTo>
                  <a:lnTo>
                    <a:pt x="186" y="390"/>
                  </a:lnTo>
                  <a:lnTo>
                    <a:pt x="186" y="390"/>
                  </a:lnTo>
                  <a:lnTo>
                    <a:pt x="184" y="387"/>
                  </a:lnTo>
                  <a:lnTo>
                    <a:pt x="180" y="384"/>
                  </a:lnTo>
                  <a:lnTo>
                    <a:pt x="180" y="384"/>
                  </a:lnTo>
                  <a:lnTo>
                    <a:pt x="169" y="341"/>
                  </a:lnTo>
                  <a:lnTo>
                    <a:pt x="159" y="298"/>
                  </a:lnTo>
                  <a:lnTo>
                    <a:pt x="146" y="256"/>
                  </a:lnTo>
                  <a:lnTo>
                    <a:pt x="131" y="216"/>
                  </a:lnTo>
                  <a:lnTo>
                    <a:pt x="131" y="216"/>
                  </a:lnTo>
                  <a:lnTo>
                    <a:pt x="112" y="166"/>
                  </a:lnTo>
                  <a:lnTo>
                    <a:pt x="92" y="115"/>
                  </a:lnTo>
                  <a:lnTo>
                    <a:pt x="82" y="89"/>
                  </a:lnTo>
                  <a:lnTo>
                    <a:pt x="70" y="64"/>
                  </a:lnTo>
                  <a:lnTo>
                    <a:pt x="58" y="40"/>
                  </a:lnTo>
                  <a:lnTo>
                    <a:pt x="44" y="20"/>
                  </a:lnTo>
                  <a:lnTo>
                    <a:pt x="44" y="20"/>
                  </a:lnTo>
                  <a:lnTo>
                    <a:pt x="41" y="16"/>
                  </a:lnTo>
                  <a:lnTo>
                    <a:pt x="37" y="12"/>
                  </a:lnTo>
                  <a:lnTo>
                    <a:pt x="33" y="10"/>
                  </a:lnTo>
                  <a:lnTo>
                    <a:pt x="28" y="9"/>
                  </a:lnTo>
                  <a:lnTo>
                    <a:pt x="24" y="9"/>
                  </a:lnTo>
                  <a:lnTo>
                    <a:pt x="20" y="9"/>
                  </a:lnTo>
                  <a:lnTo>
                    <a:pt x="12" y="13"/>
                  </a:lnTo>
                  <a:lnTo>
                    <a:pt x="6" y="18"/>
                  </a:lnTo>
                  <a:lnTo>
                    <a:pt x="3" y="21"/>
                  </a:lnTo>
                  <a:lnTo>
                    <a:pt x="2" y="25"/>
                  </a:lnTo>
                  <a:lnTo>
                    <a:pt x="0" y="29"/>
                  </a:lnTo>
                  <a:lnTo>
                    <a:pt x="0" y="34"/>
                  </a:lnTo>
                  <a:lnTo>
                    <a:pt x="2" y="38"/>
                  </a:lnTo>
                  <a:lnTo>
                    <a:pt x="4" y="42"/>
                  </a:lnTo>
                  <a:lnTo>
                    <a:pt x="4" y="42"/>
                  </a:lnTo>
                  <a:lnTo>
                    <a:pt x="17" y="63"/>
                  </a:lnTo>
                  <a:lnTo>
                    <a:pt x="28" y="84"/>
                  </a:lnTo>
                  <a:lnTo>
                    <a:pt x="37" y="106"/>
                  </a:lnTo>
                  <a:lnTo>
                    <a:pt x="45" y="128"/>
                  </a:lnTo>
                  <a:lnTo>
                    <a:pt x="62" y="174"/>
                  </a:lnTo>
                  <a:lnTo>
                    <a:pt x="71" y="196"/>
                  </a:lnTo>
                  <a:lnTo>
                    <a:pt x="82" y="217"/>
                  </a:lnTo>
                  <a:lnTo>
                    <a:pt x="82" y="217"/>
                  </a:lnTo>
                  <a:lnTo>
                    <a:pt x="92" y="239"/>
                  </a:lnTo>
                  <a:lnTo>
                    <a:pt x="102" y="264"/>
                  </a:lnTo>
                  <a:lnTo>
                    <a:pt x="110" y="289"/>
                  </a:lnTo>
                  <a:lnTo>
                    <a:pt x="117" y="315"/>
                  </a:lnTo>
                  <a:lnTo>
                    <a:pt x="130" y="367"/>
                  </a:lnTo>
                  <a:lnTo>
                    <a:pt x="139" y="417"/>
                  </a:lnTo>
                  <a:lnTo>
                    <a:pt x="139" y="417"/>
                  </a:lnTo>
                  <a:lnTo>
                    <a:pt x="142" y="422"/>
                  </a:lnTo>
                  <a:lnTo>
                    <a:pt x="144" y="426"/>
                  </a:lnTo>
                  <a:lnTo>
                    <a:pt x="148" y="430"/>
                  </a:lnTo>
                  <a:lnTo>
                    <a:pt x="152" y="433"/>
                  </a:lnTo>
                  <a:lnTo>
                    <a:pt x="157" y="434"/>
                  </a:lnTo>
                  <a:lnTo>
                    <a:pt x="163" y="434"/>
                  </a:lnTo>
                  <a:lnTo>
                    <a:pt x="168" y="433"/>
                  </a:lnTo>
                  <a:lnTo>
                    <a:pt x="173" y="430"/>
                  </a:lnTo>
                  <a:lnTo>
                    <a:pt x="173" y="430"/>
                  </a:lnTo>
                  <a:lnTo>
                    <a:pt x="177" y="435"/>
                  </a:lnTo>
                  <a:lnTo>
                    <a:pt x="181" y="438"/>
                  </a:lnTo>
                  <a:lnTo>
                    <a:pt x="186" y="441"/>
                  </a:lnTo>
                  <a:lnTo>
                    <a:pt x="191" y="442"/>
                  </a:lnTo>
                  <a:lnTo>
                    <a:pt x="198" y="441"/>
                  </a:lnTo>
                  <a:lnTo>
                    <a:pt x="203" y="439"/>
                  </a:lnTo>
                  <a:lnTo>
                    <a:pt x="207" y="435"/>
                  </a:lnTo>
                  <a:lnTo>
                    <a:pt x="211" y="430"/>
                  </a:lnTo>
                  <a:lnTo>
                    <a:pt x="211" y="430"/>
                  </a:lnTo>
                  <a:lnTo>
                    <a:pt x="215" y="425"/>
                  </a:lnTo>
                  <a:lnTo>
                    <a:pt x="220" y="420"/>
                  </a:lnTo>
                  <a:lnTo>
                    <a:pt x="231" y="408"/>
                  </a:lnTo>
                  <a:lnTo>
                    <a:pt x="242" y="397"/>
                  </a:lnTo>
                  <a:lnTo>
                    <a:pt x="252" y="387"/>
                  </a:lnTo>
                  <a:lnTo>
                    <a:pt x="252" y="387"/>
                  </a:lnTo>
                  <a:lnTo>
                    <a:pt x="274" y="361"/>
                  </a:lnTo>
                  <a:lnTo>
                    <a:pt x="287" y="348"/>
                  </a:lnTo>
                  <a:lnTo>
                    <a:pt x="299" y="336"/>
                  </a:lnTo>
                  <a:lnTo>
                    <a:pt x="299" y="336"/>
                  </a:lnTo>
                  <a:lnTo>
                    <a:pt x="312" y="326"/>
                  </a:lnTo>
                  <a:lnTo>
                    <a:pt x="322" y="314"/>
                  </a:lnTo>
                  <a:lnTo>
                    <a:pt x="344" y="289"/>
                  </a:lnTo>
                  <a:lnTo>
                    <a:pt x="367" y="264"/>
                  </a:lnTo>
                  <a:lnTo>
                    <a:pt x="378" y="252"/>
                  </a:lnTo>
                  <a:lnTo>
                    <a:pt x="392" y="241"/>
                  </a:lnTo>
                  <a:lnTo>
                    <a:pt x="392" y="241"/>
                  </a:lnTo>
                  <a:lnTo>
                    <a:pt x="450" y="192"/>
                  </a:lnTo>
                  <a:lnTo>
                    <a:pt x="508" y="142"/>
                  </a:lnTo>
                  <a:lnTo>
                    <a:pt x="564" y="91"/>
                  </a:lnTo>
                  <a:lnTo>
                    <a:pt x="619" y="39"/>
                  </a:lnTo>
                  <a:lnTo>
                    <a:pt x="619" y="39"/>
                  </a:lnTo>
                  <a:lnTo>
                    <a:pt x="622" y="35"/>
                  </a:lnTo>
                  <a:lnTo>
                    <a:pt x="624" y="31"/>
                  </a:lnTo>
                  <a:lnTo>
                    <a:pt x="626" y="27"/>
                  </a:lnTo>
                  <a:lnTo>
                    <a:pt x="626" y="22"/>
                  </a:lnTo>
                  <a:lnTo>
                    <a:pt x="624" y="18"/>
                  </a:lnTo>
                  <a:lnTo>
                    <a:pt x="623" y="14"/>
                  </a:lnTo>
                  <a:lnTo>
                    <a:pt x="619" y="8"/>
                  </a:lnTo>
                  <a:lnTo>
                    <a:pt x="611" y="3"/>
                  </a:lnTo>
                  <a:lnTo>
                    <a:pt x="607" y="1"/>
                  </a:lnTo>
                  <a:lnTo>
                    <a:pt x="603" y="0"/>
                  </a:lnTo>
                  <a:lnTo>
                    <a:pt x="600" y="0"/>
                  </a:lnTo>
                  <a:lnTo>
                    <a:pt x="596" y="1"/>
                  </a:lnTo>
                  <a:lnTo>
                    <a:pt x="590" y="4"/>
                  </a:lnTo>
                  <a:lnTo>
                    <a:pt x="586" y="6"/>
                  </a:lnTo>
                  <a:lnTo>
                    <a:pt x="586" y="6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9" name="Freeform 407"/>
            <p:cNvSpPr/>
            <p:nvPr/>
          </p:nvSpPr>
          <p:spPr bwMode="auto">
            <a:xfrm>
              <a:off x="5599113" y="1095375"/>
              <a:ext cx="249238" cy="177800"/>
            </a:xfrm>
            <a:custGeom>
              <a:avLst/>
              <a:gdLst/>
              <a:ahLst/>
              <a:cxnLst>
                <a:cxn ang="0">
                  <a:pos x="577" y="76"/>
                </a:cxn>
                <a:cxn ang="0">
                  <a:pos x="538" y="154"/>
                </a:cxn>
                <a:cxn ang="0">
                  <a:pos x="474" y="255"/>
                </a:cxn>
                <a:cxn ang="0">
                  <a:pos x="426" y="320"/>
                </a:cxn>
                <a:cxn ang="0">
                  <a:pos x="403" y="358"/>
                </a:cxn>
                <a:cxn ang="0">
                  <a:pos x="382" y="385"/>
                </a:cxn>
                <a:cxn ang="0">
                  <a:pos x="367" y="394"/>
                </a:cxn>
                <a:cxn ang="0">
                  <a:pos x="348" y="386"/>
                </a:cxn>
                <a:cxn ang="0">
                  <a:pos x="317" y="344"/>
                </a:cxn>
                <a:cxn ang="0">
                  <a:pos x="278" y="286"/>
                </a:cxn>
                <a:cxn ang="0">
                  <a:pos x="224" y="225"/>
                </a:cxn>
                <a:cxn ang="0">
                  <a:pos x="151" y="140"/>
                </a:cxn>
                <a:cxn ang="0">
                  <a:pos x="99" y="72"/>
                </a:cxn>
                <a:cxn ang="0">
                  <a:pos x="59" y="35"/>
                </a:cxn>
                <a:cxn ang="0">
                  <a:pos x="49" y="22"/>
                </a:cxn>
                <a:cxn ang="0">
                  <a:pos x="38" y="8"/>
                </a:cxn>
                <a:cxn ang="0">
                  <a:pos x="27" y="0"/>
                </a:cxn>
                <a:cxn ang="0">
                  <a:pos x="15" y="1"/>
                </a:cxn>
                <a:cxn ang="0">
                  <a:pos x="2" y="18"/>
                </a:cxn>
                <a:cxn ang="0">
                  <a:pos x="2" y="31"/>
                </a:cxn>
                <a:cxn ang="0">
                  <a:pos x="6" y="39"/>
                </a:cxn>
                <a:cxn ang="0">
                  <a:pos x="122" y="178"/>
                </a:cxn>
                <a:cxn ang="0">
                  <a:pos x="182" y="247"/>
                </a:cxn>
                <a:cxn ang="0">
                  <a:pos x="246" y="319"/>
                </a:cxn>
                <a:cxn ang="0">
                  <a:pos x="266" y="352"/>
                </a:cxn>
                <a:cxn ang="0">
                  <a:pos x="287" y="387"/>
                </a:cxn>
                <a:cxn ang="0">
                  <a:pos x="326" y="430"/>
                </a:cxn>
                <a:cxn ang="0">
                  <a:pos x="346" y="446"/>
                </a:cxn>
                <a:cxn ang="0">
                  <a:pos x="359" y="449"/>
                </a:cxn>
                <a:cxn ang="0">
                  <a:pos x="375" y="441"/>
                </a:cxn>
                <a:cxn ang="0">
                  <a:pos x="392" y="438"/>
                </a:cxn>
                <a:cxn ang="0">
                  <a:pos x="401" y="430"/>
                </a:cxn>
                <a:cxn ang="0">
                  <a:pos x="411" y="419"/>
                </a:cxn>
                <a:cxn ang="0">
                  <a:pos x="435" y="390"/>
                </a:cxn>
                <a:cxn ang="0">
                  <a:pos x="499" y="301"/>
                </a:cxn>
                <a:cxn ang="0">
                  <a:pos x="535" y="243"/>
                </a:cxn>
                <a:cxn ang="0">
                  <a:pos x="606" y="124"/>
                </a:cxn>
                <a:cxn ang="0">
                  <a:pos x="631" y="60"/>
                </a:cxn>
                <a:cxn ang="0">
                  <a:pos x="631" y="50"/>
                </a:cxn>
                <a:cxn ang="0">
                  <a:pos x="626" y="39"/>
                </a:cxn>
                <a:cxn ang="0">
                  <a:pos x="606" y="31"/>
                </a:cxn>
                <a:cxn ang="0">
                  <a:pos x="594" y="35"/>
                </a:cxn>
                <a:cxn ang="0">
                  <a:pos x="586" y="48"/>
                </a:cxn>
              </a:cxnLst>
              <a:rect l="0" t="0" r="r" b="b"/>
              <a:pathLst>
                <a:path w="631" h="449">
                  <a:moveTo>
                    <a:pt x="586" y="48"/>
                  </a:moveTo>
                  <a:lnTo>
                    <a:pt x="586" y="48"/>
                  </a:lnTo>
                  <a:lnTo>
                    <a:pt x="577" y="76"/>
                  </a:lnTo>
                  <a:lnTo>
                    <a:pt x="567" y="102"/>
                  </a:lnTo>
                  <a:lnTo>
                    <a:pt x="552" y="130"/>
                  </a:lnTo>
                  <a:lnTo>
                    <a:pt x="538" y="154"/>
                  </a:lnTo>
                  <a:lnTo>
                    <a:pt x="507" y="205"/>
                  </a:lnTo>
                  <a:lnTo>
                    <a:pt x="474" y="255"/>
                  </a:lnTo>
                  <a:lnTo>
                    <a:pt x="474" y="255"/>
                  </a:lnTo>
                  <a:lnTo>
                    <a:pt x="463" y="272"/>
                  </a:lnTo>
                  <a:lnTo>
                    <a:pt x="452" y="288"/>
                  </a:lnTo>
                  <a:lnTo>
                    <a:pt x="426" y="320"/>
                  </a:lnTo>
                  <a:lnTo>
                    <a:pt x="426" y="320"/>
                  </a:lnTo>
                  <a:lnTo>
                    <a:pt x="415" y="337"/>
                  </a:lnTo>
                  <a:lnTo>
                    <a:pt x="403" y="358"/>
                  </a:lnTo>
                  <a:lnTo>
                    <a:pt x="397" y="369"/>
                  </a:lnTo>
                  <a:lnTo>
                    <a:pt x="389" y="378"/>
                  </a:lnTo>
                  <a:lnTo>
                    <a:pt x="382" y="385"/>
                  </a:lnTo>
                  <a:lnTo>
                    <a:pt x="375" y="390"/>
                  </a:lnTo>
                  <a:lnTo>
                    <a:pt x="375" y="390"/>
                  </a:lnTo>
                  <a:lnTo>
                    <a:pt x="367" y="394"/>
                  </a:lnTo>
                  <a:lnTo>
                    <a:pt x="361" y="399"/>
                  </a:lnTo>
                  <a:lnTo>
                    <a:pt x="361" y="399"/>
                  </a:lnTo>
                  <a:lnTo>
                    <a:pt x="348" y="386"/>
                  </a:lnTo>
                  <a:lnTo>
                    <a:pt x="338" y="373"/>
                  </a:lnTo>
                  <a:lnTo>
                    <a:pt x="327" y="358"/>
                  </a:lnTo>
                  <a:lnTo>
                    <a:pt x="317" y="344"/>
                  </a:lnTo>
                  <a:lnTo>
                    <a:pt x="299" y="315"/>
                  </a:lnTo>
                  <a:lnTo>
                    <a:pt x="278" y="286"/>
                  </a:lnTo>
                  <a:lnTo>
                    <a:pt x="278" y="286"/>
                  </a:lnTo>
                  <a:lnTo>
                    <a:pt x="261" y="266"/>
                  </a:lnTo>
                  <a:lnTo>
                    <a:pt x="242" y="246"/>
                  </a:lnTo>
                  <a:lnTo>
                    <a:pt x="224" y="225"/>
                  </a:lnTo>
                  <a:lnTo>
                    <a:pt x="206" y="205"/>
                  </a:lnTo>
                  <a:lnTo>
                    <a:pt x="206" y="205"/>
                  </a:lnTo>
                  <a:lnTo>
                    <a:pt x="151" y="140"/>
                  </a:lnTo>
                  <a:lnTo>
                    <a:pt x="125" y="106"/>
                  </a:lnTo>
                  <a:lnTo>
                    <a:pt x="99" y="72"/>
                  </a:lnTo>
                  <a:lnTo>
                    <a:pt x="99" y="72"/>
                  </a:lnTo>
                  <a:lnTo>
                    <a:pt x="89" y="60"/>
                  </a:lnTo>
                  <a:lnTo>
                    <a:pt x="82" y="52"/>
                  </a:lnTo>
                  <a:lnTo>
                    <a:pt x="59" y="35"/>
                  </a:lnTo>
                  <a:lnTo>
                    <a:pt x="59" y="35"/>
                  </a:lnTo>
                  <a:lnTo>
                    <a:pt x="54" y="29"/>
                  </a:lnTo>
                  <a:lnTo>
                    <a:pt x="49" y="22"/>
                  </a:lnTo>
                  <a:lnTo>
                    <a:pt x="44" y="14"/>
                  </a:lnTo>
                  <a:lnTo>
                    <a:pt x="38" y="8"/>
                  </a:lnTo>
                  <a:lnTo>
                    <a:pt x="38" y="8"/>
                  </a:lnTo>
                  <a:lnTo>
                    <a:pt x="34" y="4"/>
                  </a:lnTo>
                  <a:lnTo>
                    <a:pt x="30" y="1"/>
                  </a:lnTo>
                  <a:lnTo>
                    <a:pt x="27" y="0"/>
                  </a:lnTo>
                  <a:lnTo>
                    <a:pt x="23" y="0"/>
                  </a:lnTo>
                  <a:lnTo>
                    <a:pt x="19" y="0"/>
                  </a:lnTo>
                  <a:lnTo>
                    <a:pt x="15" y="1"/>
                  </a:lnTo>
                  <a:lnTo>
                    <a:pt x="8" y="7"/>
                  </a:lnTo>
                  <a:lnTo>
                    <a:pt x="3" y="14"/>
                  </a:lnTo>
                  <a:lnTo>
                    <a:pt x="2" y="18"/>
                  </a:lnTo>
                  <a:lnTo>
                    <a:pt x="0" y="22"/>
                  </a:lnTo>
                  <a:lnTo>
                    <a:pt x="0" y="26"/>
                  </a:lnTo>
                  <a:lnTo>
                    <a:pt x="2" y="31"/>
                  </a:lnTo>
                  <a:lnTo>
                    <a:pt x="3" y="35"/>
                  </a:lnTo>
                  <a:lnTo>
                    <a:pt x="6" y="39"/>
                  </a:lnTo>
                  <a:lnTo>
                    <a:pt x="6" y="39"/>
                  </a:lnTo>
                  <a:lnTo>
                    <a:pt x="44" y="84"/>
                  </a:lnTo>
                  <a:lnTo>
                    <a:pt x="83" y="130"/>
                  </a:lnTo>
                  <a:lnTo>
                    <a:pt x="122" y="178"/>
                  </a:lnTo>
                  <a:lnTo>
                    <a:pt x="161" y="224"/>
                  </a:lnTo>
                  <a:lnTo>
                    <a:pt x="161" y="224"/>
                  </a:lnTo>
                  <a:lnTo>
                    <a:pt x="182" y="247"/>
                  </a:lnTo>
                  <a:lnTo>
                    <a:pt x="204" y="271"/>
                  </a:lnTo>
                  <a:lnTo>
                    <a:pt x="225" y="294"/>
                  </a:lnTo>
                  <a:lnTo>
                    <a:pt x="246" y="319"/>
                  </a:lnTo>
                  <a:lnTo>
                    <a:pt x="246" y="319"/>
                  </a:lnTo>
                  <a:lnTo>
                    <a:pt x="257" y="335"/>
                  </a:lnTo>
                  <a:lnTo>
                    <a:pt x="266" y="352"/>
                  </a:lnTo>
                  <a:lnTo>
                    <a:pt x="276" y="370"/>
                  </a:lnTo>
                  <a:lnTo>
                    <a:pt x="287" y="387"/>
                  </a:lnTo>
                  <a:lnTo>
                    <a:pt x="287" y="387"/>
                  </a:lnTo>
                  <a:lnTo>
                    <a:pt x="299" y="403"/>
                  </a:lnTo>
                  <a:lnTo>
                    <a:pt x="312" y="417"/>
                  </a:lnTo>
                  <a:lnTo>
                    <a:pt x="326" y="430"/>
                  </a:lnTo>
                  <a:lnTo>
                    <a:pt x="341" y="443"/>
                  </a:lnTo>
                  <a:lnTo>
                    <a:pt x="341" y="443"/>
                  </a:lnTo>
                  <a:lnTo>
                    <a:pt x="346" y="446"/>
                  </a:lnTo>
                  <a:lnTo>
                    <a:pt x="350" y="447"/>
                  </a:lnTo>
                  <a:lnTo>
                    <a:pt x="355" y="449"/>
                  </a:lnTo>
                  <a:lnTo>
                    <a:pt x="359" y="449"/>
                  </a:lnTo>
                  <a:lnTo>
                    <a:pt x="363" y="447"/>
                  </a:lnTo>
                  <a:lnTo>
                    <a:pt x="368" y="446"/>
                  </a:lnTo>
                  <a:lnTo>
                    <a:pt x="375" y="441"/>
                  </a:lnTo>
                  <a:lnTo>
                    <a:pt x="375" y="441"/>
                  </a:lnTo>
                  <a:lnTo>
                    <a:pt x="384" y="441"/>
                  </a:lnTo>
                  <a:lnTo>
                    <a:pt x="392" y="438"/>
                  </a:lnTo>
                  <a:lnTo>
                    <a:pt x="395" y="437"/>
                  </a:lnTo>
                  <a:lnTo>
                    <a:pt x="398" y="433"/>
                  </a:lnTo>
                  <a:lnTo>
                    <a:pt x="401" y="430"/>
                  </a:lnTo>
                  <a:lnTo>
                    <a:pt x="402" y="425"/>
                  </a:lnTo>
                  <a:lnTo>
                    <a:pt x="402" y="425"/>
                  </a:lnTo>
                  <a:lnTo>
                    <a:pt x="411" y="419"/>
                  </a:lnTo>
                  <a:lnTo>
                    <a:pt x="419" y="409"/>
                  </a:lnTo>
                  <a:lnTo>
                    <a:pt x="435" y="390"/>
                  </a:lnTo>
                  <a:lnTo>
                    <a:pt x="435" y="390"/>
                  </a:lnTo>
                  <a:lnTo>
                    <a:pt x="467" y="347"/>
                  </a:lnTo>
                  <a:lnTo>
                    <a:pt x="484" y="324"/>
                  </a:lnTo>
                  <a:lnTo>
                    <a:pt x="499" y="301"/>
                  </a:lnTo>
                  <a:lnTo>
                    <a:pt x="499" y="301"/>
                  </a:lnTo>
                  <a:lnTo>
                    <a:pt x="517" y="272"/>
                  </a:lnTo>
                  <a:lnTo>
                    <a:pt x="535" y="243"/>
                  </a:lnTo>
                  <a:lnTo>
                    <a:pt x="573" y="184"/>
                  </a:lnTo>
                  <a:lnTo>
                    <a:pt x="590" y="154"/>
                  </a:lnTo>
                  <a:lnTo>
                    <a:pt x="606" y="124"/>
                  </a:lnTo>
                  <a:lnTo>
                    <a:pt x="620" y="93"/>
                  </a:lnTo>
                  <a:lnTo>
                    <a:pt x="626" y="76"/>
                  </a:lnTo>
                  <a:lnTo>
                    <a:pt x="631" y="60"/>
                  </a:lnTo>
                  <a:lnTo>
                    <a:pt x="631" y="60"/>
                  </a:lnTo>
                  <a:lnTo>
                    <a:pt x="631" y="55"/>
                  </a:lnTo>
                  <a:lnTo>
                    <a:pt x="631" y="50"/>
                  </a:lnTo>
                  <a:lnTo>
                    <a:pt x="630" y="46"/>
                  </a:lnTo>
                  <a:lnTo>
                    <a:pt x="628" y="42"/>
                  </a:lnTo>
                  <a:lnTo>
                    <a:pt x="626" y="39"/>
                  </a:lnTo>
                  <a:lnTo>
                    <a:pt x="622" y="37"/>
                  </a:lnTo>
                  <a:lnTo>
                    <a:pt x="614" y="33"/>
                  </a:lnTo>
                  <a:lnTo>
                    <a:pt x="606" y="31"/>
                  </a:lnTo>
                  <a:lnTo>
                    <a:pt x="602" y="33"/>
                  </a:lnTo>
                  <a:lnTo>
                    <a:pt x="598" y="34"/>
                  </a:lnTo>
                  <a:lnTo>
                    <a:pt x="594" y="35"/>
                  </a:lnTo>
                  <a:lnTo>
                    <a:pt x="590" y="39"/>
                  </a:lnTo>
                  <a:lnTo>
                    <a:pt x="588" y="43"/>
                  </a:lnTo>
                  <a:lnTo>
                    <a:pt x="586" y="48"/>
                  </a:lnTo>
                  <a:lnTo>
                    <a:pt x="586" y="4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90" name="文本框 89"/>
          <p:cNvSpPr txBox="1"/>
          <p:nvPr/>
        </p:nvSpPr>
        <p:spPr>
          <a:xfrm>
            <a:off x="2833453" y="3140572"/>
            <a:ext cx="2994875" cy="46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40">
                <a:solidFill>
                  <a:schemeClr val="bg1"/>
                </a:solidFill>
                <a:cs typeface="+mn-ea"/>
                <a:sym typeface="+mn-lt"/>
              </a:rPr>
              <a:t>QT6 C++ </a:t>
            </a:r>
            <a:r>
              <a:rPr lang="zh-CN" altLang="en-US" sz="2440">
                <a:solidFill>
                  <a:schemeClr val="bg1"/>
                </a:solidFill>
                <a:cs typeface="+mn-ea"/>
                <a:sym typeface="+mn-lt"/>
              </a:rPr>
              <a:t>开发教程</a:t>
            </a:r>
          </a:p>
        </p:txBody>
      </p:sp>
      <p:grpSp>
        <p:nvGrpSpPr>
          <p:cNvPr id="160" name="组合 1274"/>
          <p:cNvGrpSpPr/>
          <p:nvPr/>
        </p:nvGrpSpPr>
        <p:grpSpPr>
          <a:xfrm>
            <a:off x="6245741" y="3237675"/>
            <a:ext cx="338686" cy="261779"/>
            <a:chOff x="5248276" y="1095375"/>
            <a:chExt cx="727075" cy="561976"/>
          </a:xfrm>
        </p:grpSpPr>
        <p:sp>
          <p:nvSpPr>
            <p:cNvPr id="162" name="Freeform 378"/>
            <p:cNvSpPr/>
            <p:nvPr/>
          </p:nvSpPr>
          <p:spPr bwMode="auto">
            <a:xfrm>
              <a:off x="5367339" y="1268413"/>
              <a:ext cx="39688" cy="144463"/>
            </a:xfrm>
            <a:custGeom>
              <a:avLst/>
              <a:gdLst/>
              <a:ahLst/>
              <a:cxnLst>
                <a:cxn ang="0">
                  <a:pos x="90" y="5"/>
                </a:cxn>
                <a:cxn ang="0">
                  <a:pos x="90" y="5"/>
                </a:cxn>
                <a:cxn ang="0">
                  <a:pos x="89" y="17"/>
                </a:cxn>
                <a:cxn ang="0">
                  <a:pos x="87" y="28"/>
                </a:cxn>
                <a:cxn ang="0">
                  <a:pos x="81" y="49"/>
                </a:cxn>
                <a:cxn ang="0">
                  <a:pos x="64" y="89"/>
                </a:cxn>
                <a:cxn ang="0">
                  <a:pos x="64" y="89"/>
                </a:cxn>
                <a:cxn ang="0">
                  <a:pos x="56" y="113"/>
                </a:cxn>
                <a:cxn ang="0">
                  <a:pos x="49" y="136"/>
                </a:cxn>
                <a:cxn ang="0">
                  <a:pos x="36" y="185"/>
                </a:cxn>
                <a:cxn ang="0">
                  <a:pos x="36" y="185"/>
                </a:cxn>
                <a:cxn ang="0">
                  <a:pos x="31" y="207"/>
                </a:cxn>
                <a:cxn ang="0">
                  <a:pos x="26" y="230"/>
                </a:cxn>
                <a:cxn ang="0">
                  <a:pos x="18" y="277"/>
                </a:cxn>
                <a:cxn ang="0">
                  <a:pos x="18" y="277"/>
                </a:cxn>
                <a:cxn ang="0">
                  <a:pos x="13" y="298"/>
                </a:cxn>
                <a:cxn ang="0">
                  <a:pos x="8" y="318"/>
                </a:cxn>
                <a:cxn ang="0">
                  <a:pos x="2" y="339"/>
                </a:cxn>
                <a:cxn ang="0">
                  <a:pos x="1" y="349"/>
                </a:cxn>
                <a:cxn ang="0">
                  <a:pos x="0" y="360"/>
                </a:cxn>
                <a:cxn ang="0">
                  <a:pos x="0" y="360"/>
                </a:cxn>
                <a:cxn ang="0">
                  <a:pos x="0" y="362"/>
                </a:cxn>
                <a:cxn ang="0">
                  <a:pos x="1" y="364"/>
                </a:cxn>
                <a:cxn ang="0">
                  <a:pos x="2" y="365"/>
                </a:cxn>
                <a:cxn ang="0">
                  <a:pos x="5" y="365"/>
                </a:cxn>
                <a:cxn ang="0">
                  <a:pos x="9" y="364"/>
                </a:cxn>
                <a:cxn ang="0">
                  <a:pos x="10" y="362"/>
                </a:cxn>
                <a:cxn ang="0">
                  <a:pos x="10" y="360"/>
                </a:cxn>
                <a:cxn ang="0">
                  <a:pos x="10" y="360"/>
                </a:cxn>
                <a:cxn ang="0">
                  <a:pos x="13" y="349"/>
                </a:cxn>
                <a:cxn ang="0">
                  <a:pos x="15" y="340"/>
                </a:cxn>
                <a:cxn ang="0">
                  <a:pos x="19" y="331"/>
                </a:cxn>
                <a:cxn ang="0">
                  <a:pos x="22" y="322"/>
                </a:cxn>
                <a:cxn ang="0">
                  <a:pos x="31" y="270"/>
                </a:cxn>
                <a:cxn ang="0">
                  <a:pos x="31" y="270"/>
                </a:cxn>
                <a:cxn ang="0">
                  <a:pos x="39" y="223"/>
                </a:cxn>
                <a:cxn ang="0">
                  <a:pos x="49" y="177"/>
                </a:cxn>
                <a:cxn ang="0">
                  <a:pos x="49" y="177"/>
                </a:cxn>
                <a:cxn ang="0">
                  <a:pos x="64" y="128"/>
                </a:cxn>
                <a:cxn ang="0">
                  <a:pos x="79" y="81"/>
                </a:cxn>
                <a:cxn ang="0">
                  <a:pos x="79" y="81"/>
                </a:cxn>
                <a:cxn ang="0">
                  <a:pos x="93" y="45"/>
                </a:cxn>
                <a:cxn ang="0">
                  <a:pos x="99" y="25"/>
                </a:cxn>
                <a:cxn ang="0">
                  <a:pos x="100" y="16"/>
                </a:cxn>
                <a:cxn ang="0">
                  <a:pos x="102" y="5"/>
                </a:cxn>
                <a:cxn ang="0">
                  <a:pos x="102" y="5"/>
                </a:cxn>
                <a:cxn ang="0">
                  <a:pos x="102" y="4"/>
                </a:cxn>
                <a:cxn ang="0">
                  <a:pos x="100" y="1"/>
                </a:cxn>
                <a:cxn ang="0">
                  <a:pos x="99" y="1"/>
                </a:cxn>
                <a:cxn ang="0">
                  <a:pos x="96" y="0"/>
                </a:cxn>
                <a:cxn ang="0">
                  <a:pos x="93" y="1"/>
                </a:cxn>
                <a:cxn ang="0">
                  <a:pos x="91" y="4"/>
                </a:cxn>
                <a:cxn ang="0">
                  <a:pos x="90" y="5"/>
                </a:cxn>
                <a:cxn ang="0">
                  <a:pos x="90" y="5"/>
                </a:cxn>
              </a:cxnLst>
              <a:rect l="0" t="0" r="r" b="b"/>
              <a:pathLst>
                <a:path w="102" h="365">
                  <a:moveTo>
                    <a:pt x="90" y="5"/>
                  </a:moveTo>
                  <a:lnTo>
                    <a:pt x="90" y="5"/>
                  </a:lnTo>
                  <a:lnTo>
                    <a:pt x="89" y="17"/>
                  </a:lnTo>
                  <a:lnTo>
                    <a:pt x="87" y="28"/>
                  </a:lnTo>
                  <a:lnTo>
                    <a:pt x="81" y="49"/>
                  </a:lnTo>
                  <a:lnTo>
                    <a:pt x="64" y="89"/>
                  </a:lnTo>
                  <a:lnTo>
                    <a:pt x="64" y="89"/>
                  </a:lnTo>
                  <a:lnTo>
                    <a:pt x="56" y="113"/>
                  </a:lnTo>
                  <a:lnTo>
                    <a:pt x="49" y="136"/>
                  </a:lnTo>
                  <a:lnTo>
                    <a:pt x="36" y="185"/>
                  </a:lnTo>
                  <a:lnTo>
                    <a:pt x="36" y="185"/>
                  </a:lnTo>
                  <a:lnTo>
                    <a:pt x="31" y="207"/>
                  </a:lnTo>
                  <a:lnTo>
                    <a:pt x="26" y="230"/>
                  </a:lnTo>
                  <a:lnTo>
                    <a:pt x="18" y="277"/>
                  </a:lnTo>
                  <a:lnTo>
                    <a:pt x="18" y="277"/>
                  </a:lnTo>
                  <a:lnTo>
                    <a:pt x="13" y="298"/>
                  </a:lnTo>
                  <a:lnTo>
                    <a:pt x="8" y="318"/>
                  </a:lnTo>
                  <a:lnTo>
                    <a:pt x="2" y="339"/>
                  </a:lnTo>
                  <a:lnTo>
                    <a:pt x="1" y="349"/>
                  </a:lnTo>
                  <a:lnTo>
                    <a:pt x="0" y="360"/>
                  </a:lnTo>
                  <a:lnTo>
                    <a:pt x="0" y="360"/>
                  </a:lnTo>
                  <a:lnTo>
                    <a:pt x="0" y="362"/>
                  </a:lnTo>
                  <a:lnTo>
                    <a:pt x="1" y="364"/>
                  </a:lnTo>
                  <a:lnTo>
                    <a:pt x="2" y="365"/>
                  </a:lnTo>
                  <a:lnTo>
                    <a:pt x="5" y="365"/>
                  </a:lnTo>
                  <a:lnTo>
                    <a:pt x="9" y="364"/>
                  </a:lnTo>
                  <a:lnTo>
                    <a:pt x="10" y="362"/>
                  </a:lnTo>
                  <a:lnTo>
                    <a:pt x="10" y="360"/>
                  </a:lnTo>
                  <a:lnTo>
                    <a:pt x="10" y="360"/>
                  </a:lnTo>
                  <a:lnTo>
                    <a:pt x="13" y="349"/>
                  </a:lnTo>
                  <a:lnTo>
                    <a:pt x="15" y="340"/>
                  </a:lnTo>
                  <a:lnTo>
                    <a:pt x="19" y="331"/>
                  </a:lnTo>
                  <a:lnTo>
                    <a:pt x="22" y="322"/>
                  </a:lnTo>
                  <a:lnTo>
                    <a:pt x="31" y="270"/>
                  </a:lnTo>
                  <a:lnTo>
                    <a:pt x="31" y="270"/>
                  </a:lnTo>
                  <a:lnTo>
                    <a:pt x="39" y="223"/>
                  </a:lnTo>
                  <a:lnTo>
                    <a:pt x="49" y="177"/>
                  </a:lnTo>
                  <a:lnTo>
                    <a:pt x="49" y="177"/>
                  </a:lnTo>
                  <a:lnTo>
                    <a:pt x="64" y="128"/>
                  </a:lnTo>
                  <a:lnTo>
                    <a:pt x="79" y="81"/>
                  </a:lnTo>
                  <a:lnTo>
                    <a:pt x="79" y="81"/>
                  </a:lnTo>
                  <a:lnTo>
                    <a:pt x="93" y="45"/>
                  </a:lnTo>
                  <a:lnTo>
                    <a:pt x="99" y="25"/>
                  </a:lnTo>
                  <a:lnTo>
                    <a:pt x="100" y="16"/>
                  </a:lnTo>
                  <a:lnTo>
                    <a:pt x="102" y="5"/>
                  </a:lnTo>
                  <a:lnTo>
                    <a:pt x="102" y="5"/>
                  </a:lnTo>
                  <a:lnTo>
                    <a:pt x="102" y="4"/>
                  </a:lnTo>
                  <a:lnTo>
                    <a:pt x="100" y="1"/>
                  </a:lnTo>
                  <a:lnTo>
                    <a:pt x="99" y="1"/>
                  </a:lnTo>
                  <a:lnTo>
                    <a:pt x="96" y="0"/>
                  </a:lnTo>
                  <a:lnTo>
                    <a:pt x="93" y="1"/>
                  </a:lnTo>
                  <a:lnTo>
                    <a:pt x="91" y="4"/>
                  </a:lnTo>
                  <a:lnTo>
                    <a:pt x="90" y="5"/>
                  </a:lnTo>
                  <a:lnTo>
                    <a:pt x="90" y="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3" name="Freeform 379"/>
            <p:cNvSpPr/>
            <p:nvPr/>
          </p:nvSpPr>
          <p:spPr bwMode="auto">
            <a:xfrm>
              <a:off x="5426076" y="1354138"/>
              <a:ext cx="33338" cy="128588"/>
            </a:xfrm>
            <a:custGeom>
              <a:avLst/>
              <a:gdLst/>
              <a:ahLst/>
              <a:cxnLst>
                <a:cxn ang="0">
                  <a:pos x="75" y="3"/>
                </a:cxn>
                <a:cxn ang="0">
                  <a:pos x="75" y="3"/>
                </a:cxn>
                <a:cxn ang="0">
                  <a:pos x="71" y="11"/>
                </a:cxn>
                <a:cxn ang="0">
                  <a:pos x="69" y="20"/>
                </a:cxn>
                <a:cxn ang="0">
                  <a:pos x="63" y="37"/>
                </a:cxn>
                <a:cxn ang="0">
                  <a:pos x="55" y="71"/>
                </a:cxn>
                <a:cxn ang="0">
                  <a:pos x="55" y="71"/>
                </a:cxn>
                <a:cxn ang="0">
                  <a:pos x="49" y="91"/>
                </a:cxn>
                <a:cxn ang="0">
                  <a:pos x="42" y="110"/>
                </a:cxn>
                <a:cxn ang="0">
                  <a:pos x="36" y="130"/>
                </a:cxn>
                <a:cxn ang="0">
                  <a:pos x="32" y="149"/>
                </a:cxn>
                <a:cxn ang="0">
                  <a:pos x="32" y="149"/>
                </a:cxn>
                <a:cxn ang="0">
                  <a:pos x="27" y="196"/>
                </a:cxn>
                <a:cxn ang="0">
                  <a:pos x="23" y="220"/>
                </a:cxn>
                <a:cxn ang="0">
                  <a:pos x="19" y="244"/>
                </a:cxn>
                <a:cxn ang="0">
                  <a:pos x="19" y="244"/>
                </a:cxn>
                <a:cxn ang="0">
                  <a:pos x="15" y="261"/>
                </a:cxn>
                <a:cxn ang="0">
                  <a:pos x="11" y="279"/>
                </a:cxn>
                <a:cxn ang="0">
                  <a:pos x="11" y="279"/>
                </a:cxn>
                <a:cxn ang="0">
                  <a:pos x="8" y="288"/>
                </a:cxn>
                <a:cxn ang="0">
                  <a:pos x="7" y="298"/>
                </a:cxn>
                <a:cxn ang="0">
                  <a:pos x="6" y="309"/>
                </a:cxn>
                <a:cxn ang="0">
                  <a:pos x="3" y="313"/>
                </a:cxn>
                <a:cxn ang="0">
                  <a:pos x="2" y="317"/>
                </a:cxn>
                <a:cxn ang="0">
                  <a:pos x="2" y="317"/>
                </a:cxn>
                <a:cxn ang="0">
                  <a:pos x="0" y="319"/>
                </a:cxn>
                <a:cxn ang="0">
                  <a:pos x="0" y="321"/>
                </a:cxn>
                <a:cxn ang="0">
                  <a:pos x="2" y="323"/>
                </a:cxn>
                <a:cxn ang="0">
                  <a:pos x="3" y="325"/>
                </a:cxn>
                <a:cxn ang="0">
                  <a:pos x="7" y="325"/>
                </a:cxn>
                <a:cxn ang="0">
                  <a:pos x="10" y="325"/>
                </a:cxn>
                <a:cxn ang="0">
                  <a:pos x="11" y="323"/>
                </a:cxn>
                <a:cxn ang="0">
                  <a:pos x="11" y="323"/>
                </a:cxn>
                <a:cxn ang="0">
                  <a:pos x="15" y="317"/>
                </a:cxn>
                <a:cxn ang="0">
                  <a:pos x="18" y="310"/>
                </a:cxn>
                <a:cxn ang="0">
                  <a:pos x="21" y="295"/>
                </a:cxn>
                <a:cxn ang="0">
                  <a:pos x="24" y="279"/>
                </a:cxn>
                <a:cxn ang="0">
                  <a:pos x="27" y="264"/>
                </a:cxn>
                <a:cxn ang="0">
                  <a:pos x="27" y="264"/>
                </a:cxn>
                <a:cxn ang="0">
                  <a:pos x="31" y="245"/>
                </a:cxn>
                <a:cxn ang="0">
                  <a:pos x="33" y="227"/>
                </a:cxn>
                <a:cxn ang="0">
                  <a:pos x="38" y="187"/>
                </a:cxn>
                <a:cxn ang="0">
                  <a:pos x="38" y="187"/>
                </a:cxn>
                <a:cxn ang="0">
                  <a:pos x="42" y="164"/>
                </a:cxn>
                <a:cxn ang="0">
                  <a:pos x="46" y="140"/>
                </a:cxn>
                <a:cxn ang="0">
                  <a:pos x="52" y="117"/>
                </a:cxn>
                <a:cxn ang="0">
                  <a:pos x="59" y="94"/>
                </a:cxn>
                <a:cxn ang="0">
                  <a:pos x="59" y="94"/>
                </a:cxn>
                <a:cxn ang="0">
                  <a:pos x="66" y="72"/>
                </a:cxn>
                <a:cxn ang="0">
                  <a:pos x="71" y="51"/>
                </a:cxn>
                <a:cxn ang="0">
                  <a:pos x="76" y="29"/>
                </a:cxn>
                <a:cxn ang="0">
                  <a:pos x="80" y="19"/>
                </a:cxn>
                <a:cxn ang="0">
                  <a:pos x="86" y="9"/>
                </a:cxn>
                <a:cxn ang="0">
                  <a:pos x="86" y="9"/>
                </a:cxn>
                <a:cxn ang="0">
                  <a:pos x="87" y="7"/>
                </a:cxn>
                <a:cxn ang="0">
                  <a:pos x="86" y="4"/>
                </a:cxn>
                <a:cxn ang="0">
                  <a:pos x="83" y="2"/>
                </a:cxn>
                <a:cxn ang="0">
                  <a:pos x="79" y="0"/>
                </a:cxn>
                <a:cxn ang="0">
                  <a:pos x="78" y="2"/>
                </a:cxn>
                <a:cxn ang="0">
                  <a:pos x="75" y="3"/>
                </a:cxn>
                <a:cxn ang="0">
                  <a:pos x="75" y="3"/>
                </a:cxn>
              </a:cxnLst>
              <a:rect l="0" t="0" r="r" b="b"/>
              <a:pathLst>
                <a:path w="87" h="325">
                  <a:moveTo>
                    <a:pt x="75" y="3"/>
                  </a:moveTo>
                  <a:lnTo>
                    <a:pt x="75" y="3"/>
                  </a:lnTo>
                  <a:lnTo>
                    <a:pt x="71" y="11"/>
                  </a:lnTo>
                  <a:lnTo>
                    <a:pt x="69" y="20"/>
                  </a:lnTo>
                  <a:lnTo>
                    <a:pt x="63" y="37"/>
                  </a:lnTo>
                  <a:lnTo>
                    <a:pt x="55" y="71"/>
                  </a:lnTo>
                  <a:lnTo>
                    <a:pt x="55" y="71"/>
                  </a:lnTo>
                  <a:lnTo>
                    <a:pt x="49" y="91"/>
                  </a:lnTo>
                  <a:lnTo>
                    <a:pt x="42" y="110"/>
                  </a:lnTo>
                  <a:lnTo>
                    <a:pt x="36" y="130"/>
                  </a:lnTo>
                  <a:lnTo>
                    <a:pt x="32" y="149"/>
                  </a:lnTo>
                  <a:lnTo>
                    <a:pt x="32" y="149"/>
                  </a:lnTo>
                  <a:lnTo>
                    <a:pt x="27" y="196"/>
                  </a:lnTo>
                  <a:lnTo>
                    <a:pt x="23" y="220"/>
                  </a:lnTo>
                  <a:lnTo>
                    <a:pt x="19" y="244"/>
                  </a:lnTo>
                  <a:lnTo>
                    <a:pt x="19" y="244"/>
                  </a:lnTo>
                  <a:lnTo>
                    <a:pt x="15" y="261"/>
                  </a:lnTo>
                  <a:lnTo>
                    <a:pt x="11" y="279"/>
                  </a:lnTo>
                  <a:lnTo>
                    <a:pt x="11" y="279"/>
                  </a:lnTo>
                  <a:lnTo>
                    <a:pt x="8" y="288"/>
                  </a:lnTo>
                  <a:lnTo>
                    <a:pt x="7" y="298"/>
                  </a:lnTo>
                  <a:lnTo>
                    <a:pt x="6" y="309"/>
                  </a:lnTo>
                  <a:lnTo>
                    <a:pt x="3" y="313"/>
                  </a:lnTo>
                  <a:lnTo>
                    <a:pt x="2" y="317"/>
                  </a:lnTo>
                  <a:lnTo>
                    <a:pt x="2" y="317"/>
                  </a:lnTo>
                  <a:lnTo>
                    <a:pt x="0" y="319"/>
                  </a:lnTo>
                  <a:lnTo>
                    <a:pt x="0" y="321"/>
                  </a:lnTo>
                  <a:lnTo>
                    <a:pt x="2" y="323"/>
                  </a:lnTo>
                  <a:lnTo>
                    <a:pt x="3" y="325"/>
                  </a:lnTo>
                  <a:lnTo>
                    <a:pt x="7" y="325"/>
                  </a:lnTo>
                  <a:lnTo>
                    <a:pt x="10" y="325"/>
                  </a:lnTo>
                  <a:lnTo>
                    <a:pt x="11" y="323"/>
                  </a:lnTo>
                  <a:lnTo>
                    <a:pt x="11" y="323"/>
                  </a:lnTo>
                  <a:lnTo>
                    <a:pt x="15" y="317"/>
                  </a:lnTo>
                  <a:lnTo>
                    <a:pt x="18" y="310"/>
                  </a:lnTo>
                  <a:lnTo>
                    <a:pt x="21" y="295"/>
                  </a:lnTo>
                  <a:lnTo>
                    <a:pt x="24" y="279"/>
                  </a:lnTo>
                  <a:lnTo>
                    <a:pt x="27" y="264"/>
                  </a:lnTo>
                  <a:lnTo>
                    <a:pt x="27" y="264"/>
                  </a:lnTo>
                  <a:lnTo>
                    <a:pt x="31" y="245"/>
                  </a:lnTo>
                  <a:lnTo>
                    <a:pt x="33" y="227"/>
                  </a:lnTo>
                  <a:lnTo>
                    <a:pt x="38" y="187"/>
                  </a:lnTo>
                  <a:lnTo>
                    <a:pt x="38" y="187"/>
                  </a:lnTo>
                  <a:lnTo>
                    <a:pt x="42" y="164"/>
                  </a:lnTo>
                  <a:lnTo>
                    <a:pt x="46" y="140"/>
                  </a:lnTo>
                  <a:lnTo>
                    <a:pt x="52" y="117"/>
                  </a:lnTo>
                  <a:lnTo>
                    <a:pt x="59" y="94"/>
                  </a:lnTo>
                  <a:lnTo>
                    <a:pt x="59" y="94"/>
                  </a:lnTo>
                  <a:lnTo>
                    <a:pt x="66" y="72"/>
                  </a:lnTo>
                  <a:lnTo>
                    <a:pt x="71" y="51"/>
                  </a:lnTo>
                  <a:lnTo>
                    <a:pt x="76" y="29"/>
                  </a:lnTo>
                  <a:lnTo>
                    <a:pt x="80" y="19"/>
                  </a:lnTo>
                  <a:lnTo>
                    <a:pt x="86" y="9"/>
                  </a:lnTo>
                  <a:lnTo>
                    <a:pt x="86" y="9"/>
                  </a:lnTo>
                  <a:lnTo>
                    <a:pt x="87" y="7"/>
                  </a:lnTo>
                  <a:lnTo>
                    <a:pt x="86" y="4"/>
                  </a:lnTo>
                  <a:lnTo>
                    <a:pt x="83" y="2"/>
                  </a:lnTo>
                  <a:lnTo>
                    <a:pt x="79" y="0"/>
                  </a:lnTo>
                  <a:lnTo>
                    <a:pt x="78" y="2"/>
                  </a:lnTo>
                  <a:lnTo>
                    <a:pt x="75" y="3"/>
                  </a:lnTo>
                  <a:lnTo>
                    <a:pt x="75" y="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4" name="Freeform 380"/>
            <p:cNvSpPr/>
            <p:nvPr/>
          </p:nvSpPr>
          <p:spPr bwMode="auto">
            <a:xfrm>
              <a:off x="5492751" y="1465263"/>
              <a:ext cx="25400" cy="90488"/>
            </a:xfrm>
            <a:custGeom>
              <a:avLst/>
              <a:gdLst/>
              <a:ahLst/>
              <a:cxnLst>
                <a:cxn ang="0">
                  <a:pos x="52" y="3"/>
                </a:cxn>
                <a:cxn ang="0">
                  <a:pos x="52" y="3"/>
                </a:cxn>
                <a:cxn ang="0">
                  <a:pos x="46" y="13"/>
                </a:cxn>
                <a:cxn ang="0">
                  <a:pos x="42" y="24"/>
                </a:cxn>
                <a:cxn ang="0">
                  <a:pos x="34" y="45"/>
                </a:cxn>
                <a:cxn ang="0">
                  <a:pos x="29" y="67"/>
                </a:cxn>
                <a:cxn ang="0">
                  <a:pos x="23" y="90"/>
                </a:cxn>
                <a:cxn ang="0">
                  <a:pos x="23" y="90"/>
                </a:cxn>
                <a:cxn ang="0">
                  <a:pos x="16" y="122"/>
                </a:cxn>
                <a:cxn ang="0">
                  <a:pos x="10" y="154"/>
                </a:cxn>
                <a:cxn ang="0">
                  <a:pos x="0" y="221"/>
                </a:cxn>
                <a:cxn ang="0">
                  <a:pos x="0" y="221"/>
                </a:cxn>
                <a:cxn ang="0">
                  <a:pos x="0" y="224"/>
                </a:cxn>
                <a:cxn ang="0">
                  <a:pos x="1" y="225"/>
                </a:cxn>
                <a:cxn ang="0">
                  <a:pos x="5" y="228"/>
                </a:cxn>
                <a:cxn ang="0">
                  <a:pos x="6" y="228"/>
                </a:cxn>
                <a:cxn ang="0">
                  <a:pos x="9" y="228"/>
                </a:cxn>
                <a:cxn ang="0">
                  <a:pos x="10" y="226"/>
                </a:cxn>
                <a:cxn ang="0">
                  <a:pos x="12" y="224"/>
                </a:cxn>
                <a:cxn ang="0">
                  <a:pos x="12" y="224"/>
                </a:cxn>
                <a:cxn ang="0">
                  <a:pos x="16" y="194"/>
                </a:cxn>
                <a:cxn ang="0">
                  <a:pos x="22" y="164"/>
                </a:cxn>
                <a:cxn ang="0">
                  <a:pos x="27" y="134"/>
                </a:cxn>
                <a:cxn ang="0">
                  <a:pos x="33" y="103"/>
                </a:cxn>
                <a:cxn ang="0">
                  <a:pos x="33" y="103"/>
                </a:cxn>
                <a:cxn ang="0">
                  <a:pos x="36" y="79"/>
                </a:cxn>
                <a:cxn ang="0">
                  <a:pos x="42" y="54"/>
                </a:cxn>
                <a:cxn ang="0">
                  <a:pos x="46" y="42"/>
                </a:cxn>
                <a:cxn ang="0">
                  <a:pos x="51" y="30"/>
                </a:cxn>
                <a:cxn ang="0">
                  <a:pos x="56" y="18"/>
                </a:cxn>
                <a:cxn ang="0">
                  <a:pos x="61" y="8"/>
                </a:cxn>
                <a:cxn ang="0">
                  <a:pos x="61" y="8"/>
                </a:cxn>
                <a:cxn ang="0">
                  <a:pos x="63" y="7"/>
                </a:cxn>
                <a:cxn ang="0">
                  <a:pos x="63" y="4"/>
                </a:cxn>
                <a:cxn ang="0">
                  <a:pos x="61" y="3"/>
                </a:cxn>
                <a:cxn ang="0">
                  <a:pos x="60" y="1"/>
                </a:cxn>
                <a:cxn ang="0">
                  <a:pos x="56" y="0"/>
                </a:cxn>
                <a:cxn ang="0">
                  <a:pos x="53" y="1"/>
                </a:cxn>
                <a:cxn ang="0">
                  <a:pos x="52" y="3"/>
                </a:cxn>
                <a:cxn ang="0">
                  <a:pos x="52" y="3"/>
                </a:cxn>
              </a:cxnLst>
              <a:rect l="0" t="0" r="r" b="b"/>
              <a:pathLst>
                <a:path w="63" h="228">
                  <a:moveTo>
                    <a:pt x="52" y="3"/>
                  </a:moveTo>
                  <a:lnTo>
                    <a:pt x="52" y="3"/>
                  </a:lnTo>
                  <a:lnTo>
                    <a:pt x="46" y="13"/>
                  </a:lnTo>
                  <a:lnTo>
                    <a:pt x="42" y="24"/>
                  </a:lnTo>
                  <a:lnTo>
                    <a:pt x="34" y="45"/>
                  </a:lnTo>
                  <a:lnTo>
                    <a:pt x="29" y="67"/>
                  </a:lnTo>
                  <a:lnTo>
                    <a:pt x="23" y="90"/>
                  </a:lnTo>
                  <a:lnTo>
                    <a:pt x="23" y="90"/>
                  </a:lnTo>
                  <a:lnTo>
                    <a:pt x="16" y="122"/>
                  </a:lnTo>
                  <a:lnTo>
                    <a:pt x="10" y="154"/>
                  </a:lnTo>
                  <a:lnTo>
                    <a:pt x="0" y="221"/>
                  </a:lnTo>
                  <a:lnTo>
                    <a:pt x="0" y="221"/>
                  </a:lnTo>
                  <a:lnTo>
                    <a:pt x="0" y="224"/>
                  </a:lnTo>
                  <a:lnTo>
                    <a:pt x="1" y="225"/>
                  </a:lnTo>
                  <a:lnTo>
                    <a:pt x="5" y="228"/>
                  </a:lnTo>
                  <a:lnTo>
                    <a:pt x="6" y="228"/>
                  </a:lnTo>
                  <a:lnTo>
                    <a:pt x="9" y="228"/>
                  </a:lnTo>
                  <a:lnTo>
                    <a:pt x="10" y="226"/>
                  </a:lnTo>
                  <a:lnTo>
                    <a:pt x="12" y="224"/>
                  </a:lnTo>
                  <a:lnTo>
                    <a:pt x="12" y="224"/>
                  </a:lnTo>
                  <a:lnTo>
                    <a:pt x="16" y="194"/>
                  </a:lnTo>
                  <a:lnTo>
                    <a:pt x="22" y="164"/>
                  </a:lnTo>
                  <a:lnTo>
                    <a:pt x="27" y="134"/>
                  </a:lnTo>
                  <a:lnTo>
                    <a:pt x="33" y="103"/>
                  </a:lnTo>
                  <a:lnTo>
                    <a:pt x="33" y="103"/>
                  </a:lnTo>
                  <a:lnTo>
                    <a:pt x="36" y="79"/>
                  </a:lnTo>
                  <a:lnTo>
                    <a:pt x="42" y="54"/>
                  </a:lnTo>
                  <a:lnTo>
                    <a:pt x="46" y="42"/>
                  </a:lnTo>
                  <a:lnTo>
                    <a:pt x="51" y="30"/>
                  </a:lnTo>
                  <a:lnTo>
                    <a:pt x="56" y="18"/>
                  </a:lnTo>
                  <a:lnTo>
                    <a:pt x="61" y="8"/>
                  </a:lnTo>
                  <a:lnTo>
                    <a:pt x="61" y="8"/>
                  </a:lnTo>
                  <a:lnTo>
                    <a:pt x="63" y="7"/>
                  </a:lnTo>
                  <a:lnTo>
                    <a:pt x="63" y="4"/>
                  </a:lnTo>
                  <a:lnTo>
                    <a:pt x="61" y="3"/>
                  </a:lnTo>
                  <a:lnTo>
                    <a:pt x="60" y="1"/>
                  </a:lnTo>
                  <a:lnTo>
                    <a:pt x="56" y="0"/>
                  </a:lnTo>
                  <a:lnTo>
                    <a:pt x="53" y="1"/>
                  </a:lnTo>
                  <a:lnTo>
                    <a:pt x="52" y="3"/>
                  </a:lnTo>
                  <a:lnTo>
                    <a:pt x="52" y="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5" name="Freeform 381"/>
            <p:cNvSpPr/>
            <p:nvPr/>
          </p:nvSpPr>
          <p:spPr bwMode="auto">
            <a:xfrm>
              <a:off x="5516564" y="1489076"/>
              <a:ext cx="17463" cy="76200"/>
            </a:xfrm>
            <a:custGeom>
              <a:avLst/>
              <a:gdLst/>
              <a:ahLst/>
              <a:cxnLst>
                <a:cxn ang="0">
                  <a:pos x="34" y="4"/>
                </a:cxn>
                <a:cxn ang="0">
                  <a:pos x="34" y="4"/>
                </a:cxn>
                <a:cxn ang="0">
                  <a:pos x="21" y="48"/>
                </a:cxn>
                <a:cxn ang="0">
                  <a:pos x="11" y="94"/>
                </a:cxn>
                <a:cxn ang="0">
                  <a:pos x="7" y="117"/>
                </a:cxn>
                <a:cxn ang="0">
                  <a:pos x="3" y="141"/>
                </a:cxn>
                <a:cxn ang="0">
                  <a:pos x="0" y="163"/>
                </a:cxn>
                <a:cxn ang="0">
                  <a:pos x="0" y="188"/>
                </a:cxn>
                <a:cxn ang="0">
                  <a:pos x="0" y="188"/>
                </a:cxn>
                <a:cxn ang="0">
                  <a:pos x="0" y="189"/>
                </a:cxn>
                <a:cxn ang="0">
                  <a:pos x="2" y="192"/>
                </a:cxn>
                <a:cxn ang="0">
                  <a:pos x="6" y="193"/>
                </a:cxn>
                <a:cxn ang="0">
                  <a:pos x="10" y="192"/>
                </a:cxn>
                <a:cxn ang="0">
                  <a:pos x="11" y="189"/>
                </a:cxn>
                <a:cxn ang="0">
                  <a:pos x="11" y="188"/>
                </a:cxn>
                <a:cxn ang="0">
                  <a:pos x="11" y="188"/>
                </a:cxn>
                <a:cxn ang="0">
                  <a:pos x="12" y="164"/>
                </a:cxn>
                <a:cxn ang="0">
                  <a:pos x="15" y="141"/>
                </a:cxn>
                <a:cxn ang="0">
                  <a:pos x="17" y="119"/>
                </a:cxn>
                <a:cxn ang="0">
                  <a:pos x="23" y="95"/>
                </a:cxn>
                <a:cxn ang="0">
                  <a:pos x="33" y="51"/>
                </a:cxn>
                <a:cxn ang="0">
                  <a:pos x="45" y="6"/>
                </a:cxn>
                <a:cxn ang="0">
                  <a:pos x="45" y="6"/>
                </a:cxn>
                <a:cxn ang="0">
                  <a:pos x="46" y="4"/>
                </a:cxn>
                <a:cxn ang="0">
                  <a:pos x="45" y="2"/>
                </a:cxn>
                <a:cxn ang="0">
                  <a:pos x="41" y="0"/>
                </a:cxn>
                <a:cxn ang="0">
                  <a:pos x="37" y="0"/>
                </a:cxn>
                <a:cxn ang="0">
                  <a:pos x="36" y="1"/>
                </a:cxn>
                <a:cxn ang="0">
                  <a:pos x="34" y="4"/>
                </a:cxn>
                <a:cxn ang="0">
                  <a:pos x="34" y="4"/>
                </a:cxn>
              </a:cxnLst>
              <a:rect l="0" t="0" r="r" b="b"/>
              <a:pathLst>
                <a:path w="46" h="193">
                  <a:moveTo>
                    <a:pt x="34" y="4"/>
                  </a:moveTo>
                  <a:lnTo>
                    <a:pt x="34" y="4"/>
                  </a:lnTo>
                  <a:lnTo>
                    <a:pt x="21" y="48"/>
                  </a:lnTo>
                  <a:lnTo>
                    <a:pt x="11" y="94"/>
                  </a:lnTo>
                  <a:lnTo>
                    <a:pt x="7" y="117"/>
                  </a:lnTo>
                  <a:lnTo>
                    <a:pt x="3" y="141"/>
                  </a:lnTo>
                  <a:lnTo>
                    <a:pt x="0" y="163"/>
                  </a:lnTo>
                  <a:lnTo>
                    <a:pt x="0" y="188"/>
                  </a:lnTo>
                  <a:lnTo>
                    <a:pt x="0" y="188"/>
                  </a:lnTo>
                  <a:lnTo>
                    <a:pt x="0" y="189"/>
                  </a:lnTo>
                  <a:lnTo>
                    <a:pt x="2" y="192"/>
                  </a:lnTo>
                  <a:lnTo>
                    <a:pt x="6" y="193"/>
                  </a:lnTo>
                  <a:lnTo>
                    <a:pt x="10" y="192"/>
                  </a:lnTo>
                  <a:lnTo>
                    <a:pt x="11" y="189"/>
                  </a:lnTo>
                  <a:lnTo>
                    <a:pt x="11" y="188"/>
                  </a:lnTo>
                  <a:lnTo>
                    <a:pt x="11" y="188"/>
                  </a:lnTo>
                  <a:lnTo>
                    <a:pt x="12" y="164"/>
                  </a:lnTo>
                  <a:lnTo>
                    <a:pt x="15" y="141"/>
                  </a:lnTo>
                  <a:lnTo>
                    <a:pt x="17" y="119"/>
                  </a:lnTo>
                  <a:lnTo>
                    <a:pt x="23" y="95"/>
                  </a:lnTo>
                  <a:lnTo>
                    <a:pt x="33" y="51"/>
                  </a:lnTo>
                  <a:lnTo>
                    <a:pt x="45" y="6"/>
                  </a:lnTo>
                  <a:lnTo>
                    <a:pt x="45" y="6"/>
                  </a:lnTo>
                  <a:lnTo>
                    <a:pt x="46" y="4"/>
                  </a:lnTo>
                  <a:lnTo>
                    <a:pt x="45" y="2"/>
                  </a:lnTo>
                  <a:lnTo>
                    <a:pt x="41" y="0"/>
                  </a:lnTo>
                  <a:lnTo>
                    <a:pt x="37" y="0"/>
                  </a:lnTo>
                  <a:lnTo>
                    <a:pt x="36" y="1"/>
                  </a:lnTo>
                  <a:lnTo>
                    <a:pt x="34" y="4"/>
                  </a:lnTo>
                  <a:lnTo>
                    <a:pt x="34" y="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6" name="Freeform 382"/>
            <p:cNvSpPr/>
            <p:nvPr/>
          </p:nvSpPr>
          <p:spPr bwMode="auto">
            <a:xfrm>
              <a:off x="5478464" y="1268413"/>
              <a:ext cx="228600" cy="104775"/>
            </a:xfrm>
            <a:custGeom>
              <a:avLst/>
              <a:gdLst/>
              <a:ahLst/>
              <a:cxnLst>
                <a:cxn ang="0">
                  <a:pos x="569" y="0"/>
                </a:cxn>
                <a:cxn ang="0">
                  <a:pos x="540" y="9"/>
                </a:cxn>
                <a:cxn ang="0">
                  <a:pos x="512" y="22"/>
                </a:cxn>
                <a:cxn ang="0">
                  <a:pos x="460" y="51"/>
                </a:cxn>
                <a:cxn ang="0">
                  <a:pos x="418" y="72"/>
                </a:cxn>
                <a:cxn ang="0">
                  <a:pos x="333" y="107"/>
                </a:cxn>
                <a:cxn ang="0">
                  <a:pos x="290" y="123"/>
                </a:cxn>
                <a:cxn ang="0">
                  <a:pos x="217" y="151"/>
                </a:cxn>
                <a:cxn ang="0">
                  <a:pos x="145" y="183"/>
                </a:cxn>
                <a:cxn ang="0">
                  <a:pos x="109" y="200"/>
                </a:cxn>
                <a:cxn ang="0">
                  <a:pos x="74" y="217"/>
                </a:cxn>
                <a:cxn ang="0">
                  <a:pos x="22" y="246"/>
                </a:cxn>
                <a:cxn ang="0">
                  <a:pos x="4" y="251"/>
                </a:cxn>
                <a:cxn ang="0">
                  <a:pos x="1" y="253"/>
                </a:cxn>
                <a:cxn ang="0">
                  <a:pos x="0" y="258"/>
                </a:cxn>
                <a:cxn ang="0">
                  <a:pos x="4" y="263"/>
                </a:cxn>
                <a:cxn ang="0">
                  <a:pos x="6" y="263"/>
                </a:cxn>
                <a:cxn ang="0">
                  <a:pos x="36" y="253"/>
                </a:cxn>
                <a:cxn ang="0">
                  <a:pos x="64" y="237"/>
                </a:cxn>
                <a:cxn ang="0">
                  <a:pos x="81" y="228"/>
                </a:cxn>
                <a:cxn ang="0">
                  <a:pos x="132" y="202"/>
                </a:cxn>
                <a:cxn ang="0">
                  <a:pos x="171" y="183"/>
                </a:cxn>
                <a:cxn ang="0">
                  <a:pos x="252" y="149"/>
                </a:cxn>
                <a:cxn ang="0">
                  <a:pos x="294" y="135"/>
                </a:cxn>
                <a:cxn ang="0">
                  <a:pos x="370" y="105"/>
                </a:cxn>
                <a:cxn ang="0">
                  <a:pos x="446" y="71"/>
                </a:cxn>
                <a:cxn ang="0">
                  <a:pos x="482" y="54"/>
                </a:cxn>
                <a:cxn ang="0">
                  <a:pos x="519" y="34"/>
                </a:cxn>
                <a:cxn ang="0">
                  <a:pos x="532" y="28"/>
                </a:cxn>
                <a:cxn ang="0">
                  <a:pos x="558" y="16"/>
                </a:cxn>
                <a:cxn ang="0">
                  <a:pos x="571" y="12"/>
                </a:cxn>
                <a:cxn ang="0">
                  <a:pos x="575" y="9"/>
                </a:cxn>
                <a:cxn ang="0">
                  <a:pos x="573" y="1"/>
                </a:cxn>
                <a:cxn ang="0">
                  <a:pos x="569" y="0"/>
                </a:cxn>
              </a:cxnLst>
              <a:rect l="0" t="0" r="r" b="b"/>
              <a:pathLst>
                <a:path w="575" h="263">
                  <a:moveTo>
                    <a:pt x="569" y="0"/>
                  </a:moveTo>
                  <a:lnTo>
                    <a:pt x="569" y="0"/>
                  </a:lnTo>
                  <a:lnTo>
                    <a:pt x="554" y="4"/>
                  </a:lnTo>
                  <a:lnTo>
                    <a:pt x="540" y="9"/>
                  </a:lnTo>
                  <a:lnTo>
                    <a:pt x="527" y="16"/>
                  </a:lnTo>
                  <a:lnTo>
                    <a:pt x="512" y="22"/>
                  </a:lnTo>
                  <a:lnTo>
                    <a:pt x="486" y="38"/>
                  </a:lnTo>
                  <a:lnTo>
                    <a:pt x="460" y="51"/>
                  </a:lnTo>
                  <a:lnTo>
                    <a:pt x="460" y="51"/>
                  </a:lnTo>
                  <a:lnTo>
                    <a:pt x="418" y="72"/>
                  </a:lnTo>
                  <a:lnTo>
                    <a:pt x="376" y="90"/>
                  </a:lnTo>
                  <a:lnTo>
                    <a:pt x="333" y="107"/>
                  </a:lnTo>
                  <a:lnTo>
                    <a:pt x="290" y="123"/>
                  </a:lnTo>
                  <a:lnTo>
                    <a:pt x="290" y="123"/>
                  </a:lnTo>
                  <a:lnTo>
                    <a:pt x="253" y="138"/>
                  </a:lnTo>
                  <a:lnTo>
                    <a:pt x="217" y="151"/>
                  </a:lnTo>
                  <a:lnTo>
                    <a:pt x="180" y="166"/>
                  </a:lnTo>
                  <a:lnTo>
                    <a:pt x="145" y="183"/>
                  </a:lnTo>
                  <a:lnTo>
                    <a:pt x="145" y="183"/>
                  </a:lnTo>
                  <a:lnTo>
                    <a:pt x="109" y="200"/>
                  </a:lnTo>
                  <a:lnTo>
                    <a:pt x="74" y="217"/>
                  </a:lnTo>
                  <a:lnTo>
                    <a:pt x="74" y="217"/>
                  </a:lnTo>
                  <a:lnTo>
                    <a:pt x="40" y="237"/>
                  </a:lnTo>
                  <a:lnTo>
                    <a:pt x="22" y="246"/>
                  </a:lnTo>
                  <a:lnTo>
                    <a:pt x="13" y="249"/>
                  </a:lnTo>
                  <a:lnTo>
                    <a:pt x="4" y="251"/>
                  </a:lnTo>
                  <a:lnTo>
                    <a:pt x="4" y="251"/>
                  </a:lnTo>
                  <a:lnTo>
                    <a:pt x="1" y="253"/>
                  </a:lnTo>
                  <a:lnTo>
                    <a:pt x="0" y="254"/>
                  </a:lnTo>
                  <a:lnTo>
                    <a:pt x="0" y="258"/>
                  </a:lnTo>
                  <a:lnTo>
                    <a:pt x="2" y="262"/>
                  </a:lnTo>
                  <a:lnTo>
                    <a:pt x="4" y="263"/>
                  </a:lnTo>
                  <a:lnTo>
                    <a:pt x="6" y="263"/>
                  </a:lnTo>
                  <a:lnTo>
                    <a:pt x="6" y="263"/>
                  </a:lnTo>
                  <a:lnTo>
                    <a:pt x="22" y="258"/>
                  </a:lnTo>
                  <a:lnTo>
                    <a:pt x="36" y="253"/>
                  </a:lnTo>
                  <a:lnTo>
                    <a:pt x="51" y="245"/>
                  </a:lnTo>
                  <a:lnTo>
                    <a:pt x="64" y="237"/>
                  </a:lnTo>
                  <a:lnTo>
                    <a:pt x="64" y="237"/>
                  </a:lnTo>
                  <a:lnTo>
                    <a:pt x="81" y="228"/>
                  </a:lnTo>
                  <a:lnTo>
                    <a:pt x="98" y="219"/>
                  </a:lnTo>
                  <a:lnTo>
                    <a:pt x="132" y="202"/>
                  </a:lnTo>
                  <a:lnTo>
                    <a:pt x="132" y="202"/>
                  </a:lnTo>
                  <a:lnTo>
                    <a:pt x="171" y="183"/>
                  </a:lnTo>
                  <a:lnTo>
                    <a:pt x="212" y="165"/>
                  </a:lnTo>
                  <a:lnTo>
                    <a:pt x="252" y="149"/>
                  </a:lnTo>
                  <a:lnTo>
                    <a:pt x="294" y="135"/>
                  </a:lnTo>
                  <a:lnTo>
                    <a:pt x="294" y="135"/>
                  </a:lnTo>
                  <a:lnTo>
                    <a:pt x="332" y="121"/>
                  </a:lnTo>
                  <a:lnTo>
                    <a:pt x="370" y="105"/>
                  </a:lnTo>
                  <a:lnTo>
                    <a:pt x="408" y="88"/>
                  </a:lnTo>
                  <a:lnTo>
                    <a:pt x="446" y="71"/>
                  </a:lnTo>
                  <a:lnTo>
                    <a:pt x="446" y="71"/>
                  </a:lnTo>
                  <a:lnTo>
                    <a:pt x="482" y="54"/>
                  </a:lnTo>
                  <a:lnTo>
                    <a:pt x="501" y="45"/>
                  </a:lnTo>
                  <a:lnTo>
                    <a:pt x="519" y="34"/>
                  </a:lnTo>
                  <a:lnTo>
                    <a:pt x="519" y="34"/>
                  </a:lnTo>
                  <a:lnTo>
                    <a:pt x="532" y="28"/>
                  </a:lnTo>
                  <a:lnTo>
                    <a:pt x="544" y="21"/>
                  </a:lnTo>
                  <a:lnTo>
                    <a:pt x="558" y="16"/>
                  </a:lnTo>
                  <a:lnTo>
                    <a:pt x="571" y="12"/>
                  </a:lnTo>
                  <a:lnTo>
                    <a:pt x="571" y="12"/>
                  </a:lnTo>
                  <a:lnTo>
                    <a:pt x="574" y="11"/>
                  </a:lnTo>
                  <a:lnTo>
                    <a:pt x="575" y="9"/>
                  </a:lnTo>
                  <a:lnTo>
                    <a:pt x="575" y="5"/>
                  </a:lnTo>
                  <a:lnTo>
                    <a:pt x="573" y="1"/>
                  </a:lnTo>
                  <a:lnTo>
                    <a:pt x="571" y="0"/>
                  </a:lnTo>
                  <a:lnTo>
                    <a:pt x="569" y="0"/>
                  </a:lnTo>
                  <a:lnTo>
                    <a:pt x="569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7" name="Freeform 383"/>
            <p:cNvSpPr/>
            <p:nvPr/>
          </p:nvSpPr>
          <p:spPr bwMode="auto">
            <a:xfrm>
              <a:off x="5513389" y="1352551"/>
              <a:ext cx="195263" cy="92075"/>
            </a:xfrm>
            <a:custGeom>
              <a:avLst/>
              <a:gdLst/>
              <a:ahLst/>
              <a:cxnLst>
                <a:cxn ang="0">
                  <a:pos x="484" y="0"/>
                </a:cxn>
                <a:cxn ang="0">
                  <a:pos x="484" y="0"/>
                </a:cxn>
                <a:cxn ang="0">
                  <a:pos x="452" y="11"/>
                </a:cxn>
                <a:cxn ang="0">
                  <a:pos x="422" y="24"/>
                </a:cxn>
                <a:cxn ang="0">
                  <a:pos x="392" y="38"/>
                </a:cxn>
                <a:cxn ang="0">
                  <a:pos x="361" y="51"/>
                </a:cxn>
                <a:cxn ang="0">
                  <a:pos x="361" y="51"/>
                </a:cxn>
                <a:cxn ang="0">
                  <a:pos x="299" y="77"/>
                </a:cxn>
                <a:cxn ang="0">
                  <a:pos x="239" y="103"/>
                </a:cxn>
                <a:cxn ang="0">
                  <a:pos x="239" y="103"/>
                </a:cxn>
                <a:cxn ang="0">
                  <a:pos x="179" y="130"/>
                </a:cxn>
                <a:cxn ang="0">
                  <a:pos x="119" y="157"/>
                </a:cxn>
                <a:cxn ang="0">
                  <a:pos x="119" y="157"/>
                </a:cxn>
                <a:cxn ang="0">
                  <a:pos x="90" y="171"/>
                </a:cxn>
                <a:cxn ang="0">
                  <a:pos x="61" y="190"/>
                </a:cxn>
                <a:cxn ang="0">
                  <a:pos x="33" y="207"/>
                </a:cxn>
                <a:cxn ang="0">
                  <a:pos x="4" y="222"/>
                </a:cxn>
                <a:cxn ang="0">
                  <a:pos x="4" y="222"/>
                </a:cxn>
                <a:cxn ang="0">
                  <a:pos x="1" y="225"/>
                </a:cxn>
                <a:cxn ang="0">
                  <a:pos x="0" y="226"/>
                </a:cxn>
                <a:cxn ang="0">
                  <a:pos x="1" y="230"/>
                </a:cxn>
                <a:cxn ang="0">
                  <a:pos x="4" y="233"/>
                </a:cxn>
                <a:cxn ang="0">
                  <a:pos x="6" y="233"/>
                </a:cxn>
                <a:cxn ang="0">
                  <a:pos x="9" y="233"/>
                </a:cxn>
                <a:cxn ang="0">
                  <a:pos x="9" y="233"/>
                </a:cxn>
                <a:cxn ang="0">
                  <a:pos x="36" y="218"/>
                </a:cxn>
                <a:cxn ang="0">
                  <a:pos x="64" y="203"/>
                </a:cxn>
                <a:cxn ang="0">
                  <a:pos x="91" y="187"/>
                </a:cxn>
                <a:cxn ang="0">
                  <a:pos x="118" y="170"/>
                </a:cxn>
                <a:cxn ang="0">
                  <a:pos x="118" y="170"/>
                </a:cxn>
                <a:cxn ang="0">
                  <a:pos x="131" y="162"/>
                </a:cxn>
                <a:cxn ang="0">
                  <a:pos x="146" y="157"/>
                </a:cxn>
                <a:cxn ang="0">
                  <a:pos x="161" y="152"/>
                </a:cxn>
                <a:cxn ang="0">
                  <a:pos x="175" y="145"/>
                </a:cxn>
                <a:cxn ang="0">
                  <a:pos x="175" y="145"/>
                </a:cxn>
                <a:cxn ang="0">
                  <a:pos x="235" y="118"/>
                </a:cxn>
                <a:cxn ang="0">
                  <a:pos x="235" y="118"/>
                </a:cxn>
                <a:cxn ang="0">
                  <a:pos x="299" y="89"/>
                </a:cxn>
                <a:cxn ang="0">
                  <a:pos x="365" y="62"/>
                </a:cxn>
                <a:cxn ang="0">
                  <a:pos x="365" y="62"/>
                </a:cxn>
                <a:cxn ang="0">
                  <a:pos x="396" y="48"/>
                </a:cxn>
                <a:cxn ang="0">
                  <a:pos x="412" y="42"/>
                </a:cxn>
                <a:cxn ang="0">
                  <a:pos x="428" y="37"/>
                </a:cxn>
                <a:cxn ang="0">
                  <a:pos x="428" y="37"/>
                </a:cxn>
                <a:cxn ang="0">
                  <a:pos x="442" y="31"/>
                </a:cxn>
                <a:cxn ang="0">
                  <a:pos x="458" y="24"/>
                </a:cxn>
                <a:cxn ang="0">
                  <a:pos x="472" y="17"/>
                </a:cxn>
                <a:cxn ang="0">
                  <a:pos x="488" y="11"/>
                </a:cxn>
                <a:cxn ang="0">
                  <a:pos x="488" y="11"/>
                </a:cxn>
                <a:cxn ang="0">
                  <a:pos x="489" y="9"/>
                </a:cxn>
                <a:cxn ang="0">
                  <a:pos x="490" y="8"/>
                </a:cxn>
                <a:cxn ang="0">
                  <a:pos x="490" y="4"/>
                </a:cxn>
                <a:cxn ang="0">
                  <a:pos x="489" y="0"/>
                </a:cxn>
                <a:cxn ang="0">
                  <a:pos x="486" y="0"/>
                </a:cxn>
                <a:cxn ang="0">
                  <a:pos x="484" y="0"/>
                </a:cxn>
                <a:cxn ang="0">
                  <a:pos x="484" y="0"/>
                </a:cxn>
              </a:cxnLst>
              <a:rect l="0" t="0" r="r" b="b"/>
              <a:pathLst>
                <a:path w="490" h="233">
                  <a:moveTo>
                    <a:pt x="484" y="0"/>
                  </a:moveTo>
                  <a:lnTo>
                    <a:pt x="484" y="0"/>
                  </a:lnTo>
                  <a:lnTo>
                    <a:pt x="452" y="11"/>
                  </a:lnTo>
                  <a:lnTo>
                    <a:pt x="422" y="24"/>
                  </a:lnTo>
                  <a:lnTo>
                    <a:pt x="392" y="38"/>
                  </a:lnTo>
                  <a:lnTo>
                    <a:pt x="361" y="51"/>
                  </a:lnTo>
                  <a:lnTo>
                    <a:pt x="361" y="51"/>
                  </a:lnTo>
                  <a:lnTo>
                    <a:pt x="299" y="77"/>
                  </a:lnTo>
                  <a:lnTo>
                    <a:pt x="239" y="103"/>
                  </a:lnTo>
                  <a:lnTo>
                    <a:pt x="239" y="103"/>
                  </a:lnTo>
                  <a:lnTo>
                    <a:pt x="179" y="130"/>
                  </a:lnTo>
                  <a:lnTo>
                    <a:pt x="119" y="157"/>
                  </a:lnTo>
                  <a:lnTo>
                    <a:pt x="119" y="157"/>
                  </a:lnTo>
                  <a:lnTo>
                    <a:pt x="90" y="171"/>
                  </a:lnTo>
                  <a:lnTo>
                    <a:pt x="61" y="190"/>
                  </a:lnTo>
                  <a:lnTo>
                    <a:pt x="33" y="207"/>
                  </a:lnTo>
                  <a:lnTo>
                    <a:pt x="4" y="222"/>
                  </a:lnTo>
                  <a:lnTo>
                    <a:pt x="4" y="222"/>
                  </a:lnTo>
                  <a:lnTo>
                    <a:pt x="1" y="225"/>
                  </a:lnTo>
                  <a:lnTo>
                    <a:pt x="0" y="226"/>
                  </a:lnTo>
                  <a:lnTo>
                    <a:pt x="1" y="230"/>
                  </a:lnTo>
                  <a:lnTo>
                    <a:pt x="4" y="233"/>
                  </a:lnTo>
                  <a:lnTo>
                    <a:pt x="6" y="233"/>
                  </a:lnTo>
                  <a:lnTo>
                    <a:pt x="9" y="233"/>
                  </a:lnTo>
                  <a:lnTo>
                    <a:pt x="9" y="233"/>
                  </a:lnTo>
                  <a:lnTo>
                    <a:pt x="36" y="218"/>
                  </a:lnTo>
                  <a:lnTo>
                    <a:pt x="64" y="203"/>
                  </a:lnTo>
                  <a:lnTo>
                    <a:pt x="91" y="187"/>
                  </a:lnTo>
                  <a:lnTo>
                    <a:pt x="118" y="170"/>
                  </a:lnTo>
                  <a:lnTo>
                    <a:pt x="118" y="170"/>
                  </a:lnTo>
                  <a:lnTo>
                    <a:pt x="131" y="162"/>
                  </a:lnTo>
                  <a:lnTo>
                    <a:pt x="146" y="157"/>
                  </a:lnTo>
                  <a:lnTo>
                    <a:pt x="161" y="152"/>
                  </a:lnTo>
                  <a:lnTo>
                    <a:pt x="175" y="145"/>
                  </a:lnTo>
                  <a:lnTo>
                    <a:pt x="175" y="145"/>
                  </a:lnTo>
                  <a:lnTo>
                    <a:pt x="235" y="118"/>
                  </a:lnTo>
                  <a:lnTo>
                    <a:pt x="235" y="118"/>
                  </a:lnTo>
                  <a:lnTo>
                    <a:pt x="299" y="89"/>
                  </a:lnTo>
                  <a:lnTo>
                    <a:pt x="365" y="62"/>
                  </a:lnTo>
                  <a:lnTo>
                    <a:pt x="365" y="62"/>
                  </a:lnTo>
                  <a:lnTo>
                    <a:pt x="396" y="48"/>
                  </a:lnTo>
                  <a:lnTo>
                    <a:pt x="412" y="42"/>
                  </a:lnTo>
                  <a:lnTo>
                    <a:pt x="428" y="37"/>
                  </a:lnTo>
                  <a:lnTo>
                    <a:pt x="428" y="37"/>
                  </a:lnTo>
                  <a:lnTo>
                    <a:pt x="442" y="31"/>
                  </a:lnTo>
                  <a:lnTo>
                    <a:pt x="458" y="24"/>
                  </a:lnTo>
                  <a:lnTo>
                    <a:pt x="472" y="17"/>
                  </a:lnTo>
                  <a:lnTo>
                    <a:pt x="488" y="11"/>
                  </a:lnTo>
                  <a:lnTo>
                    <a:pt x="488" y="11"/>
                  </a:lnTo>
                  <a:lnTo>
                    <a:pt x="489" y="9"/>
                  </a:lnTo>
                  <a:lnTo>
                    <a:pt x="490" y="8"/>
                  </a:lnTo>
                  <a:lnTo>
                    <a:pt x="490" y="4"/>
                  </a:lnTo>
                  <a:lnTo>
                    <a:pt x="489" y="0"/>
                  </a:lnTo>
                  <a:lnTo>
                    <a:pt x="486" y="0"/>
                  </a:lnTo>
                  <a:lnTo>
                    <a:pt x="484" y="0"/>
                  </a:lnTo>
                  <a:lnTo>
                    <a:pt x="484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8" name="Freeform 384"/>
            <p:cNvSpPr/>
            <p:nvPr/>
          </p:nvSpPr>
          <p:spPr bwMode="auto">
            <a:xfrm>
              <a:off x="5568951" y="1484313"/>
              <a:ext cx="117475" cy="55563"/>
            </a:xfrm>
            <a:custGeom>
              <a:avLst/>
              <a:gdLst/>
              <a:ahLst/>
              <a:cxnLst>
                <a:cxn ang="0">
                  <a:pos x="291" y="0"/>
                </a:cxn>
                <a:cxn ang="0">
                  <a:pos x="291" y="0"/>
                </a:cxn>
                <a:cxn ang="0">
                  <a:pos x="283" y="1"/>
                </a:cxn>
                <a:cxn ang="0">
                  <a:pos x="276" y="4"/>
                </a:cxn>
                <a:cxn ang="0">
                  <a:pos x="263" y="12"/>
                </a:cxn>
                <a:cxn ang="0">
                  <a:pos x="238" y="27"/>
                </a:cxn>
                <a:cxn ang="0">
                  <a:pos x="238" y="27"/>
                </a:cxn>
                <a:cxn ang="0">
                  <a:pos x="217" y="38"/>
                </a:cxn>
                <a:cxn ang="0">
                  <a:pos x="195" y="47"/>
                </a:cxn>
                <a:cxn ang="0">
                  <a:pos x="151" y="64"/>
                </a:cxn>
                <a:cxn ang="0">
                  <a:pos x="151" y="64"/>
                </a:cxn>
                <a:cxn ang="0">
                  <a:pos x="119" y="78"/>
                </a:cxn>
                <a:cxn ang="0">
                  <a:pos x="87" y="93"/>
                </a:cxn>
                <a:cxn ang="0">
                  <a:pos x="87" y="93"/>
                </a:cxn>
                <a:cxn ang="0">
                  <a:pos x="68" y="103"/>
                </a:cxn>
                <a:cxn ang="0">
                  <a:pos x="47" y="115"/>
                </a:cxn>
                <a:cxn ang="0">
                  <a:pos x="37" y="120"/>
                </a:cxn>
                <a:cxn ang="0">
                  <a:pos x="26" y="125"/>
                </a:cxn>
                <a:cxn ang="0">
                  <a:pos x="16" y="129"/>
                </a:cxn>
                <a:cxn ang="0">
                  <a:pos x="5" y="131"/>
                </a:cxn>
                <a:cxn ang="0">
                  <a:pos x="5" y="131"/>
                </a:cxn>
                <a:cxn ang="0">
                  <a:pos x="4" y="132"/>
                </a:cxn>
                <a:cxn ang="0">
                  <a:pos x="2" y="133"/>
                </a:cxn>
                <a:cxn ang="0">
                  <a:pos x="0" y="137"/>
                </a:cxn>
                <a:cxn ang="0">
                  <a:pos x="2" y="140"/>
                </a:cxn>
                <a:cxn ang="0">
                  <a:pos x="2" y="141"/>
                </a:cxn>
                <a:cxn ang="0">
                  <a:pos x="4" y="142"/>
                </a:cxn>
                <a:cxn ang="0">
                  <a:pos x="5" y="142"/>
                </a:cxn>
                <a:cxn ang="0">
                  <a:pos x="5" y="142"/>
                </a:cxn>
                <a:cxn ang="0">
                  <a:pos x="13" y="141"/>
                </a:cxn>
                <a:cxn ang="0">
                  <a:pos x="20" y="139"/>
                </a:cxn>
                <a:cxn ang="0">
                  <a:pos x="33" y="133"/>
                </a:cxn>
                <a:cxn ang="0">
                  <a:pos x="58" y="120"/>
                </a:cxn>
                <a:cxn ang="0">
                  <a:pos x="58" y="120"/>
                </a:cxn>
                <a:cxn ang="0">
                  <a:pos x="101" y="98"/>
                </a:cxn>
                <a:cxn ang="0">
                  <a:pos x="122" y="89"/>
                </a:cxn>
                <a:cxn ang="0">
                  <a:pos x="144" y="80"/>
                </a:cxn>
                <a:cxn ang="0">
                  <a:pos x="144" y="80"/>
                </a:cxn>
                <a:cxn ang="0">
                  <a:pos x="182" y="65"/>
                </a:cxn>
                <a:cxn ang="0">
                  <a:pos x="219" y="50"/>
                </a:cxn>
                <a:cxn ang="0">
                  <a:pos x="219" y="50"/>
                </a:cxn>
                <a:cxn ang="0">
                  <a:pos x="228" y="46"/>
                </a:cxn>
                <a:cxn ang="0">
                  <a:pos x="237" y="40"/>
                </a:cxn>
                <a:cxn ang="0">
                  <a:pos x="255" y="29"/>
                </a:cxn>
                <a:cxn ang="0">
                  <a:pos x="274" y="17"/>
                </a:cxn>
                <a:cxn ang="0">
                  <a:pos x="283" y="13"/>
                </a:cxn>
                <a:cxn ang="0">
                  <a:pos x="293" y="10"/>
                </a:cxn>
                <a:cxn ang="0">
                  <a:pos x="293" y="10"/>
                </a:cxn>
                <a:cxn ang="0">
                  <a:pos x="296" y="10"/>
                </a:cxn>
                <a:cxn ang="0">
                  <a:pos x="297" y="8"/>
                </a:cxn>
                <a:cxn ang="0">
                  <a:pos x="297" y="6"/>
                </a:cxn>
                <a:cxn ang="0">
                  <a:pos x="297" y="4"/>
                </a:cxn>
                <a:cxn ang="0">
                  <a:pos x="295" y="1"/>
                </a:cxn>
                <a:cxn ang="0">
                  <a:pos x="292" y="0"/>
                </a:cxn>
                <a:cxn ang="0">
                  <a:pos x="291" y="0"/>
                </a:cxn>
                <a:cxn ang="0">
                  <a:pos x="291" y="0"/>
                </a:cxn>
              </a:cxnLst>
              <a:rect l="0" t="0" r="r" b="b"/>
              <a:pathLst>
                <a:path w="297" h="142">
                  <a:moveTo>
                    <a:pt x="291" y="0"/>
                  </a:moveTo>
                  <a:lnTo>
                    <a:pt x="291" y="0"/>
                  </a:lnTo>
                  <a:lnTo>
                    <a:pt x="283" y="1"/>
                  </a:lnTo>
                  <a:lnTo>
                    <a:pt x="276" y="4"/>
                  </a:lnTo>
                  <a:lnTo>
                    <a:pt x="263" y="12"/>
                  </a:lnTo>
                  <a:lnTo>
                    <a:pt x="238" y="27"/>
                  </a:lnTo>
                  <a:lnTo>
                    <a:pt x="238" y="27"/>
                  </a:lnTo>
                  <a:lnTo>
                    <a:pt x="217" y="38"/>
                  </a:lnTo>
                  <a:lnTo>
                    <a:pt x="195" y="47"/>
                  </a:lnTo>
                  <a:lnTo>
                    <a:pt x="151" y="64"/>
                  </a:lnTo>
                  <a:lnTo>
                    <a:pt x="151" y="64"/>
                  </a:lnTo>
                  <a:lnTo>
                    <a:pt x="119" y="78"/>
                  </a:lnTo>
                  <a:lnTo>
                    <a:pt x="87" y="93"/>
                  </a:lnTo>
                  <a:lnTo>
                    <a:pt x="87" y="93"/>
                  </a:lnTo>
                  <a:lnTo>
                    <a:pt x="68" y="103"/>
                  </a:lnTo>
                  <a:lnTo>
                    <a:pt x="47" y="115"/>
                  </a:lnTo>
                  <a:lnTo>
                    <a:pt x="37" y="120"/>
                  </a:lnTo>
                  <a:lnTo>
                    <a:pt x="26" y="125"/>
                  </a:lnTo>
                  <a:lnTo>
                    <a:pt x="16" y="129"/>
                  </a:lnTo>
                  <a:lnTo>
                    <a:pt x="5" y="131"/>
                  </a:lnTo>
                  <a:lnTo>
                    <a:pt x="5" y="131"/>
                  </a:lnTo>
                  <a:lnTo>
                    <a:pt x="4" y="132"/>
                  </a:lnTo>
                  <a:lnTo>
                    <a:pt x="2" y="133"/>
                  </a:lnTo>
                  <a:lnTo>
                    <a:pt x="0" y="137"/>
                  </a:lnTo>
                  <a:lnTo>
                    <a:pt x="2" y="140"/>
                  </a:lnTo>
                  <a:lnTo>
                    <a:pt x="2" y="141"/>
                  </a:lnTo>
                  <a:lnTo>
                    <a:pt x="4" y="142"/>
                  </a:lnTo>
                  <a:lnTo>
                    <a:pt x="5" y="142"/>
                  </a:lnTo>
                  <a:lnTo>
                    <a:pt x="5" y="142"/>
                  </a:lnTo>
                  <a:lnTo>
                    <a:pt x="13" y="141"/>
                  </a:lnTo>
                  <a:lnTo>
                    <a:pt x="20" y="139"/>
                  </a:lnTo>
                  <a:lnTo>
                    <a:pt x="33" y="133"/>
                  </a:lnTo>
                  <a:lnTo>
                    <a:pt x="58" y="120"/>
                  </a:lnTo>
                  <a:lnTo>
                    <a:pt x="58" y="120"/>
                  </a:lnTo>
                  <a:lnTo>
                    <a:pt x="101" y="98"/>
                  </a:lnTo>
                  <a:lnTo>
                    <a:pt x="122" y="89"/>
                  </a:lnTo>
                  <a:lnTo>
                    <a:pt x="144" y="80"/>
                  </a:lnTo>
                  <a:lnTo>
                    <a:pt x="144" y="80"/>
                  </a:lnTo>
                  <a:lnTo>
                    <a:pt x="182" y="65"/>
                  </a:lnTo>
                  <a:lnTo>
                    <a:pt x="219" y="50"/>
                  </a:lnTo>
                  <a:lnTo>
                    <a:pt x="219" y="50"/>
                  </a:lnTo>
                  <a:lnTo>
                    <a:pt x="228" y="46"/>
                  </a:lnTo>
                  <a:lnTo>
                    <a:pt x="237" y="40"/>
                  </a:lnTo>
                  <a:lnTo>
                    <a:pt x="255" y="29"/>
                  </a:lnTo>
                  <a:lnTo>
                    <a:pt x="274" y="17"/>
                  </a:lnTo>
                  <a:lnTo>
                    <a:pt x="283" y="13"/>
                  </a:lnTo>
                  <a:lnTo>
                    <a:pt x="293" y="10"/>
                  </a:lnTo>
                  <a:lnTo>
                    <a:pt x="293" y="10"/>
                  </a:lnTo>
                  <a:lnTo>
                    <a:pt x="296" y="10"/>
                  </a:lnTo>
                  <a:lnTo>
                    <a:pt x="297" y="8"/>
                  </a:lnTo>
                  <a:lnTo>
                    <a:pt x="297" y="6"/>
                  </a:lnTo>
                  <a:lnTo>
                    <a:pt x="297" y="4"/>
                  </a:lnTo>
                  <a:lnTo>
                    <a:pt x="295" y="1"/>
                  </a:lnTo>
                  <a:lnTo>
                    <a:pt x="292" y="0"/>
                  </a:lnTo>
                  <a:lnTo>
                    <a:pt x="291" y="0"/>
                  </a:lnTo>
                  <a:lnTo>
                    <a:pt x="29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9" name="Freeform 385"/>
            <p:cNvSpPr/>
            <p:nvPr/>
          </p:nvSpPr>
          <p:spPr bwMode="auto">
            <a:xfrm>
              <a:off x="5468939" y="1271588"/>
              <a:ext cx="187325" cy="80963"/>
            </a:xfrm>
            <a:custGeom>
              <a:avLst/>
              <a:gdLst/>
              <a:ahLst/>
              <a:cxnLst>
                <a:cxn ang="0">
                  <a:pos x="467" y="0"/>
                </a:cxn>
                <a:cxn ang="0">
                  <a:pos x="467" y="0"/>
                </a:cxn>
                <a:cxn ang="0">
                  <a:pos x="458" y="1"/>
                </a:cxn>
                <a:cxn ang="0">
                  <a:pos x="449" y="4"/>
                </a:cxn>
                <a:cxn ang="0">
                  <a:pos x="432" y="11"/>
                </a:cxn>
                <a:cxn ang="0">
                  <a:pos x="432" y="11"/>
                </a:cxn>
                <a:cxn ang="0">
                  <a:pos x="417" y="17"/>
                </a:cxn>
                <a:cxn ang="0">
                  <a:pos x="404" y="21"/>
                </a:cxn>
                <a:cxn ang="0">
                  <a:pos x="391" y="26"/>
                </a:cxn>
                <a:cxn ang="0">
                  <a:pos x="378" y="32"/>
                </a:cxn>
                <a:cxn ang="0">
                  <a:pos x="378" y="32"/>
                </a:cxn>
                <a:cxn ang="0">
                  <a:pos x="324" y="57"/>
                </a:cxn>
                <a:cxn ang="0">
                  <a:pos x="271" y="82"/>
                </a:cxn>
                <a:cxn ang="0">
                  <a:pos x="271" y="82"/>
                </a:cxn>
                <a:cxn ang="0">
                  <a:pos x="237" y="97"/>
                </a:cxn>
                <a:cxn ang="0">
                  <a:pos x="204" y="111"/>
                </a:cxn>
                <a:cxn ang="0">
                  <a:pos x="136" y="137"/>
                </a:cxn>
                <a:cxn ang="0">
                  <a:pos x="69" y="165"/>
                </a:cxn>
                <a:cxn ang="0">
                  <a:pos x="35" y="179"/>
                </a:cxn>
                <a:cxn ang="0">
                  <a:pos x="3" y="193"/>
                </a:cxn>
                <a:cxn ang="0">
                  <a:pos x="3" y="193"/>
                </a:cxn>
                <a:cxn ang="0">
                  <a:pos x="1" y="196"/>
                </a:cxn>
                <a:cxn ang="0">
                  <a:pos x="0" y="197"/>
                </a:cxn>
                <a:cxn ang="0">
                  <a:pos x="0" y="200"/>
                </a:cxn>
                <a:cxn ang="0">
                  <a:pos x="1" y="201"/>
                </a:cxn>
                <a:cxn ang="0">
                  <a:pos x="4" y="204"/>
                </a:cxn>
                <a:cxn ang="0">
                  <a:pos x="7" y="205"/>
                </a:cxn>
                <a:cxn ang="0">
                  <a:pos x="9" y="204"/>
                </a:cxn>
                <a:cxn ang="0">
                  <a:pos x="9" y="204"/>
                </a:cxn>
                <a:cxn ang="0">
                  <a:pos x="39" y="189"/>
                </a:cxn>
                <a:cxn ang="0">
                  <a:pos x="69" y="176"/>
                </a:cxn>
                <a:cxn ang="0">
                  <a:pos x="132" y="150"/>
                </a:cxn>
                <a:cxn ang="0">
                  <a:pos x="195" y="127"/>
                </a:cxn>
                <a:cxn ang="0">
                  <a:pos x="256" y="100"/>
                </a:cxn>
                <a:cxn ang="0">
                  <a:pos x="256" y="100"/>
                </a:cxn>
                <a:cxn ang="0">
                  <a:pos x="289" y="86"/>
                </a:cxn>
                <a:cxn ang="0">
                  <a:pos x="323" y="73"/>
                </a:cxn>
                <a:cxn ang="0">
                  <a:pos x="323" y="73"/>
                </a:cxn>
                <a:cxn ang="0">
                  <a:pos x="344" y="65"/>
                </a:cxn>
                <a:cxn ang="0">
                  <a:pos x="356" y="60"/>
                </a:cxn>
                <a:cxn ang="0">
                  <a:pos x="364" y="55"/>
                </a:cxn>
                <a:cxn ang="0">
                  <a:pos x="364" y="55"/>
                </a:cxn>
                <a:cxn ang="0">
                  <a:pos x="377" y="46"/>
                </a:cxn>
                <a:cxn ang="0">
                  <a:pos x="391" y="39"/>
                </a:cxn>
                <a:cxn ang="0">
                  <a:pos x="407" y="32"/>
                </a:cxn>
                <a:cxn ang="0">
                  <a:pos x="421" y="27"/>
                </a:cxn>
                <a:cxn ang="0">
                  <a:pos x="421" y="27"/>
                </a:cxn>
                <a:cxn ang="0">
                  <a:pos x="445" y="18"/>
                </a:cxn>
                <a:cxn ang="0">
                  <a:pos x="458" y="13"/>
                </a:cxn>
                <a:cxn ang="0">
                  <a:pos x="470" y="10"/>
                </a:cxn>
                <a:cxn ang="0">
                  <a:pos x="470" y="10"/>
                </a:cxn>
                <a:cxn ang="0">
                  <a:pos x="472" y="9"/>
                </a:cxn>
                <a:cxn ang="0">
                  <a:pos x="474" y="8"/>
                </a:cxn>
                <a:cxn ang="0">
                  <a:pos x="474" y="6"/>
                </a:cxn>
                <a:cxn ang="0">
                  <a:pos x="474" y="4"/>
                </a:cxn>
                <a:cxn ang="0">
                  <a:pos x="471" y="0"/>
                </a:cxn>
                <a:cxn ang="0">
                  <a:pos x="470" y="0"/>
                </a:cxn>
                <a:cxn ang="0">
                  <a:pos x="467" y="0"/>
                </a:cxn>
                <a:cxn ang="0">
                  <a:pos x="467" y="0"/>
                </a:cxn>
              </a:cxnLst>
              <a:rect l="0" t="0" r="r" b="b"/>
              <a:pathLst>
                <a:path w="474" h="205">
                  <a:moveTo>
                    <a:pt x="467" y="0"/>
                  </a:moveTo>
                  <a:lnTo>
                    <a:pt x="467" y="0"/>
                  </a:lnTo>
                  <a:lnTo>
                    <a:pt x="458" y="1"/>
                  </a:lnTo>
                  <a:lnTo>
                    <a:pt x="449" y="4"/>
                  </a:lnTo>
                  <a:lnTo>
                    <a:pt x="432" y="11"/>
                  </a:lnTo>
                  <a:lnTo>
                    <a:pt x="432" y="11"/>
                  </a:lnTo>
                  <a:lnTo>
                    <a:pt x="417" y="17"/>
                  </a:lnTo>
                  <a:lnTo>
                    <a:pt x="404" y="21"/>
                  </a:lnTo>
                  <a:lnTo>
                    <a:pt x="391" y="26"/>
                  </a:lnTo>
                  <a:lnTo>
                    <a:pt x="378" y="32"/>
                  </a:lnTo>
                  <a:lnTo>
                    <a:pt x="378" y="32"/>
                  </a:lnTo>
                  <a:lnTo>
                    <a:pt x="324" y="57"/>
                  </a:lnTo>
                  <a:lnTo>
                    <a:pt x="271" y="82"/>
                  </a:lnTo>
                  <a:lnTo>
                    <a:pt x="271" y="82"/>
                  </a:lnTo>
                  <a:lnTo>
                    <a:pt x="237" y="97"/>
                  </a:lnTo>
                  <a:lnTo>
                    <a:pt x="204" y="111"/>
                  </a:lnTo>
                  <a:lnTo>
                    <a:pt x="136" y="137"/>
                  </a:lnTo>
                  <a:lnTo>
                    <a:pt x="69" y="165"/>
                  </a:lnTo>
                  <a:lnTo>
                    <a:pt x="35" y="179"/>
                  </a:lnTo>
                  <a:lnTo>
                    <a:pt x="3" y="193"/>
                  </a:lnTo>
                  <a:lnTo>
                    <a:pt x="3" y="193"/>
                  </a:lnTo>
                  <a:lnTo>
                    <a:pt x="1" y="196"/>
                  </a:lnTo>
                  <a:lnTo>
                    <a:pt x="0" y="197"/>
                  </a:lnTo>
                  <a:lnTo>
                    <a:pt x="0" y="200"/>
                  </a:lnTo>
                  <a:lnTo>
                    <a:pt x="1" y="201"/>
                  </a:lnTo>
                  <a:lnTo>
                    <a:pt x="4" y="204"/>
                  </a:lnTo>
                  <a:lnTo>
                    <a:pt x="7" y="205"/>
                  </a:lnTo>
                  <a:lnTo>
                    <a:pt x="9" y="204"/>
                  </a:lnTo>
                  <a:lnTo>
                    <a:pt x="9" y="204"/>
                  </a:lnTo>
                  <a:lnTo>
                    <a:pt x="39" y="189"/>
                  </a:lnTo>
                  <a:lnTo>
                    <a:pt x="69" y="176"/>
                  </a:lnTo>
                  <a:lnTo>
                    <a:pt x="132" y="150"/>
                  </a:lnTo>
                  <a:lnTo>
                    <a:pt x="195" y="127"/>
                  </a:lnTo>
                  <a:lnTo>
                    <a:pt x="256" y="100"/>
                  </a:lnTo>
                  <a:lnTo>
                    <a:pt x="256" y="100"/>
                  </a:lnTo>
                  <a:lnTo>
                    <a:pt x="289" y="86"/>
                  </a:lnTo>
                  <a:lnTo>
                    <a:pt x="323" y="73"/>
                  </a:lnTo>
                  <a:lnTo>
                    <a:pt x="323" y="73"/>
                  </a:lnTo>
                  <a:lnTo>
                    <a:pt x="344" y="65"/>
                  </a:lnTo>
                  <a:lnTo>
                    <a:pt x="356" y="60"/>
                  </a:lnTo>
                  <a:lnTo>
                    <a:pt x="364" y="55"/>
                  </a:lnTo>
                  <a:lnTo>
                    <a:pt x="364" y="55"/>
                  </a:lnTo>
                  <a:lnTo>
                    <a:pt x="377" y="46"/>
                  </a:lnTo>
                  <a:lnTo>
                    <a:pt x="391" y="39"/>
                  </a:lnTo>
                  <a:lnTo>
                    <a:pt x="407" y="32"/>
                  </a:lnTo>
                  <a:lnTo>
                    <a:pt x="421" y="27"/>
                  </a:lnTo>
                  <a:lnTo>
                    <a:pt x="421" y="27"/>
                  </a:lnTo>
                  <a:lnTo>
                    <a:pt x="445" y="18"/>
                  </a:lnTo>
                  <a:lnTo>
                    <a:pt x="458" y="13"/>
                  </a:lnTo>
                  <a:lnTo>
                    <a:pt x="470" y="10"/>
                  </a:lnTo>
                  <a:lnTo>
                    <a:pt x="470" y="10"/>
                  </a:lnTo>
                  <a:lnTo>
                    <a:pt x="472" y="9"/>
                  </a:lnTo>
                  <a:lnTo>
                    <a:pt x="474" y="8"/>
                  </a:lnTo>
                  <a:lnTo>
                    <a:pt x="474" y="6"/>
                  </a:lnTo>
                  <a:lnTo>
                    <a:pt x="474" y="4"/>
                  </a:lnTo>
                  <a:lnTo>
                    <a:pt x="471" y="0"/>
                  </a:lnTo>
                  <a:lnTo>
                    <a:pt x="470" y="0"/>
                  </a:lnTo>
                  <a:lnTo>
                    <a:pt x="467" y="0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0" name="Freeform 386"/>
            <p:cNvSpPr/>
            <p:nvPr/>
          </p:nvSpPr>
          <p:spPr bwMode="auto">
            <a:xfrm>
              <a:off x="5697539" y="1277938"/>
              <a:ext cx="190500" cy="130175"/>
            </a:xfrm>
            <a:custGeom>
              <a:avLst/>
              <a:gdLst/>
              <a:ahLst/>
              <a:cxnLst>
                <a:cxn ang="0">
                  <a:pos x="470" y="1"/>
                </a:cxn>
                <a:cxn ang="0">
                  <a:pos x="470" y="1"/>
                </a:cxn>
                <a:cxn ang="0">
                  <a:pos x="439" y="23"/>
                </a:cxn>
                <a:cxn ang="0">
                  <a:pos x="408" y="46"/>
                </a:cxn>
                <a:cxn ang="0">
                  <a:pos x="344" y="89"/>
                </a:cxn>
                <a:cxn ang="0">
                  <a:pos x="280" y="131"/>
                </a:cxn>
                <a:cxn ang="0">
                  <a:pos x="248" y="153"/>
                </a:cxn>
                <a:cxn ang="0">
                  <a:pos x="218" y="176"/>
                </a:cxn>
                <a:cxn ang="0">
                  <a:pos x="218" y="176"/>
                </a:cxn>
                <a:cxn ang="0">
                  <a:pos x="184" y="204"/>
                </a:cxn>
                <a:cxn ang="0">
                  <a:pos x="148" y="229"/>
                </a:cxn>
                <a:cxn ang="0">
                  <a:pos x="111" y="252"/>
                </a:cxn>
                <a:cxn ang="0">
                  <a:pos x="73" y="273"/>
                </a:cxn>
                <a:cxn ang="0">
                  <a:pos x="73" y="273"/>
                </a:cxn>
                <a:cxn ang="0">
                  <a:pos x="59" y="281"/>
                </a:cxn>
                <a:cxn ang="0">
                  <a:pos x="46" y="290"/>
                </a:cxn>
                <a:cxn ang="0">
                  <a:pos x="33" y="299"/>
                </a:cxn>
                <a:cxn ang="0">
                  <a:pos x="18" y="306"/>
                </a:cxn>
                <a:cxn ang="0">
                  <a:pos x="18" y="306"/>
                </a:cxn>
                <a:cxn ang="0">
                  <a:pos x="12" y="310"/>
                </a:cxn>
                <a:cxn ang="0">
                  <a:pos x="6" y="312"/>
                </a:cxn>
                <a:cxn ang="0">
                  <a:pos x="3" y="316"/>
                </a:cxn>
                <a:cxn ang="0">
                  <a:pos x="0" y="323"/>
                </a:cxn>
                <a:cxn ang="0">
                  <a:pos x="0" y="323"/>
                </a:cxn>
                <a:cxn ang="0">
                  <a:pos x="0" y="325"/>
                </a:cxn>
                <a:cxn ang="0">
                  <a:pos x="1" y="328"/>
                </a:cxn>
                <a:cxn ang="0">
                  <a:pos x="4" y="329"/>
                </a:cxn>
                <a:cxn ang="0">
                  <a:pos x="8" y="329"/>
                </a:cxn>
                <a:cxn ang="0">
                  <a:pos x="10" y="328"/>
                </a:cxn>
                <a:cxn ang="0">
                  <a:pos x="10" y="327"/>
                </a:cxn>
                <a:cxn ang="0">
                  <a:pos x="10" y="327"/>
                </a:cxn>
                <a:cxn ang="0">
                  <a:pos x="13" y="323"/>
                </a:cxn>
                <a:cxn ang="0">
                  <a:pos x="18" y="319"/>
                </a:cxn>
                <a:cxn ang="0">
                  <a:pos x="31" y="311"/>
                </a:cxn>
                <a:cxn ang="0">
                  <a:pos x="54" y="298"/>
                </a:cxn>
                <a:cxn ang="0">
                  <a:pos x="54" y="298"/>
                </a:cxn>
                <a:cxn ang="0">
                  <a:pos x="85" y="280"/>
                </a:cxn>
                <a:cxn ang="0">
                  <a:pos x="116" y="261"/>
                </a:cxn>
                <a:cxn ang="0">
                  <a:pos x="116" y="261"/>
                </a:cxn>
                <a:cxn ang="0">
                  <a:pos x="148" y="242"/>
                </a:cxn>
                <a:cxn ang="0">
                  <a:pos x="178" y="222"/>
                </a:cxn>
                <a:cxn ang="0">
                  <a:pos x="207" y="200"/>
                </a:cxn>
                <a:cxn ang="0">
                  <a:pos x="235" y="178"/>
                </a:cxn>
                <a:cxn ang="0">
                  <a:pos x="235" y="178"/>
                </a:cxn>
                <a:cxn ang="0">
                  <a:pos x="264" y="155"/>
                </a:cxn>
                <a:cxn ang="0">
                  <a:pos x="294" y="134"/>
                </a:cxn>
                <a:cxn ang="0">
                  <a:pos x="356" y="93"/>
                </a:cxn>
                <a:cxn ang="0">
                  <a:pos x="417" y="52"/>
                </a:cxn>
                <a:cxn ang="0">
                  <a:pos x="449" y="31"/>
                </a:cxn>
                <a:cxn ang="0">
                  <a:pos x="477" y="9"/>
                </a:cxn>
                <a:cxn ang="0">
                  <a:pos x="477" y="9"/>
                </a:cxn>
                <a:cxn ang="0">
                  <a:pos x="479" y="8"/>
                </a:cxn>
                <a:cxn ang="0">
                  <a:pos x="480" y="5"/>
                </a:cxn>
                <a:cxn ang="0">
                  <a:pos x="479" y="4"/>
                </a:cxn>
                <a:cxn ang="0">
                  <a:pos x="477" y="1"/>
                </a:cxn>
                <a:cxn ang="0">
                  <a:pos x="475" y="0"/>
                </a:cxn>
                <a:cxn ang="0">
                  <a:pos x="472" y="0"/>
                </a:cxn>
                <a:cxn ang="0">
                  <a:pos x="470" y="1"/>
                </a:cxn>
                <a:cxn ang="0">
                  <a:pos x="470" y="1"/>
                </a:cxn>
              </a:cxnLst>
              <a:rect l="0" t="0" r="r" b="b"/>
              <a:pathLst>
                <a:path w="480" h="329">
                  <a:moveTo>
                    <a:pt x="470" y="1"/>
                  </a:moveTo>
                  <a:lnTo>
                    <a:pt x="470" y="1"/>
                  </a:lnTo>
                  <a:lnTo>
                    <a:pt x="439" y="23"/>
                  </a:lnTo>
                  <a:lnTo>
                    <a:pt x="408" y="46"/>
                  </a:lnTo>
                  <a:lnTo>
                    <a:pt x="344" y="89"/>
                  </a:lnTo>
                  <a:lnTo>
                    <a:pt x="280" y="131"/>
                  </a:lnTo>
                  <a:lnTo>
                    <a:pt x="248" y="153"/>
                  </a:lnTo>
                  <a:lnTo>
                    <a:pt x="218" y="176"/>
                  </a:lnTo>
                  <a:lnTo>
                    <a:pt x="218" y="176"/>
                  </a:lnTo>
                  <a:lnTo>
                    <a:pt x="184" y="204"/>
                  </a:lnTo>
                  <a:lnTo>
                    <a:pt x="148" y="229"/>
                  </a:lnTo>
                  <a:lnTo>
                    <a:pt x="111" y="252"/>
                  </a:lnTo>
                  <a:lnTo>
                    <a:pt x="73" y="273"/>
                  </a:lnTo>
                  <a:lnTo>
                    <a:pt x="73" y="273"/>
                  </a:lnTo>
                  <a:lnTo>
                    <a:pt x="59" y="281"/>
                  </a:lnTo>
                  <a:lnTo>
                    <a:pt x="46" y="290"/>
                  </a:lnTo>
                  <a:lnTo>
                    <a:pt x="33" y="299"/>
                  </a:lnTo>
                  <a:lnTo>
                    <a:pt x="18" y="306"/>
                  </a:lnTo>
                  <a:lnTo>
                    <a:pt x="18" y="306"/>
                  </a:lnTo>
                  <a:lnTo>
                    <a:pt x="12" y="310"/>
                  </a:lnTo>
                  <a:lnTo>
                    <a:pt x="6" y="312"/>
                  </a:lnTo>
                  <a:lnTo>
                    <a:pt x="3" y="316"/>
                  </a:lnTo>
                  <a:lnTo>
                    <a:pt x="0" y="323"/>
                  </a:lnTo>
                  <a:lnTo>
                    <a:pt x="0" y="323"/>
                  </a:lnTo>
                  <a:lnTo>
                    <a:pt x="0" y="325"/>
                  </a:lnTo>
                  <a:lnTo>
                    <a:pt x="1" y="328"/>
                  </a:lnTo>
                  <a:lnTo>
                    <a:pt x="4" y="329"/>
                  </a:lnTo>
                  <a:lnTo>
                    <a:pt x="8" y="329"/>
                  </a:lnTo>
                  <a:lnTo>
                    <a:pt x="10" y="328"/>
                  </a:lnTo>
                  <a:lnTo>
                    <a:pt x="10" y="327"/>
                  </a:lnTo>
                  <a:lnTo>
                    <a:pt x="10" y="327"/>
                  </a:lnTo>
                  <a:lnTo>
                    <a:pt x="13" y="323"/>
                  </a:lnTo>
                  <a:lnTo>
                    <a:pt x="18" y="319"/>
                  </a:lnTo>
                  <a:lnTo>
                    <a:pt x="31" y="311"/>
                  </a:lnTo>
                  <a:lnTo>
                    <a:pt x="54" y="298"/>
                  </a:lnTo>
                  <a:lnTo>
                    <a:pt x="54" y="298"/>
                  </a:lnTo>
                  <a:lnTo>
                    <a:pt x="85" y="280"/>
                  </a:lnTo>
                  <a:lnTo>
                    <a:pt x="116" y="261"/>
                  </a:lnTo>
                  <a:lnTo>
                    <a:pt x="116" y="261"/>
                  </a:lnTo>
                  <a:lnTo>
                    <a:pt x="148" y="242"/>
                  </a:lnTo>
                  <a:lnTo>
                    <a:pt x="178" y="222"/>
                  </a:lnTo>
                  <a:lnTo>
                    <a:pt x="207" y="200"/>
                  </a:lnTo>
                  <a:lnTo>
                    <a:pt x="235" y="178"/>
                  </a:lnTo>
                  <a:lnTo>
                    <a:pt x="235" y="178"/>
                  </a:lnTo>
                  <a:lnTo>
                    <a:pt x="264" y="155"/>
                  </a:lnTo>
                  <a:lnTo>
                    <a:pt x="294" y="134"/>
                  </a:lnTo>
                  <a:lnTo>
                    <a:pt x="356" y="93"/>
                  </a:lnTo>
                  <a:lnTo>
                    <a:pt x="417" y="52"/>
                  </a:lnTo>
                  <a:lnTo>
                    <a:pt x="449" y="31"/>
                  </a:lnTo>
                  <a:lnTo>
                    <a:pt x="477" y="9"/>
                  </a:lnTo>
                  <a:lnTo>
                    <a:pt x="477" y="9"/>
                  </a:lnTo>
                  <a:lnTo>
                    <a:pt x="479" y="8"/>
                  </a:lnTo>
                  <a:lnTo>
                    <a:pt x="480" y="5"/>
                  </a:lnTo>
                  <a:lnTo>
                    <a:pt x="479" y="4"/>
                  </a:lnTo>
                  <a:lnTo>
                    <a:pt x="477" y="1"/>
                  </a:lnTo>
                  <a:lnTo>
                    <a:pt x="475" y="0"/>
                  </a:lnTo>
                  <a:lnTo>
                    <a:pt x="472" y="0"/>
                  </a:lnTo>
                  <a:lnTo>
                    <a:pt x="470" y="1"/>
                  </a:lnTo>
                  <a:lnTo>
                    <a:pt x="470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1" name="Freeform 387"/>
            <p:cNvSpPr/>
            <p:nvPr/>
          </p:nvSpPr>
          <p:spPr bwMode="auto">
            <a:xfrm>
              <a:off x="5686426" y="1303338"/>
              <a:ext cx="265113" cy="166688"/>
            </a:xfrm>
            <a:custGeom>
              <a:avLst/>
              <a:gdLst/>
              <a:ahLst/>
              <a:cxnLst>
                <a:cxn ang="0">
                  <a:pos x="657" y="6"/>
                </a:cxn>
                <a:cxn ang="0">
                  <a:pos x="650" y="9"/>
                </a:cxn>
                <a:cxn ang="0">
                  <a:pos x="631" y="19"/>
                </a:cxn>
                <a:cxn ang="0">
                  <a:pos x="604" y="34"/>
                </a:cxn>
                <a:cxn ang="0">
                  <a:pos x="595" y="37"/>
                </a:cxn>
                <a:cxn ang="0">
                  <a:pos x="581" y="51"/>
                </a:cxn>
                <a:cxn ang="0">
                  <a:pos x="573" y="57"/>
                </a:cxn>
                <a:cxn ang="0">
                  <a:pos x="526" y="90"/>
                </a:cxn>
                <a:cxn ang="0">
                  <a:pos x="437" y="146"/>
                </a:cxn>
                <a:cxn ang="0">
                  <a:pos x="345" y="200"/>
                </a:cxn>
                <a:cxn ang="0">
                  <a:pos x="243" y="260"/>
                </a:cxn>
                <a:cxn ang="0">
                  <a:pos x="140" y="320"/>
                </a:cxn>
                <a:cxn ang="0">
                  <a:pos x="97" y="347"/>
                </a:cxn>
                <a:cxn ang="0">
                  <a:pos x="86" y="354"/>
                </a:cxn>
                <a:cxn ang="0">
                  <a:pos x="51" y="371"/>
                </a:cxn>
                <a:cxn ang="0">
                  <a:pos x="37" y="379"/>
                </a:cxn>
                <a:cxn ang="0">
                  <a:pos x="11" y="400"/>
                </a:cxn>
                <a:cxn ang="0">
                  <a:pos x="1" y="413"/>
                </a:cxn>
                <a:cxn ang="0">
                  <a:pos x="0" y="415"/>
                </a:cxn>
                <a:cxn ang="0">
                  <a:pos x="3" y="421"/>
                </a:cxn>
                <a:cxn ang="0">
                  <a:pos x="9" y="421"/>
                </a:cxn>
                <a:cxn ang="0">
                  <a:pos x="11" y="418"/>
                </a:cxn>
                <a:cxn ang="0">
                  <a:pos x="24" y="404"/>
                </a:cxn>
                <a:cxn ang="0">
                  <a:pos x="39" y="392"/>
                </a:cxn>
                <a:cxn ang="0">
                  <a:pos x="73" y="372"/>
                </a:cxn>
                <a:cxn ang="0">
                  <a:pos x="94" y="362"/>
                </a:cxn>
                <a:cxn ang="0">
                  <a:pos x="135" y="336"/>
                </a:cxn>
                <a:cxn ang="0">
                  <a:pos x="156" y="324"/>
                </a:cxn>
                <a:cxn ang="0">
                  <a:pos x="352" y="209"/>
                </a:cxn>
                <a:cxn ang="0">
                  <a:pos x="517" y="109"/>
                </a:cxn>
                <a:cxn ang="0">
                  <a:pos x="536" y="96"/>
                </a:cxn>
                <a:cxn ang="0">
                  <a:pos x="594" y="56"/>
                </a:cxn>
                <a:cxn ang="0">
                  <a:pos x="610" y="44"/>
                </a:cxn>
                <a:cxn ang="0">
                  <a:pos x="636" y="27"/>
                </a:cxn>
                <a:cxn ang="0">
                  <a:pos x="654" y="18"/>
                </a:cxn>
                <a:cxn ang="0">
                  <a:pos x="662" y="17"/>
                </a:cxn>
                <a:cxn ang="0">
                  <a:pos x="667" y="13"/>
                </a:cxn>
                <a:cxn ang="0">
                  <a:pos x="669" y="5"/>
                </a:cxn>
                <a:cxn ang="0">
                  <a:pos x="667" y="2"/>
                </a:cxn>
                <a:cxn ang="0">
                  <a:pos x="662" y="0"/>
                </a:cxn>
                <a:cxn ang="0">
                  <a:pos x="657" y="2"/>
                </a:cxn>
                <a:cxn ang="0">
                  <a:pos x="657" y="5"/>
                </a:cxn>
              </a:cxnLst>
              <a:rect l="0" t="0" r="r" b="b"/>
              <a:pathLst>
                <a:path w="669" h="421">
                  <a:moveTo>
                    <a:pt x="657" y="5"/>
                  </a:moveTo>
                  <a:lnTo>
                    <a:pt x="657" y="6"/>
                  </a:lnTo>
                  <a:lnTo>
                    <a:pt x="657" y="6"/>
                  </a:lnTo>
                  <a:lnTo>
                    <a:pt x="650" y="9"/>
                  </a:lnTo>
                  <a:lnTo>
                    <a:pt x="642" y="11"/>
                  </a:lnTo>
                  <a:lnTo>
                    <a:pt x="631" y="19"/>
                  </a:lnTo>
                  <a:lnTo>
                    <a:pt x="618" y="27"/>
                  </a:lnTo>
                  <a:lnTo>
                    <a:pt x="604" y="34"/>
                  </a:lnTo>
                  <a:lnTo>
                    <a:pt x="604" y="34"/>
                  </a:lnTo>
                  <a:lnTo>
                    <a:pt x="595" y="37"/>
                  </a:lnTo>
                  <a:lnTo>
                    <a:pt x="589" y="44"/>
                  </a:lnTo>
                  <a:lnTo>
                    <a:pt x="581" y="51"/>
                  </a:lnTo>
                  <a:lnTo>
                    <a:pt x="573" y="57"/>
                  </a:lnTo>
                  <a:lnTo>
                    <a:pt x="573" y="57"/>
                  </a:lnTo>
                  <a:lnTo>
                    <a:pt x="526" y="90"/>
                  </a:lnTo>
                  <a:lnTo>
                    <a:pt x="526" y="90"/>
                  </a:lnTo>
                  <a:lnTo>
                    <a:pt x="482" y="119"/>
                  </a:lnTo>
                  <a:lnTo>
                    <a:pt x="437" y="146"/>
                  </a:lnTo>
                  <a:lnTo>
                    <a:pt x="391" y="172"/>
                  </a:lnTo>
                  <a:lnTo>
                    <a:pt x="345" y="200"/>
                  </a:lnTo>
                  <a:lnTo>
                    <a:pt x="345" y="200"/>
                  </a:lnTo>
                  <a:lnTo>
                    <a:pt x="243" y="260"/>
                  </a:lnTo>
                  <a:lnTo>
                    <a:pt x="140" y="320"/>
                  </a:lnTo>
                  <a:lnTo>
                    <a:pt x="140" y="320"/>
                  </a:lnTo>
                  <a:lnTo>
                    <a:pt x="118" y="333"/>
                  </a:lnTo>
                  <a:lnTo>
                    <a:pt x="97" y="347"/>
                  </a:lnTo>
                  <a:lnTo>
                    <a:pt x="97" y="347"/>
                  </a:lnTo>
                  <a:lnTo>
                    <a:pt x="86" y="354"/>
                  </a:lnTo>
                  <a:lnTo>
                    <a:pt x="75" y="360"/>
                  </a:lnTo>
                  <a:lnTo>
                    <a:pt x="51" y="371"/>
                  </a:lnTo>
                  <a:lnTo>
                    <a:pt x="51" y="371"/>
                  </a:lnTo>
                  <a:lnTo>
                    <a:pt x="37" y="379"/>
                  </a:lnTo>
                  <a:lnTo>
                    <a:pt x="24" y="389"/>
                  </a:lnTo>
                  <a:lnTo>
                    <a:pt x="11" y="400"/>
                  </a:lnTo>
                  <a:lnTo>
                    <a:pt x="5" y="406"/>
                  </a:lnTo>
                  <a:lnTo>
                    <a:pt x="1" y="413"/>
                  </a:lnTo>
                  <a:lnTo>
                    <a:pt x="1" y="413"/>
                  </a:lnTo>
                  <a:lnTo>
                    <a:pt x="0" y="415"/>
                  </a:lnTo>
                  <a:lnTo>
                    <a:pt x="0" y="417"/>
                  </a:lnTo>
                  <a:lnTo>
                    <a:pt x="3" y="421"/>
                  </a:lnTo>
                  <a:lnTo>
                    <a:pt x="7" y="421"/>
                  </a:lnTo>
                  <a:lnTo>
                    <a:pt x="9" y="421"/>
                  </a:lnTo>
                  <a:lnTo>
                    <a:pt x="11" y="418"/>
                  </a:lnTo>
                  <a:lnTo>
                    <a:pt x="11" y="418"/>
                  </a:lnTo>
                  <a:lnTo>
                    <a:pt x="17" y="410"/>
                  </a:lnTo>
                  <a:lnTo>
                    <a:pt x="24" y="404"/>
                  </a:lnTo>
                  <a:lnTo>
                    <a:pt x="32" y="397"/>
                  </a:lnTo>
                  <a:lnTo>
                    <a:pt x="39" y="392"/>
                  </a:lnTo>
                  <a:lnTo>
                    <a:pt x="56" y="381"/>
                  </a:lnTo>
                  <a:lnTo>
                    <a:pt x="73" y="372"/>
                  </a:lnTo>
                  <a:lnTo>
                    <a:pt x="73" y="372"/>
                  </a:lnTo>
                  <a:lnTo>
                    <a:pt x="94" y="362"/>
                  </a:lnTo>
                  <a:lnTo>
                    <a:pt x="115" y="349"/>
                  </a:lnTo>
                  <a:lnTo>
                    <a:pt x="135" y="336"/>
                  </a:lnTo>
                  <a:lnTo>
                    <a:pt x="156" y="324"/>
                  </a:lnTo>
                  <a:lnTo>
                    <a:pt x="156" y="324"/>
                  </a:lnTo>
                  <a:lnTo>
                    <a:pt x="352" y="209"/>
                  </a:lnTo>
                  <a:lnTo>
                    <a:pt x="352" y="209"/>
                  </a:lnTo>
                  <a:lnTo>
                    <a:pt x="434" y="159"/>
                  </a:lnTo>
                  <a:lnTo>
                    <a:pt x="517" y="109"/>
                  </a:lnTo>
                  <a:lnTo>
                    <a:pt x="517" y="109"/>
                  </a:lnTo>
                  <a:lnTo>
                    <a:pt x="536" y="96"/>
                  </a:lnTo>
                  <a:lnTo>
                    <a:pt x="556" y="83"/>
                  </a:lnTo>
                  <a:lnTo>
                    <a:pt x="594" y="56"/>
                  </a:lnTo>
                  <a:lnTo>
                    <a:pt x="594" y="56"/>
                  </a:lnTo>
                  <a:lnTo>
                    <a:pt x="610" y="44"/>
                  </a:lnTo>
                  <a:lnTo>
                    <a:pt x="627" y="32"/>
                  </a:lnTo>
                  <a:lnTo>
                    <a:pt x="636" y="27"/>
                  </a:lnTo>
                  <a:lnTo>
                    <a:pt x="645" y="22"/>
                  </a:lnTo>
                  <a:lnTo>
                    <a:pt x="654" y="18"/>
                  </a:lnTo>
                  <a:lnTo>
                    <a:pt x="662" y="17"/>
                  </a:lnTo>
                  <a:lnTo>
                    <a:pt x="662" y="17"/>
                  </a:lnTo>
                  <a:lnTo>
                    <a:pt x="666" y="14"/>
                  </a:lnTo>
                  <a:lnTo>
                    <a:pt x="667" y="13"/>
                  </a:lnTo>
                  <a:lnTo>
                    <a:pt x="669" y="10"/>
                  </a:lnTo>
                  <a:lnTo>
                    <a:pt x="669" y="5"/>
                  </a:lnTo>
                  <a:lnTo>
                    <a:pt x="669" y="5"/>
                  </a:lnTo>
                  <a:lnTo>
                    <a:pt x="667" y="2"/>
                  </a:lnTo>
                  <a:lnTo>
                    <a:pt x="666" y="1"/>
                  </a:lnTo>
                  <a:lnTo>
                    <a:pt x="662" y="0"/>
                  </a:lnTo>
                  <a:lnTo>
                    <a:pt x="658" y="1"/>
                  </a:lnTo>
                  <a:lnTo>
                    <a:pt x="657" y="2"/>
                  </a:lnTo>
                  <a:lnTo>
                    <a:pt x="657" y="5"/>
                  </a:lnTo>
                  <a:lnTo>
                    <a:pt x="657" y="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2" name="Freeform 388"/>
            <p:cNvSpPr/>
            <p:nvPr/>
          </p:nvSpPr>
          <p:spPr bwMode="auto">
            <a:xfrm>
              <a:off x="5648326" y="1501776"/>
              <a:ext cx="149225" cy="60325"/>
            </a:xfrm>
            <a:custGeom>
              <a:avLst/>
              <a:gdLst/>
              <a:ahLst/>
              <a:cxnLst>
                <a:cxn ang="0">
                  <a:pos x="372" y="0"/>
                </a:cxn>
                <a:cxn ang="0">
                  <a:pos x="372" y="0"/>
                </a:cxn>
                <a:cxn ang="0">
                  <a:pos x="361" y="1"/>
                </a:cxn>
                <a:cxn ang="0">
                  <a:pos x="352" y="4"/>
                </a:cxn>
                <a:cxn ang="0">
                  <a:pos x="334" y="10"/>
                </a:cxn>
                <a:cxn ang="0">
                  <a:pos x="297" y="26"/>
                </a:cxn>
                <a:cxn ang="0">
                  <a:pos x="297" y="26"/>
                </a:cxn>
                <a:cxn ang="0">
                  <a:pos x="271" y="36"/>
                </a:cxn>
                <a:cxn ang="0">
                  <a:pos x="244" y="45"/>
                </a:cxn>
                <a:cxn ang="0">
                  <a:pos x="218" y="55"/>
                </a:cxn>
                <a:cxn ang="0">
                  <a:pos x="191" y="64"/>
                </a:cxn>
                <a:cxn ang="0">
                  <a:pos x="191" y="64"/>
                </a:cxn>
                <a:cxn ang="0">
                  <a:pos x="102" y="99"/>
                </a:cxn>
                <a:cxn ang="0">
                  <a:pos x="58" y="117"/>
                </a:cxn>
                <a:cxn ang="0">
                  <a:pos x="15" y="137"/>
                </a:cxn>
                <a:cxn ang="0">
                  <a:pos x="15" y="137"/>
                </a:cxn>
                <a:cxn ang="0">
                  <a:pos x="11" y="136"/>
                </a:cxn>
                <a:cxn ang="0">
                  <a:pos x="10" y="137"/>
                </a:cxn>
                <a:cxn ang="0">
                  <a:pos x="8" y="138"/>
                </a:cxn>
                <a:cxn ang="0">
                  <a:pos x="2" y="144"/>
                </a:cxn>
                <a:cxn ang="0">
                  <a:pos x="2" y="144"/>
                </a:cxn>
                <a:cxn ang="0">
                  <a:pos x="0" y="145"/>
                </a:cxn>
                <a:cxn ang="0">
                  <a:pos x="0" y="147"/>
                </a:cxn>
                <a:cxn ang="0">
                  <a:pos x="2" y="151"/>
                </a:cxn>
                <a:cxn ang="0">
                  <a:pos x="4" y="153"/>
                </a:cxn>
                <a:cxn ang="0">
                  <a:pos x="7" y="153"/>
                </a:cxn>
                <a:cxn ang="0">
                  <a:pos x="8" y="153"/>
                </a:cxn>
                <a:cxn ang="0">
                  <a:pos x="8" y="153"/>
                </a:cxn>
                <a:cxn ang="0">
                  <a:pos x="54" y="132"/>
                </a:cxn>
                <a:cxn ang="0">
                  <a:pos x="101" y="112"/>
                </a:cxn>
                <a:cxn ang="0">
                  <a:pos x="194" y="76"/>
                </a:cxn>
                <a:cxn ang="0">
                  <a:pos x="194" y="76"/>
                </a:cxn>
                <a:cxn ang="0">
                  <a:pos x="215" y="66"/>
                </a:cxn>
                <a:cxn ang="0">
                  <a:pos x="237" y="59"/>
                </a:cxn>
                <a:cxn ang="0">
                  <a:pos x="282" y="44"/>
                </a:cxn>
                <a:cxn ang="0">
                  <a:pos x="282" y="44"/>
                </a:cxn>
                <a:cxn ang="0">
                  <a:pos x="304" y="35"/>
                </a:cxn>
                <a:cxn ang="0">
                  <a:pos x="326" y="25"/>
                </a:cxn>
                <a:cxn ang="0">
                  <a:pos x="348" y="15"/>
                </a:cxn>
                <a:cxn ang="0">
                  <a:pos x="360" y="13"/>
                </a:cxn>
                <a:cxn ang="0">
                  <a:pos x="372" y="10"/>
                </a:cxn>
                <a:cxn ang="0">
                  <a:pos x="372" y="10"/>
                </a:cxn>
                <a:cxn ang="0">
                  <a:pos x="373" y="10"/>
                </a:cxn>
                <a:cxn ang="0">
                  <a:pos x="376" y="9"/>
                </a:cxn>
                <a:cxn ang="0">
                  <a:pos x="377" y="5"/>
                </a:cxn>
                <a:cxn ang="0">
                  <a:pos x="377" y="2"/>
                </a:cxn>
                <a:cxn ang="0">
                  <a:pos x="376" y="1"/>
                </a:cxn>
                <a:cxn ang="0">
                  <a:pos x="373" y="0"/>
                </a:cxn>
                <a:cxn ang="0">
                  <a:pos x="372" y="0"/>
                </a:cxn>
                <a:cxn ang="0">
                  <a:pos x="372" y="0"/>
                </a:cxn>
              </a:cxnLst>
              <a:rect l="0" t="0" r="r" b="b"/>
              <a:pathLst>
                <a:path w="377" h="153">
                  <a:moveTo>
                    <a:pt x="372" y="0"/>
                  </a:moveTo>
                  <a:lnTo>
                    <a:pt x="372" y="0"/>
                  </a:lnTo>
                  <a:lnTo>
                    <a:pt x="361" y="1"/>
                  </a:lnTo>
                  <a:lnTo>
                    <a:pt x="352" y="4"/>
                  </a:lnTo>
                  <a:lnTo>
                    <a:pt x="334" y="10"/>
                  </a:lnTo>
                  <a:lnTo>
                    <a:pt x="297" y="26"/>
                  </a:lnTo>
                  <a:lnTo>
                    <a:pt x="297" y="26"/>
                  </a:lnTo>
                  <a:lnTo>
                    <a:pt x="271" y="36"/>
                  </a:lnTo>
                  <a:lnTo>
                    <a:pt x="244" y="45"/>
                  </a:lnTo>
                  <a:lnTo>
                    <a:pt x="218" y="55"/>
                  </a:lnTo>
                  <a:lnTo>
                    <a:pt x="191" y="64"/>
                  </a:lnTo>
                  <a:lnTo>
                    <a:pt x="191" y="64"/>
                  </a:lnTo>
                  <a:lnTo>
                    <a:pt x="102" y="99"/>
                  </a:lnTo>
                  <a:lnTo>
                    <a:pt x="58" y="117"/>
                  </a:lnTo>
                  <a:lnTo>
                    <a:pt x="15" y="137"/>
                  </a:lnTo>
                  <a:lnTo>
                    <a:pt x="15" y="137"/>
                  </a:lnTo>
                  <a:lnTo>
                    <a:pt x="11" y="136"/>
                  </a:lnTo>
                  <a:lnTo>
                    <a:pt x="10" y="137"/>
                  </a:lnTo>
                  <a:lnTo>
                    <a:pt x="8" y="138"/>
                  </a:lnTo>
                  <a:lnTo>
                    <a:pt x="2" y="144"/>
                  </a:lnTo>
                  <a:lnTo>
                    <a:pt x="2" y="144"/>
                  </a:lnTo>
                  <a:lnTo>
                    <a:pt x="0" y="145"/>
                  </a:lnTo>
                  <a:lnTo>
                    <a:pt x="0" y="147"/>
                  </a:lnTo>
                  <a:lnTo>
                    <a:pt x="2" y="151"/>
                  </a:lnTo>
                  <a:lnTo>
                    <a:pt x="4" y="153"/>
                  </a:lnTo>
                  <a:lnTo>
                    <a:pt x="7" y="153"/>
                  </a:lnTo>
                  <a:lnTo>
                    <a:pt x="8" y="153"/>
                  </a:lnTo>
                  <a:lnTo>
                    <a:pt x="8" y="153"/>
                  </a:lnTo>
                  <a:lnTo>
                    <a:pt x="54" y="132"/>
                  </a:lnTo>
                  <a:lnTo>
                    <a:pt x="101" y="112"/>
                  </a:lnTo>
                  <a:lnTo>
                    <a:pt x="194" y="76"/>
                  </a:lnTo>
                  <a:lnTo>
                    <a:pt x="194" y="76"/>
                  </a:lnTo>
                  <a:lnTo>
                    <a:pt x="215" y="66"/>
                  </a:lnTo>
                  <a:lnTo>
                    <a:pt x="237" y="59"/>
                  </a:lnTo>
                  <a:lnTo>
                    <a:pt x="282" y="44"/>
                  </a:lnTo>
                  <a:lnTo>
                    <a:pt x="282" y="44"/>
                  </a:lnTo>
                  <a:lnTo>
                    <a:pt x="304" y="35"/>
                  </a:lnTo>
                  <a:lnTo>
                    <a:pt x="326" y="25"/>
                  </a:lnTo>
                  <a:lnTo>
                    <a:pt x="348" y="15"/>
                  </a:lnTo>
                  <a:lnTo>
                    <a:pt x="360" y="13"/>
                  </a:lnTo>
                  <a:lnTo>
                    <a:pt x="372" y="10"/>
                  </a:lnTo>
                  <a:lnTo>
                    <a:pt x="372" y="10"/>
                  </a:lnTo>
                  <a:lnTo>
                    <a:pt x="373" y="10"/>
                  </a:lnTo>
                  <a:lnTo>
                    <a:pt x="376" y="9"/>
                  </a:lnTo>
                  <a:lnTo>
                    <a:pt x="377" y="5"/>
                  </a:lnTo>
                  <a:lnTo>
                    <a:pt x="377" y="2"/>
                  </a:lnTo>
                  <a:lnTo>
                    <a:pt x="376" y="1"/>
                  </a:lnTo>
                  <a:lnTo>
                    <a:pt x="373" y="0"/>
                  </a:lnTo>
                  <a:lnTo>
                    <a:pt x="372" y="0"/>
                  </a:lnTo>
                  <a:lnTo>
                    <a:pt x="37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3" name="Freeform 389"/>
            <p:cNvSpPr/>
            <p:nvPr/>
          </p:nvSpPr>
          <p:spPr bwMode="auto">
            <a:xfrm>
              <a:off x="5649914" y="1543051"/>
              <a:ext cx="96838" cy="36513"/>
            </a:xfrm>
            <a:custGeom>
              <a:avLst/>
              <a:gdLst/>
              <a:ahLst/>
              <a:cxnLst>
                <a:cxn ang="0">
                  <a:pos x="238" y="0"/>
                </a:cxn>
                <a:cxn ang="0">
                  <a:pos x="238" y="0"/>
                </a:cxn>
                <a:cxn ang="0">
                  <a:pos x="226" y="4"/>
                </a:cxn>
                <a:cxn ang="0">
                  <a:pos x="214" y="9"/>
                </a:cxn>
                <a:cxn ang="0">
                  <a:pos x="201" y="14"/>
                </a:cxn>
                <a:cxn ang="0">
                  <a:pos x="194" y="15"/>
                </a:cxn>
                <a:cxn ang="0">
                  <a:pos x="188" y="17"/>
                </a:cxn>
                <a:cxn ang="0">
                  <a:pos x="188" y="17"/>
                </a:cxn>
                <a:cxn ang="0">
                  <a:pos x="174" y="19"/>
                </a:cxn>
                <a:cxn ang="0">
                  <a:pos x="158" y="25"/>
                </a:cxn>
                <a:cxn ang="0">
                  <a:pos x="130" y="36"/>
                </a:cxn>
                <a:cxn ang="0">
                  <a:pos x="130" y="36"/>
                </a:cxn>
                <a:cxn ang="0">
                  <a:pos x="115" y="42"/>
                </a:cxn>
                <a:cxn ang="0">
                  <a:pos x="99" y="49"/>
                </a:cxn>
                <a:cxn ang="0">
                  <a:pos x="69" y="62"/>
                </a:cxn>
                <a:cxn ang="0">
                  <a:pos x="53" y="69"/>
                </a:cxn>
                <a:cxn ang="0">
                  <a:pos x="38" y="74"/>
                </a:cxn>
                <a:cxn ang="0">
                  <a:pos x="22" y="78"/>
                </a:cxn>
                <a:cxn ang="0">
                  <a:pos x="6" y="79"/>
                </a:cxn>
                <a:cxn ang="0">
                  <a:pos x="6" y="79"/>
                </a:cxn>
                <a:cxn ang="0">
                  <a:pos x="4" y="81"/>
                </a:cxn>
                <a:cxn ang="0">
                  <a:pos x="1" y="82"/>
                </a:cxn>
                <a:cxn ang="0">
                  <a:pos x="0" y="86"/>
                </a:cxn>
                <a:cxn ang="0">
                  <a:pos x="1" y="90"/>
                </a:cxn>
                <a:cxn ang="0">
                  <a:pos x="4" y="91"/>
                </a:cxn>
                <a:cxn ang="0">
                  <a:pos x="6" y="91"/>
                </a:cxn>
                <a:cxn ang="0">
                  <a:pos x="6" y="91"/>
                </a:cxn>
                <a:cxn ang="0">
                  <a:pos x="21" y="90"/>
                </a:cxn>
                <a:cxn ang="0">
                  <a:pos x="35" y="87"/>
                </a:cxn>
                <a:cxn ang="0">
                  <a:pos x="49" y="82"/>
                </a:cxn>
                <a:cxn ang="0">
                  <a:pos x="64" y="78"/>
                </a:cxn>
                <a:cxn ang="0">
                  <a:pos x="92" y="65"/>
                </a:cxn>
                <a:cxn ang="0">
                  <a:pos x="119" y="53"/>
                </a:cxn>
                <a:cxn ang="0">
                  <a:pos x="119" y="53"/>
                </a:cxn>
                <a:cxn ang="0">
                  <a:pos x="137" y="44"/>
                </a:cxn>
                <a:cxn ang="0">
                  <a:pos x="157" y="38"/>
                </a:cxn>
                <a:cxn ang="0">
                  <a:pos x="176" y="31"/>
                </a:cxn>
                <a:cxn ang="0">
                  <a:pos x="194" y="28"/>
                </a:cxn>
                <a:cxn ang="0">
                  <a:pos x="194" y="28"/>
                </a:cxn>
                <a:cxn ang="0">
                  <a:pos x="201" y="27"/>
                </a:cxn>
                <a:cxn ang="0">
                  <a:pos x="208" y="25"/>
                </a:cxn>
                <a:cxn ang="0">
                  <a:pos x="218" y="21"/>
                </a:cxn>
                <a:cxn ang="0">
                  <a:pos x="230" y="15"/>
                </a:cxn>
                <a:cxn ang="0">
                  <a:pos x="242" y="11"/>
                </a:cxn>
                <a:cxn ang="0">
                  <a:pos x="242" y="11"/>
                </a:cxn>
                <a:cxn ang="0">
                  <a:pos x="243" y="10"/>
                </a:cxn>
                <a:cxn ang="0">
                  <a:pos x="244" y="9"/>
                </a:cxn>
                <a:cxn ang="0">
                  <a:pos x="246" y="6"/>
                </a:cxn>
                <a:cxn ang="0">
                  <a:pos x="246" y="5"/>
                </a:cxn>
                <a:cxn ang="0">
                  <a:pos x="243" y="1"/>
                </a:cxn>
                <a:cxn ang="0">
                  <a:pos x="240" y="0"/>
                </a:cxn>
                <a:cxn ang="0">
                  <a:pos x="238" y="0"/>
                </a:cxn>
                <a:cxn ang="0">
                  <a:pos x="238" y="0"/>
                </a:cxn>
              </a:cxnLst>
              <a:rect l="0" t="0" r="r" b="b"/>
              <a:pathLst>
                <a:path w="246" h="91">
                  <a:moveTo>
                    <a:pt x="238" y="0"/>
                  </a:moveTo>
                  <a:lnTo>
                    <a:pt x="238" y="0"/>
                  </a:lnTo>
                  <a:lnTo>
                    <a:pt x="226" y="4"/>
                  </a:lnTo>
                  <a:lnTo>
                    <a:pt x="214" y="9"/>
                  </a:lnTo>
                  <a:lnTo>
                    <a:pt x="201" y="14"/>
                  </a:lnTo>
                  <a:lnTo>
                    <a:pt x="194" y="15"/>
                  </a:lnTo>
                  <a:lnTo>
                    <a:pt x="188" y="17"/>
                  </a:lnTo>
                  <a:lnTo>
                    <a:pt x="188" y="17"/>
                  </a:lnTo>
                  <a:lnTo>
                    <a:pt x="174" y="19"/>
                  </a:lnTo>
                  <a:lnTo>
                    <a:pt x="158" y="25"/>
                  </a:lnTo>
                  <a:lnTo>
                    <a:pt x="130" y="36"/>
                  </a:lnTo>
                  <a:lnTo>
                    <a:pt x="130" y="36"/>
                  </a:lnTo>
                  <a:lnTo>
                    <a:pt x="115" y="42"/>
                  </a:lnTo>
                  <a:lnTo>
                    <a:pt x="99" y="49"/>
                  </a:lnTo>
                  <a:lnTo>
                    <a:pt x="69" y="62"/>
                  </a:lnTo>
                  <a:lnTo>
                    <a:pt x="53" y="69"/>
                  </a:lnTo>
                  <a:lnTo>
                    <a:pt x="38" y="74"/>
                  </a:lnTo>
                  <a:lnTo>
                    <a:pt x="22" y="78"/>
                  </a:lnTo>
                  <a:lnTo>
                    <a:pt x="6" y="79"/>
                  </a:lnTo>
                  <a:lnTo>
                    <a:pt x="6" y="79"/>
                  </a:lnTo>
                  <a:lnTo>
                    <a:pt x="4" y="81"/>
                  </a:lnTo>
                  <a:lnTo>
                    <a:pt x="1" y="82"/>
                  </a:lnTo>
                  <a:lnTo>
                    <a:pt x="0" y="86"/>
                  </a:lnTo>
                  <a:lnTo>
                    <a:pt x="1" y="90"/>
                  </a:lnTo>
                  <a:lnTo>
                    <a:pt x="4" y="91"/>
                  </a:lnTo>
                  <a:lnTo>
                    <a:pt x="6" y="91"/>
                  </a:lnTo>
                  <a:lnTo>
                    <a:pt x="6" y="91"/>
                  </a:lnTo>
                  <a:lnTo>
                    <a:pt x="21" y="90"/>
                  </a:lnTo>
                  <a:lnTo>
                    <a:pt x="35" y="87"/>
                  </a:lnTo>
                  <a:lnTo>
                    <a:pt x="49" y="82"/>
                  </a:lnTo>
                  <a:lnTo>
                    <a:pt x="64" y="78"/>
                  </a:lnTo>
                  <a:lnTo>
                    <a:pt x="92" y="65"/>
                  </a:lnTo>
                  <a:lnTo>
                    <a:pt x="119" y="53"/>
                  </a:lnTo>
                  <a:lnTo>
                    <a:pt x="119" y="53"/>
                  </a:lnTo>
                  <a:lnTo>
                    <a:pt x="137" y="44"/>
                  </a:lnTo>
                  <a:lnTo>
                    <a:pt x="157" y="38"/>
                  </a:lnTo>
                  <a:lnTo>
                    <a:pt x="176" y="31"/>
                  </a:lnTo>
                  <a:lnTo>
                    <a:pt x="194" y="28"/>
                  </a:lnTo>
                  <a:lnTo>
                    <a:pt x="194" y="28"/>
                  </a:lnTo>
                  <a:lnTo>
                    <a:pt x="201" y="27"/>
                  </a:lnTo>
                  <a:lnTo>
                    <a:pt x="208" y="25"/>
                  </a:lnTo>
                  <a:lnTo>
                    <a:pt x="218" y="21"/>
                  </a:lnTo>
                  <a:lnTo>
                    <a:pt x="230" y="15"/>
                  </a:lnTo>
                  <a:lnTo>
                    <a:pt x="242" y="11"/>
                  </a:lnTo>
                  <a:lnTo>
                    <a:pt x="242" y="11"/>
                  </a:lnTo>
                  <a:lnTo>
                    <a:pt x="243" y="10"/>
                  </a:lnTo>
                  <a:lnTo>
                    <a:pt x="244" y="9"/>
                  </a:lnTo>
                  <a:lnTo>
                    <a:pt x="246" y="6"/>
                  </a:lnTo>
                  <a:lnTo>
                    <a:pt x="246" y="5"/>
                  </a:lnTo>
                  <a:lnTo>
                    <a:pt x="243" y="1"/>
                  </a:lnTo>
                  <a:lnTo>
                    <a:pt x="240" y="0"/>
                  </a:lnTo>
                  <a:lnTo>
                    <a:pt x="238" y="0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4" name="Freeform 390"/>
            <p:cNvSpPr/>
            <p:nvPr/>
          </p:nvSpPr>
          <p:spPr bwMode="auto">
            <a:xfrm>
              <a:off x="5273676" y="1162051"/>
              <a:ext cx="122238" cy="95250"/>
            </a:xfrm>
            <a:custGeom>
              <a:avLst/>
              <a:gdLst/>
              <a:ahLst/>
              <a:cxnLst>
                <a:cxn ang="0">
                  <a:pos x="298" y="1"/>
                </a:cxn>
                <a:cxn ang="0">
                  <a:pos x="298" y="1"/>
                </a:cxn>
                <a:cxn ang="0">
                  <a:pos x="277" y="21"/>
                </a:cxn>
                <a:cxn ang="0">
                  <a:pos x="256" y="39"/>
                </a:cxn>
                <a:cxn ang="0">
                  <a:pos x="234" y="56"/>
                </a:cxn>
                <a:cxn ang="0">
                  <a:pos x="210" y="72"/>
                </a:cxn>
                <a:cxn ang="0">
                  <a:pos x="163" y="103"/>
                </a:cxn>
                <a:cxn ang="0">
                  <a:pos x="116" y="136"/>
                </a:cxn>
                <a:cxn ang="0">
                  <a:pos x="116" y="136"/>
                </a:cxn>
                <a:cxn ang="0">
                  <a:pos x="96" y="152"/>
                </a:cxn>
                <a:cxn ang="0">
                  <a:pos x="77" y="167"/>
                </a:cxn>
                <a:cxn ang="0">
                  <a:pos x="56" y="183"/>
                </a:cxn>
                <a:cxn ang="0">
                  <a:pos x="35" y="198"/>
                </a:cxn>
                <a:cxn ang="0">
                  <a:pos x="35" y="198"/>
                </a:cxn>
                <a:cxn ang="0">
                  <a:pos x="24" y="204"/>
                </a:cxn>
                <a:cxn ang="0">
                  <a:pos x="14" y="212"/>
                </a:cxn>
                <a:cxn ang="0">
                  <a:pos x="6" y="221"/>
                </a:cxn>
                <a:cxn ang="0">
                  <a:pos x="2" y="226"/>
                </a:cxn>
                <a:cxn ang="0">
                  <a:pos x="0" y="233"/>
                </a:cxn>
                <a:cxn ang="0">
                  <a:pos x="0" y="233"/>
                </a:cxn>
                <a:cxn ang="0">
                  <a:pos x="0" y="235"/>
                </a:cxn>
                <a:cxn ang="0">
                  <a:pos x="0" y="237"/>
                </a:cxn>
                <a:cxn ang="0">
                  <a:pos x="1" y="238"/>
                </a:cxn>
                <a:cxn ang="0">
                  <a:pos x="3" y="239"/>
                </a:cxn>
                <a:cxn ang="0">
                  <a:pos x="7" y="239"/>
                </a:cxn>
                <a:cxn ang="0">
                  <a:pos x="9" y="238"/>
                </a:cxn>
                <a:cxn ang="0">
                  <a:pos x="10" y="235"/>
                </a:cxn>
                <a:cxn ang="0">
                  <a:pos x="10" y="235"/>
                </a:cxn>
                <a:cxn ang="0">
                  <a:pos x="14" y="229"/>
                </a:cxn>
                <a:cxn ang="0">
                  <a:pos x="19" y="222"/>
                </a:cxn>
                <a:cxn ang="0">
                  <a:pos x="26" y="216"/>
                </a:cxn>
                <a:cxn ang="0">
                  <a:pos x="34" y="211"/>
                </a:cxn>
                <a:cxn ang="0">
                  <a:pos x="49" y="201"/>
                </a:cxn>
                <a:cxn ang="0">
                  <a:pos x="62" y="194"/>
                </a:cxn>
                <a:cxn ang="0">
                  <a:pos x="62" y="194"/>
                </a:cxn>
                <a:cxn ang="0">
                  <a:pos x="83" y="178"/>
                </a:cxn>
                <a:cxn ang="0">
                  <a:pos x="103" y="161"/>
                </a:cxn>
                <a:cxn ang="0">
                  <a:pos x="124" y="145"/>
                </a:cxn>
                <a:cxn ang="0">
                  <a:pos x="145" y="130"/>
                </a:cxn>
                <a:cxn ang="0">
                  <a:pos x="145" y="130"/>
                </a:cxn>
                <a:cxn ang="0">
                  <a:pos x="187" y="102"/>
                </a:cxn>
                <a:cxn ang="0">
                  <a:pos x="228" y="73"/>
                </a:cxn>
                <a:cxn ang="0">
                  <a:pos x="249" y="59"/>
                </a:cxn>
                <a:cxn ang="0">
                  <a:pos x="269" y="43"/>
                </a:cxn>
                <a:cxn ang="0">
                  <a:pos x="287" y="26"/>
                </a:cxn>
                <a:cxn ang="0">
                  <a:pos x="306" y="9"/>
                </a:cxn>
                <a:cxn ang="0">
                  <a:pos x="306" y="9"/>
                </a:cxn>
                <a:cxn ang="0">
                  <a:pos x="307" y="8"/>
                </a:cxn>
                <a:cxn ang="0">
                  <a:pos x="307" y="5"/>
                </a:cxn>
                <a:cxn ang="0">
                  <a:pos x="306" y="1"/>
                </a:cxn>
                <a:cxn ang="0">
                  <a:pos x="302" y="0"/>
                </a:cxn>
                <a:cxn ang="0">
                  <a:pos x="300" y="0"/>
                </a:cxn>
                <a:cxn ang="0">
                  <a:pos x="298" y="1"/>
                </a:cxn>
                <a:cxn ang="0">
                  <a:pos x="298" y="1"/>
                </a:cxn>
              </a:cxnLst>
              <a:rect l="0" t="0" r="r" b="b"/>
              <a:pathLst>
                <a:path w="307" h="239">
                  <a:moveTo>
                    <a:pt x="298" y="1"/>
                  </a:moveTo>
                  <a:lnTo>
                    <a:pt x="298" y="1"/>
                  </a:lnTo>
                  <a:lnTo>
                    <a:pt x="277" y="21"/>
                  </a:lnTo>
                  <a:lnTo>
                    <a:pt x="256" y="39"/>
                  </a:lnTo>
                  <a:lnTo>
                    <a:pt x="234" y="56"/>
                  </a:lnTo>
                  <a:lnTo>
                    <a:pt x="210" y="72"/>
                  </a:lnTo>
                  <a:lnTo>
                    <a:pt x="163" y="103"/>
                  </a:lnTo>
                  <a:lnTo>
                    <a:pt x="116" y="136"/>
                  </a:lnTo>
                  <a:lnTo>
                    <a:pt x="116" y="136"/>
                  </a:lnTo>
                  <a:lnTo>
                    <a:pt x="96" y="152"/>
                  </a:lnTo>
                  <a:lnTo>
                    <a:pt x="77" y="167"/>
                  </a:lnTo>
                  <a:lnTo>
                    <a:pt x="56" y="183"/>
                  </a:lnTo>
                  <a:lnTo>
                    <a:pt x="35" y="198"/>
                  </a:lnTo>
                  <a:lnTo>
                    <a:pt x="35" y="198"/>
                  </a:lnTo>
                  <a:lnTo>
                    <a:pt x="24" y="204"/>
                  </a:lnTo>
                  <a:lnTo>
                    <a:pt x="14" y="212"/>
                  </a:lnTo>
                  <a:lnTo>
                    <a:pt x="6" y="221"/>
                  </a:lnTo>
                  <a:lnTo>
                    <a:pt x="2" y="226"/>
                  </a:lnTo>
                  <a:lnTo>
                    <a:pt x="0" y="233"/>
                  </a:lnTo>
                  <a:lnTo>
                    <a:pt x="0" y="233"/>
                  </a:lnTo>
                  <a:lnTo>
                    <a:pt x="0" y="235"/>
                  </a:lnTo>
                  <a:lnTo>
                    <a:pt x="0" y="237"/>
                  </a:lnTo>
                  <a:lnTo>
                    <a:pt x="1" y="238"/>
                  </a:lnTo>
                  <a:lnTo>
                    <a:pt x="3" y="239"/>
                  </a:lnTo>
                  <a:lnTo>
                    <a:pt x="7" y="239"/>
                  </a:lnTo>
                  <a:lnTo>
                    <a:pt x="9" y="238"/>
                  </a:lnTo>
                  <a:lnTo>
                    <a:pt x="10" y="235"/>
                  </a:lnTo>
                  <a:lnTo>
                    <a:pt x="10" y="235"/>
                  </a:lnTo>
                  <a:lnTo>
                    <a:pt x="14" y="229"/>
                  </a:lnTo>
                  <a:lnTo>
                    <a:pt x="19" y="222"/>
                  </a:lnTo>
                  <a:lnTo>
                    <a:pt x="26" y="216"/>
                  </a:lnTo>
                  <a:lnTo>
                    <a:pt x="34" y="211"/>
                  </a:lnTo>
                  <a:lnTo>
                    <a:pt x="49" y="201"/>
                  </a:lnTo>
                  <a:lnTo>
                    <a:pt x="62" y="194"/>
                  </a:lnTo>
                  <a:lnTo>
                    <a:pt x="62" y="194"/>
                  </a:lnTo>
                  <a:lnTo>
                    <a:pt x="83" y="178"/>
                  </a:lnTo>
                  <a:lnTo>
                    <a:pt x="103" y="161"/>
                  </a:lnTo>
                  <a:lnTo>
                    <a:pt x="124" y="145"/>
                  </a:lnTo>
                  <a:lnTo>
                    <a:pt x="145" y="130"/>
                  </a:lnTo>
                  <a:lnTo>
                    <a:pt x="145" y="130"/>
                  </a:lnTo>
                  <a:lnTo>
                    <a:pt x="187" y="102"/>
                  </a:lnTo>
                  <a:lnTo>
                    <a:pt x="228" y="73"/>
                  </a:lnTo>
                  <a:lnTo>
                    <a:pt x="249" y="59"/>
                  </a:lnTo>
                  <a:lnTo>
                    <a:pt x="269" y="43"/>
                  </a:lnTo>
                  <a:lnTo>
                    <a:pt x="287" y="26"/>
                  </a:lnTo>
                  <a:lnTo>
                    <a:pt x="306" y="9"/>
                  </a:lnTo>
                  <a:lnTo>
                    <a:pt x="306" y="9"/>
                  </a:lnTo>
                  <a:lnTo>
                    <a:pt x="307" y="8"/>
                  </a:lnTo>
                  <a:lnTo>
                    <a:pt x="307" y="5"/>
                  </a:lnTo>
                  <a:lnTo>
                    <a:pt x="306" y="1"/>
                  </a:lnTo>
                  <a:lnTo>
                    <a:pt x="302" y="0"/>
                  </a:lnTo>
                  <a:lnTo>
                    <a:pt x="300" y="0"/>
                  </a:lnTo>
                  <a:lnTo>
                    <a:pt x="298" y="1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5" name="Freeform 391"/>
            <p:cNvSpPr/>
            <p:nvPr/>
          </p:nvSpPr>
          <p:spPr bwMode="auto">
            <a:xfrm>
              <a:off x="5329239" y="1193801"/>
              <a:ext cx="87313" cy="68263"/>
            </a:xfrm>
            <a:custGeom>
              <a:avLst/>
              <a:gdLst/>
              <a:ahLst/>
              <a:cxnLst>
                <a:cxn ang="0">
                  <a:pos x="210" y="0"/>
                </a:cxn>
                <a:cxn ang="0">
                  <a:pos x="210" y="0"/>
                </a:cxn>
                <a:cxn ang="0">
                  <a:pos x="203" y="2"/>
                </a:cxn>
                <a:cxn ang="0">
                  <a:pos x="193" y="5"/>
                </a:cxn>
                <a:cxn ang="0">
                  <a:pos x="176" y="13"/>
                </a:cxn>
                <a:cxn ang="0">
                  <a:pos x="161" y="22"/>
                </a:cxn>
                <a:cxn ang="0">
                  <a:pos x="145" y="34"/>
                </a:cxn>
                <a:cxn ang="0">
                  <a:pos x="116" y="59"/>
                </a:cxn>
                <a:cxn ang="0">
                  <a:pos x="87" y="81"/>
                </a:cxn>
                <a:cxn ang="0">
                  <a:pos x="87" y="81"/>
                </a:cxn>
                <a:cxn ang="0">
                  <a:pos x="56" y="106"/>
                </a:cxn>
                <a:cxn ang="0">
                  <a:pos x="40" y="119"/>
                </a:cxn>
                <a:cxn ang="0">
                  <a:pos x="26" y="133"/>
                </a:cxn>
                <a:cxn ang="0">
                  <a:pos x="26" y="133"/>
                </a:cxn>
                <a:cxn ang="0">
                  <a:pos x="12" y="146"/>
                </a:cxn>
                <a:cxn ang="0">
                  <a:pos x="5" y="154"/>
                </a:cxn>
                <a:cxn ang="0">
                  <a:pos x="0" y="163"/>
                </a:cxn>
                <a:cxn ang="0">
                  <a:pos x="0" y="163"/>
                </a:cxn>
                <a:cxn ang="0">
                  <a:pos x="0" y="166"/>
                </a:cxn>
                <a:cxn ang="0">
                  <a:pos x="1" y="169"/>
                </a:cxn>
                <a:cxn ang="0">
                  <a:pos x="1" y="169"/>
                </a:cxn>
                <a:cxn ang="0">
                  <a:pos x="2" y="170"/>
                </a:cxn>
                <a:cxn ang="0">
                  <a:pos x="2" y="170"/>
                </a:cxn>
                <a:cxn ang="0">
                  <a:pos x="5" y="171"/>
                </a:cxn>
                <a:cxn ang="0">
                  <a:pos x="6" y="171"/>
                </a:cxn>
                <a:cxn ang="0">
                  <a:pos x="10" y="169"/>
                </a:cxn>
                <a:cxn ang="0">
                  <a:pos x="12" y="167"/>
                </a:cxn>
                <a:cxn ang="0">
                  <a:pos x="13" y="166"/>
                </a:cxn>
                <a:cxn ang="0">
                  <a:pos x="12" y="163"/>
                </a:cxn>
                <a:cxn ang="0">
                  <a:pos x="10" y="162"/>
                </a:cxn>
                <a:cxn ang="0">
                  <a:pos x="10" y="162"/>
                </a:cxn>
                <a:cxn ang="0">
                  <a:pos x="102" y="85"/>
                </a:cxn>
                <a:cxn ang="0">
                  <a:pos x="102" y="85"/>
                </a:cxn>
                <a:cxn ang="0">
                  <a:pos x="127" y="64"/>
                </a:cxn>
                <a:cxn ang="0">
                  <a:pos x="154" y="42"/>
                </a:cxn>
                <a:cxn ang="0">
                  <a:pos x="169" y="31"/>
                </a:cxn>
                <a:cxn ang="0">
                  <a:pos x="183" y="22"/>
                </a:cxn>
                <a:cxn ang="0">
                  <a:pos x="197" y="16"/>
                </a:cxn>
                <a:cxn ang="0">
                  <a:pos x="213" y="12"/>
                </a:cxn>
                <a:cxn ang="0">
                  <a:pos x="213" y="12"/>
                </a:cxn>
                <a:cxn ang="0">
                  <a:pos x="216" y="10"/>
                </a:cxn>
                <a:cxn ang="0">
                  <a:pos x="217" y="9"/>
                </a:cxn>
                <a:cxn ang="0">
                  <a:pos x="218" y="6"/>
                </a:cxn>
                <a:cxn ang="0">
                  <a:pos x="217" y="5"/>
                </a:cxn>
                <a:cxn ang="0">
                  <a:pos x="216" y="1"/>
                </a:cxn>
                <a:cxn ang="0">
                  <a:pos x="213" y="0"/>
                </a:cxn>
                <a:cxn ang="0">
                  <a:pos x="210" y="0"/>
                </a:cxn>
                <a:cxn ang="0">
                  <a:pos x="210" y="0"/>
                </a:cxn>
              </a:cxnLst>
              <a:rect l="0" t="0" r="r" b="b"/>
              <a:pathLst>
                <a:path w="218" h="171">
                  <a:moveTo>
                    <a:pt x="210" y="0"/>
                  </a:moveTo>
                  <a:lnTo>
                    <a:pt x="210" y="0"/>
                  </a:lnTo>
                  <a:lnTo>
                    <a:pt x="203" y="2"/>
                  </a:lnTo>
                  <a:lnTo>
                    <a:pt x="193" y="5"/>
                  </a:lnTo>
                  <a:lnTo>
                    <a:pt x="176" y="13"/>
                  </a:lnTo>
                  <a:lnTo>
                    <a:pt x="161" y="22"/>
                  </a:lnTo>
                  <a:lnTo>
                    <a:pt x="145" y="34"/>
                  </a:lnTo>
                  <a:lnTo>
                    <a:pt x="116" y="59"/>
                  </a:lnTo>
                  <a:lnTo>
                    <a:pt x="87" y="81"/>
                  </a:lnTo>
                  <a:lnTo>
                    <a:pt x="87" y="81"/>
                  </a:lnTo>
                  <a:lnTo>
                    <a:pt x="56" y="106"/>
                  </a:lnTo>
                  <a:lnTo>
                    <a:pt x="40" y="119"/>
                  </a:lnTo>
                  <a:lnTo>
                    <a:pt x="26" y="133"/>
                  </a:lnTo>
                  <a:lnTo>
                    <a:pt x="26" y="133"/>
                  </a:lnTo>
                  <a:lnTo>
                    <a:pt x="12" y="146"/>
                  </a:lnTo>
                  <a:lnTo>
                    <a:pt x="5" y="154"/>
                  </a:lnTo>
                  <a:lnTo>
                    <a:pt x="0" y="163"/>
                  </a:lnTo>
                  <a:lnTo>
                    <a:pt x="0" y="163"/>
                  </a:lnTo>
                  <a:lnTo>
                    <a:pt x="0" y="166"/>
                  </a:lnTo>
                  <a:lnTo>
                    <a:pt x="1" y="169"/>
                  </a:lnTo>
                  <a:lnTo>
                    <a:pt x="1" y="169"/>
                  </a:lnTo>
                  <a:lnTo>
                    <a:pt x="2" y="170"/>
                  </a:lnTo>
                  <a:lnTo>
                    <a:pt x="2" y="170"/>
                  </a:lnTo>
                  <a:lnTo>
                    <a:pt x="5" y="171"/>
                  </a:lnTo>
                  <a:lnTo>
                    <a:pt x="6" y="171"/>
                  </a:lnTo>
                  <a:lnTo>
                    <a:pt x="10" y="169"/>
                  </a:lnTo>
                  <a:lnTo>
                    <a:pt x="12" y="167"/>
                  </a:lnTo>
                  <a:lnTo>
                    <a:pt x="13" y="166"/>
                  </a:lnTo>
                  <a:lnTo>
                    <a:pt x="12" y="163"/>
                  </a:lnTo>
                  <a:lnTo>
                    <a:pt x="10" y="162"/>
                  </a:lnTo>
                  <a:lnTo>
                    <a:pt x="10" y="162"/>
                  </a:lnTo>
                  <a:lnTo>
                    <a:pt x="102" y="85"/>
                  </a:lnTo>
                  <a:lnTo>
                    <a:pt x="102" y="85"/>
                  </a:lnTo>
                  <a:lnTo>
                    <a:pt x="127" y="64"/>
                  </a:lnTo>
                  <a:lnTo>
                    <a:pt x="154" y="42"/>
                  </a:lnTo>
                  <a:lnTo>
                    <a:pt x="169" y="31"/>
                  </a:lnTo>
                  <a:lnTo>
                    <a:pt x="183" y="22"/>
                  </a:lnTo>
                  <a:lnTo>
                    <a:pt x="197" y="16"/>
                  </a:lnTo>
                  <a:lnTo>
                    <a:pt x="213" y="12"/>
                  </a:lnTo>
                  <a:lnTo>
                    <a:pt x="213" y="12"/>
                  </a:lnTo>
                  <a:lnTo>
                    <a:pt x="216" y="10"/>
                  </a:lnTo>
                  <a:lnTo>
                    <a:pt x="217" y="9"/>
                  </a:lnTo>
                  <a:lnTo>
                    <a:pt x="218" y="6"/>
                  </a:lnTo>
                  <a:lnTo>
                    <a:pt x="217" y="5"/>
                  </a:lnTo>
                  <a:lnTo>
                    <a:pt x="216" y="1"/>
                  </a:lnTo>
                  <a:lnTo>
                    <a:pt x="213" y="0"/>
                  </a:lnTo>
                  <a:lnTo>
                    <a:pt x="210" y="0"/>
                  </a:lnTo>
                  <a:lnTo>
                    <a:pt x="21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6" name="Freeform 392"/>
            <p:cNvSpPr/>
            <p:nvPr/>
          </p:nvSpPr>
          <p:spPr bwMode="auto">
            <a:xfrm>
              <a:off x="5395914" y="1125538"/>
              <a:ext cx="141288" cy="26988"/>
            </a:xfrm>
            <a:custGeom>
              <a:avLst/>
              <a:gdLst/>
              <a:ahLst/>
              <a:cxnLst>
                <a:cxn ang="0">
                  <a:pos x="348" y="0"/>
                </a:cxn>
                <a:cxn ang="0">
                  <a:pos x="348" y="0"/>
                </a:cxn>
                <a:cxn ang="0">
                  <a:pos x="326" y="2"/>
                </a:cxn>
                <a:cxn ang="0">
                  <a:pos x="305" y="5"/>
                </a:cxn>
                <a:cxn ang="0">
                  <a:pos x="263" y="14"/>
                </a:cxn>
                <a:cxn ang="0">
                  <a:pos x="221" y="23"/>
                </a:cxn>
                <a:cxn ang="0">
                  <a:pos x="199" y="27"/>
                </a:cxn>
                <a:cxn ang="0">
                  <a:pos x="178" y="30"/>
                </a:cxn>
                <a:cxn ang="0">
                  <a:pos x="178" y="30"/>
                </a:cxn>
                <a:cxn ang="0">
                  <a:pos x="156" y="32"/>
                </a:cxn>
                <a:cxn ang="0">
                  <a:pos x="135" y="36"/>
                </a:cxn>
                <a:cxn ang="0">
                  <a:pos x="92" y="45"/>
                </a:cxn>
                <a:cxn ang="0">
                  <a:pos x="49" y="53"/>
                </a:cxn>
                <a:cxn ang="0">
                  <a:pos x="28" y="56"/>
                </a:cxn>
                <a:cxn ang="0">
                  <a:pos x="5" y="57"/>
                </a:cxn>
                <a:cxn ang="0">
                  <a:pos x="5" y="57"/>
                </a:cxn>
                <a:cxn ang="0">
                  <a:pos x="3" y="57"/>
                </a:cxn>
                <a:cxn ang="0">
                  <a:pos x="2" y="58"/>
                </a:cxn>
                <a:cxn ang="0">
                  <a:pos x="0" y="62"/>
                </a:cxn>
                <a:cxn ang="0">
                  <a:pos x="2" y="66"/>
                </a:cxn>
                <a:cxn ang="0">
                  <a:pos x="3" y="68"/>
                </a:cxn>
                <a:cxn ang="0">
                  <a:pos x="5" y="69"/>
                </a:cxn>
                <a:cxn ang="0">
                  <a:pos x="16" y="69"/>
                </a:cxn>
                <a:cxn ang="0">
                  <a:pos x="16" y="69"/>
                </a:cxn>
                <a:cxn ang="0">
                  <a:pos x="20" y="68"/>
                </a:cxn>
                <a:cxn ang="0">
                  <a:pos x="20" y="68"/>
                </a:cxn>
                <a:cxn ang="0">
                  <a:pos x="38" y="66"/>
                </a:cxn>
                <a:cxn ang="0">
                  <a:pos x="58" y="64"/>
                </a:cxn>
                <a:cxn ang="0">
                  <a:pos x="94" y="57"/>
                </a:cxn>
                <a:cxn ang="0">
                  <a:pos x="132" y="49"/>
                </a:cxn>
                <a:cxn ang="0">
                  <a:pos x="170" y="41"/>
                </a:cxn>
                <a:cxn ang="0">
                  <a:pos x="170" y="41"/>
                </a:cxn>
                <a:cxn ang="0">
                  <a:pos x="215" y="34"/>
                </a:cxn>
                <a:cxn ang="0">
                  <a:pos x="259" y="24"/>
                </a:cxn>
                <a:cxn ang="0">
                  <a:pos x="304" y="17"/>
                </a:cxn>
                <a:cxn ang="0">
                  <a:pos x="326" y="14"/>
                </a:cxn>
                <a:cxn ang="0">
                  <a:pos x="348" y="11"/>
                </a:cxn>
                <a:cxn ang="0">
                  <a:pos x="348" y="11"/>
                </a:cxn>
                <a:cxn ang="0">
                  <a:pos x="350" y="10"/>
                </a:cxn>
                <a:cxn ang="0">
                  <a:pos x="352" y="9"/>
                </a:cxn>
                <a:cxn ang="0">
                  <a:pos x="353" y="5"/>
                </a:cxn>
                <a:cxn ang="0">
                  <a:pos x="353" y="3"/>
                </a:cxn>
                <a:cxn ang="0">
                  <a:pos x="352" y="1"/>
                </a:cxn>
                <a:cxn ang="0">
                  <a:pos x="350" y="0"/>
                </a:cxn>
                <a:cxn ang="0">
                  <a:pos x="348" y="0"/>
                </a:cxn>
                <a:cxn ang="0">
                  <a:pos x="348" y="0"/>
                </a:cxn>
              </a:cxnLst>
              <a:rect l="0" t="0" r="r" b="b"/>
              <a:pathLst>
                <a:path w="353" h="69">
                  <a:moveTo>
                    <a:pt x="348" y="0"/>
                  </a:moveTo>
                  <a:lnTo>
                    <a:pt x="348" y="0"/>
                  </a:lnTo>
                  <a:lnTo>
                    <a:pt x="326" y="2"/>
                  </a:lnTo>
                  <a:lnTo>
                    <a:pt x="305" y="5"/>
                  </a:lnTo>
                  <a:lnTo>
                    <a:pt x="263" y="14"/>
                  </a:lnTo>
                  <a:lnTo>
                    <a:pt x="221" y="23"/>
                  </a:lnTo>
                  <a:lnTo>
                    <a:pt x="199" y="27"/>
                  </a:lnTo>
                  <a:lnTo>
                    <a:pt x="178" y="30"/>
                  </a:lnTo>
                  <a:lnTo>
                    <a:pt x="178" y="30"/>
                  </a:lnTo>
                  <a:lnTo>
                    <a:pt x="156" y="32"/>
                  </a:lnTo>
                  <a:lnTo>
                    <a:pt x="135" y="36"/>
                  </a:lnTo>
                  <a:lnTo>
                    <a:pt x="92" y="45"/>
                  </a:lnTo>
                  <a:lnTo>
                    <a:pt x="49" y="53"/>
                  </a:lnTo>
                  <a:lnTo>
                    <a:pt x="28" y="56"/>
                  </a:lnTo>
                  <a:lnTo>
                    <a:pt x="5" y="57"/>
                  </a:lnTo>
                  <a:lnTo>
                    <a:pt x="5" y="57"/>
                  </a:lnTo>
                  <a:lnTo>
                    <a:pt x="3" y="57"/>
                  </a:lnTo>
                  <a:lnTo>
                    <a:pt x="2" y="58"/>
                  </a:lnTo>
                  <a:lnTo>
                    <a:pt x="0" y="62"/>
                  </a:lnTo>
                  <a:lnTo>
                    <a:pt x="2" y="66"/>
                  </a:lnTo>
                  <a:lnTo>
                    <a:pt x="3" y="68"/>
                  </a:lnTo>
                  <a:lnTo>
                    <a:pt x="5" y="69"/>
                  </a:lnTo>
                  <a:lnTo>
                    <a:pt x="16" y="69"/>
                  </a:lnTo>
                  <a:lnTo>
                    <a:pt x="16" y="69"/>
                  </a:lnTo>
                  <a:lnTo>
                    <a:pt x="20" y="68"/>
                  </a:lnTo>
                  <a:lnTo>
                    <a:pt x="20" y="68"/>
                  </a:lnTo>
                  <a:lnTo>
                    <a:pt x="38" y="66"/>
                  </a:lnTo>
                  <a:lnTo>
                    <a:pt x="58" y="64"/>
                  </a:lnTo>
                  <a:lnTo>
                    <a:pt x="94" y="57"/>
                  </a:lnTo>
                  <a:lnTo>
                    <a:pt x="132" y="49"/>
                  </a:lnTo>
                  <a:lnTo>
                    <a:pt x="170" y="41"/>
                  </a:lnTo>
                  <a:lnTo>
                    <a:pt x="170" y="41"/>
                  </a:lnTo>
                  <a:lnTo>
                    <a:pt x="215" y="34"/>
                  </a:lnTo>
                  <a:lnTo>
                    <a:pt x="259" y="24"/>
                  </a:lnTo>
                  <a:lnTo>
                    <a:pt x="304" y="17"/>
                  </a:lnTo>
                  <a:lnTo>
                    <a:pt x="326" y="14"/>
                  </a:lnTo>
                  <a:lnTo>
                    <a:pt x="348" y="11"/>
                  </a:lnTo>
                  <a:lnTo>
                    <a:pt x="348" y="11"/>
                  </a:lnTo>
                  <a:lnTo>
                    <a:pt x="350" y="10"/>
                  </a:lnTo>
                  <a:lnTo>
                    <a:pt x="352" y="9"/>
                  </a:lnTo>
                  <a:lnTo>
                    <a:pt x="353" y="5"/>
                  </a:lnTo>
                  <a:lnTo>
                    <a:pt x="353" y="3"/>
                  </a:lnTo>
                  <a:lnTo>
                    <a:pt x="352" y="1"/>
                  </a:lnTo>
                  <a:lnTo>
                    <a:pt x="350" y="0"/>
                  </a:lnTo>
                  <a:lnTo>
                    <a:pt x="348" y="0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7" name="Freeform 393"/>
            <p:cNvSpPr/>
            <p:nvPr/>
          </p:nvSpPr>
          <p:spPr bwMode="auto">
            <a:xfrm>
              <a:off x="5421314" y="1193801"/>
              <a:ext cx="92075" cy="20638"/>
            </a:xfrm>
            <a:custGeom>
              <a:avLst/>
              <a:gdLst/>
              <a:ahLst/>
              <a:cxnLst>
                <a:cxn ang="0">
                  <a:pos x="225" y="1"/>
                </a:cxn>
                <a:cxn ang="0">
                  <a:pos x="225" y="1"/>
                </a:cxn>
                <a:cxn ang="0">
                  <a:pos x="217" y="4"/>
                </a:cxn>
                <a:cxn ang="0">
                  <a:pos x="209" y="5"/>
                </a:cxn>
                <a:cxn ang="0">
                  <a:pos x="194" y="5"/>
                </a:cxn>
                <a:cxn ang="0">
                  <a:pos x="194" y="5"/>
                </a:cxn>
                <a:cxn ang="0">
                  <a:pos x="179" y="6"/>
                </a:cxn>
                <a:cxn ang="0">
                  <a:pos x="166" y="10"/>
                </a:cxn>
                <a:cxn ang="0">
                  <a:pos x="139" y="17"/>
                </a:cxn>
                <a:cxn ang="0">
                  <a:pos x="139" y="17"/>
                </a:cxn>
                <a:cxn ang="0">
                  <a:pos x="72" y="31"/>
                </a:cxn>
                <a:cxn ang="0">
                  <a:pos x="38" y="36"/>
                </a:cxn>
                <a:cxn ang="0">
                  <a:pos x="22" y="39"/>
                </a:cxn>
                <a:cxn ang="0">
                  <a:pos x="5" y="40"/>
                </a:cxn>
                <a:cxn ang="0">
                  <a:pos x="5" y="40"/>
                </a:cxn>
                <a:cxn ang="0">
                  <a:pos x="3" y="40"/>
                </a:cxn>
                <a:cxn ang="0">
                  <a:pos x="1" y="42"/>
                </a:cxn>
                <a:cxn ang="0">
                  <a:pos x="0" y="46"/>
                </a:cxn>
                <a:cxn ang="0">
                  <a:pos x="1" y="50"/>
                </a:cxn>
                <a:cxn ang="0">
                  <a:pos x="3" y="51"/>
                </a:cxn>
                <a:cxn ang="0">
                  <a:pos x="5" y="51"/>
                </a:cxn>
                <a:cxn ang="0">
                  <a:pos x="5" y="51"/>
                </a:cxn>
                <a:cxn ang="0">
                  <a:pos x="21" y="51"/>
                </a:cxn>
                <a:cxn ang="0">
                  <a:pos x="37" y="48"/>
                </a:cxn>
                <a:cxn ang="0">
                  <a:pos x="68" y="43"/>
                </a:cxn>
                <a:cxn ang="0">
                  <a:pos x="131" y="30"/>
                </a:cxn>
                <a:cxn ang="0">
                  <a:pos x="131" y="30"/>
                </a:cxn>
                <a:cxn ang="0">
                  <a:pos x="166" y="22"/>
                </a:cxn>
                <a:cxn ang="0">
                  <a:pos x="184" y="18"/>
                </a:cxn>
                <a:cxn ang="0">
                  <a:pos x="201" y="17"/>
                </a:cxn>
                <a:cxn ang="0">
                  <a:pos x="201" y="17"/>
                </a:cxn>
                <a:cxn ang="0">
                  <a:pos x="217" y="16"/>
                </a:cxn>
                <a:cxn ang="0">
                  <a:pos x="224" y="14"/>
                </a:cxn>
                <a:cxn ang="0">
                  <a:pos x="230" y="10"/>
                </a:cxn>
                <a:cxn ang="0">
                  <a:pos x="230" y="10"/>
                </a:cxn>
                <a:cxn ang="0">
                  <a:pos x="233" y="9"/>
                </a:cxn>
                <a:cxn ang="0">
                  <a:pos x="233" y="6"/>
                </a:cxn>
                <a:cxn ang="0">
                  <a:pos x="233" y="2"/>
                </a:cxn>
                <a:cxn ang="0">
                  <a:pos x="229" y="0"/>
                </a:cxn>
                <a:cxn ang="0">
                  <a:pos x="228" y="0"/>
                </a:cxn>
                <a:cxn ang="0">
                  <a:pos x="225" y="1"/>
                </a:cxn>
                <a:cxn ang="0">
                  <a:pos x="225" y="1"/>
                </a:cxn>
              </a:cxnLst>
              <a:rect l="0" t="0" r="r" b="b"/>
              <a:pathLst>
                <a:path w="233" h="51">
                  <a:moveTo>
                    <a:pt x="225" y="1"/>
                  </a:moveTo>
                  <a:lnTo>
                    <a:pt x="225" y="1"/>
                  </a:lnTo>
                  <a:lnTo>
                    <a:pt x="217" y="4"/>
                  </a:lnTo>
                  <a:lnTo>
                    <a:pt x="209" y="5"/>
                  </a:lnTo>
                  <a:lnTo>
                    <a:pt x="194" y="5"/>
                  </a:lnTo>
                  <a:lnTo>
                    <a:pt x="194" y="5"/>
                  </a:lnTo>
                  <a:lnTo>
                    <a:pt x="179" y="6"/>
                  </a:lnTo>
                  <a:lnTo>
                    <a:pt x="166" y="10"/>
                  </a:lnTo>
                  <a:lnTo>
                    <a:pt x="139" y="17"/>
                  </a:lnTo>
                  <a:lnTo>
                    <a:pt x="139" y="17"/>
                  </a:lnTo>
                  <a:lnTo>
                    <a:pt x="72" y="31"/>
                  </a:lnTo>
                  <a:lnTo>
                    <a:pt x="38" y="36"/>
                  </a:lnTo>
                  <a:lnTo>
                    <a:pt x="22" y="39"/>
                  </a:lnTo>
                  <a:lnTo>
                    <a:pt x="5" y="40"/>
                  </a:lnTo>
                  <a:lnTo>
                    <a:pt x="5" y="40"/>
                  </a:lnTo>
                  <a:lnTo>
                    <a:pt x="3" y="40"/>
                  </a:lnTo>
                  <a:lnTo>
                    <a:pt x="1" y="42"/>
                  </a:lnTo>
                  <a:lnTo>
                    <a:pt x="0" y="46"/>
                  </a:lnTo>
                  <a:lnTo>
                    <a:pt x="1" y="50"/>
                  </a:lnTo>
                  <a:lnTo>
                    <a:pt x="3" y="51"/>
                  </a:lnTo>
                  <a:lnTo>
                    <a:pt x="5" y="51"/>
                  </a:lnTo>
                  <a:lnTo>
                    <a:pt x="5" y="51"/>
                  </a:lnTo>
                  <a:lnTo>
                    <a:pt x="21" y="51"/>
                  </a:lnTo>
                  <a:lnTo>
                    <a:pt x="37" y="48"/>
                  </a:lnTo>
                  <a:lnTo>
                    <a:pt x="68" y="43"/>
                  </a:lnTo>
                  <a:lnTo>
                    <a:pt x="131" y="30"/>
                  </a:lnTo>
                  <a:lnTo>
                    <a:pt x="131" y="30"/>
                  </a:lnTo>
                  <a:lnTo>
                    <a:pt x="166" y="22"/>
                  </a:lnTo>
                  <a:lnTo>
                    <a:pt x="184" y="18"/>
                  </a:lnTo>
                  <a:lnTo>
                    <a:pt x="201" y="17"/>
                  </a:lnTo>
                  <a:lnTo>
                    <a:pt x="201" y="17"/>
                  </a:lnTo>
                  <a:lnTo>
                    <a:pt x="217" y="16"/>
                  </a:lnTo>
                  <a:lnTo>
                    <a:pt x="224" y="14"/>
                  </a:lnTo>
                  <a:lnTo>
                    <a:pt x="230" y="10"/>
                  </a:lnTo>
                  <a:lnTo>
                    <a:pt x="230" y="10"/>
                  </a:lnTo>
                  <a:lnTo>
                    <a:pt x="233" y="9"/>
                  </a:lnTo>
                  <a:lnTo>
                    <a:pt x="233" y="6"/>
                  </a:lnTo>
                  <a:lnTo>
                    <a:pt x="233" y="2"/>
                  </a:lnTo>
                  <a:lnTo>
                    <a:pt x="229" y="0"/>
                  </a:lnTo>
                  <a:lnTo>
                    <a:pt x="228" y="0"/>
                  </a:lnTo>
                  <a:lnTo>
                    <a:pt x="225" y="1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8" name="Freeform 394"/>
            <p:cNvSpPr/>
            <p:nvPr/>
          </p:nvSpPr>
          <p:spPr bwMode="auto">
            <a:xfrm>
              <a:off x="5537201" y="1117601"/>
              <a:ext cx="44450" cy="11113"/>
            </a:xfrm>
            <a:custGeom>
              <a:avLst/>
              <a:gdLst/>
              <a:ahLst/>
              <a:cxnLst>
                <a:cxn ang="0">
                  <a:pos x="108" y="0"/>
                </a:cxn>
                <a:cxn ang="0">
                  <a:pos x="108" y="0"/>
                </a:cxn>
                <a:cxn ang="0">
                  <a:pos x="57" y="11"/>
                </a:cxn>
                <a:cxn ang="0">
                  <a:pos x="32" y="15"/>
                </a:cxn>
                <a:cxn ang="0">
                  <a:pos x="6" y="17"/>
                </a:cxn>
                <a:cxn ang="0">
                  <a:pos x="6" y="17"/>
                </a:cxn>
                <a:cxn ang="0">
                  <a:pos x="4" y="17"/>
                </a:cxn>
                <a:cxn ang="0">
                  <a:pos x="2" y="19"/>
                </a:cxn>
                <a:cxn ang="0">
                  <a:pos x="0" y="23"/>
                </a:cxn>
                <a:cxn ang="0">
                  <a:pos x="2" y="26"/>
                </a:cxn>
                <a:cxn ang="0">
                  <a:pos x="4" y="28"/>
                </a:cxn>
                <a:cxn ang="0">
                  <a:pos x="6" y="29"/>
                </a:cxn>
                <a:cxn ang="0">
                  <a:pos x="6" y="29"/>
                </a:cxn>
                <a:cxn ang="0">
                  <a:pos x="20" y="28"/>
                </a:cxn>
                <a:cxn ang="0">
                  <a:pos x="33" y="26"/>
                </a:cxn>
                <a:cxn ang="0">
                  <a:pos x="58" y="21"/>
                </a:cxn>
                <a:cxn ang="0">
                  <a:pos x="110" y="11"/>
                </a:cxn>
                <a:cxn ang="0">
                  <a:pos x="110" y="11"/>
                </a:cxn>
                <a:cxn ang="0">
                  <a:pos x="113" y="11"/>
                </a:cxn>
                <a:cxn ang="0">
                  <a:pos x="114" y="8"/>
                </a:cxn>
                <a:cxn ang="0">
                  <a:pos x="114" y="7"/>
                </a:cxn>
                <a:cxn ang="0">
                  <a:pos x="114" y="4"/>
                </a:cxn>
                <a:cxn ang="0">
                  <a:pos x="112" y="2"/>
                </a:cxn>
                <a:cxn ang="0">
                  <a:pos x="110" y="0"/>
                </a:cxn>
                <a:cxn ang="0">
                  <a:pos x="108" y="0"/>
                </a:cxn>
                <a:cxn ang="0">
                  <a:pos x="108" y="0"/>
                </a:cxn>
              </a:cxnLst>
              <a:rect l="0" t="0" r="r" b="b"/>
              <a:pathLst>
                <a:path w="114" h="29">
                  <a:moveTo>
                    <a:pt x="108" y="0"/>
                  </a:moveTo>
                  <a:lnTo>
                    <a:pt x="108" y="0"/>
                  </a:lnTo>
                  <a:lnTo>
                    <a:pt x="57" y="11"/>
                  </a:lnTo>
                  <a:lnTo>
                    <a:pt x="32" y="15"/>
                  </a:lnTo>
                  <a:lnTo>
                    <a:pt x="6" y="17"/>
                  </a:lnTo>
                  <a:lnTo>
                    <a:pt x="6" y="17"/>
                  </a:lnTo>
                  <a:lnTo>
                    <a:pt x="4" y="17"/>
                  </a:lnTo>
                  <a:lnTo>
                    <a:pt x="2" y="19"/>
                  </a:lnTo>
                  <a:lnTo>
                    <a:pt x="0" y="23"/>
                  </a:lnTo>
                  <a:lnTo>
                    <a:pt x="2" y="26"/>
                  </a:lnTo>
                  <a:lnTo>
                    <a:pt x="4" y="28"/>
                  </a:lnTo>
                  <a:lnTo>
                    <a:pt x="6" y="29"/>
                  </a:lnTo>
                  <a:lnTo>
                    <a:pt x="6" y="29"/>
                  </a:lnTo>
                  <a:lnTo>
                    <a:pt x="20" y="28"/>
                  </a:lnTo>
                  <a:lnTo>
                    <a:pt x="33" y="26"/>
                  </a:lnTo>
                  <a:lnTo>
                    <a:pt x="58" y="21"/>
                  </a:lnTo>
                  <a:lnTo>
                    <a:pt x="110" y="11"/>
                  </a:lnTo>
                  <a:lnTo>
                    <a:pt x="110" y="11"/>
                  </a:lnTo>
                  <a:lnTo>
                    <a:pt x="113" y="11"/>
                  </a:lnTo>
                  <a:lnTo>
                    <a:pt x="114" y="8"/>
                  </a:lnTo>
                  <a:lnTo>
                    <a:pt x="114" y="7"/>
                  </a:lnTo>
                  <a:lnTo>
                    <a:pt x="114" y="4"/>
                  </a:lnTo>
                  <a:lnTo>
                    <a:pt x="112" y="2"/>
                  </a:lnTo>
                  <a:lnTo>
                    <a:pt x="110" y="0"/>
                  </a:lnTo>
                  <a:lnTo>
                    <a:pt x="108" y="0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9" name="Freeform 395"/>
            <p:cNvSpPr/>
            <p:nvPr/>
          </p:nvSpPr>
          <p:spPr bwMode="auto">
            <a:xfrm>
              <a:off x="5481639" y="1184276"/>
              <a:ext cx="198438" cy="82550"/>
            </a:xfrm>
            <a:custGeom>
              <a:avLst/>
              <a:gdLst/>
              <a:ahLst/>
              <a:cxnLst>
                <a:cxn ang="0">
                  <a:pos x="492" y="0"/>
                </a:cxn>
                <a:cxn ang="0">
                  <a:pos x="492" y="0"/>
                </a:cxn>
                <a:cxn ang="0">
                  <a:pos x="478" y="1"/>
                </a:cxn>
                <a:cxn ang="0">
                  <a:pos x="463" y="5"/>
                </a:cxn>
                <a:cxn ang="0">
                  <a:pos x="449" y="10"/>
                </a:cxn>
                <a:cxn ang="0">
                  <a:pos x="434" y="15"/>
                </a:cxn>
                <a:cxn ang="0">
                  <a:pos x="407" y="28"/>
                </a:cxn>
                <a:cxn ang="0">
                  <a:pos x="381" y="40"/>
                </a:cxn>
                <a:cxn ang="0">
                  <a:pos x="381" y="40"/>
                </a:cxn>
                <a:cxn ang="0">
                  <a:pos x="314" y="66"/>
                </a:cxn>
                <a:cxn ang="0">
                  <a:pos x="247" y="91"/>
                </a:cxn>
                <a:cxn ang="0">
                  <a:pos x="247" y="91"/>
                </a:cxn>
                <a:cxn ang="0">
                  <a:pos x="188" y="113"/>
                </a:cxn>
                <a:cxn ang="0">
                  <a:pos x="158" y="125"/>
                </a:cxn>
                <a:cxn ang="0">
                  <a:pos x="128" y="137"/>
                </a:cxn>
                <a:cxn ang="0">
                  <a:pos x="128" y="137"/>
                </a:cxn>
                <a:cxn ang="0">
                  <a:pos x="114" y="145"/>
                </a:cxn>
                <a:cxn ang="0">
                  <a:pos x="98" y="153"/>
                </a:cxn>
                <a:cxn ang="0">
                  <a:pos x="68" y="170"/>
                </a:cxn>
                <a:cxn ang="0">
                  <a:pos x="54" y="177"/>
                </a:cxn>
                <a:cxn ang="0">
                  <a:pos x="38" y="184"/>
                </a:cxn>
                <a:cxn ang="0">
                  <a:pos x="21" y="189"/>
                </a:cxn>
                <a:cxn ang="0">
                  <a:pos x="4" y="193"/>
                </a:cxn>
                <a:cxn ang="0">
                  <a:pos x="4" y="193"/>
                </a:cxn>
                <a:cxn ang="0">
                  <a:pos x="3" y="194"/>
                </a:cxn>
                <a:cxn ang="0">
                  <a:pos x="1" y="196"/>
                </a:cxn>
                <a:cxn ang="0">
                  <a:pos x="0" y="197"/>
                </a:cxn>
                <a:cxn ang="0">
                  <a:pos x="0" y="200"/>
                </a:cxn>
                <a:cxn ang="0">
                  <a:pos x="3" y="204"/>
                </a:cxn>
                <a:cxn ang="0">
                  <a:pos x="5" y="205"/>
                </a:cxn>
                <a:cxn ang="0">
                  <a:pos x="8" y="205"/>
                </a:cxn>
                <a:cxn ang="0">
                  <a:pos x="8" y="205"/>
                </a:cxn>
                <a:cxn ang="0">
                  <a:pos x="21" y="201"/>
                </a:cxn>
                <a:cxn ang="0">
                  <a:pos x="35" y="197"/>
                </a:cxn>
                <a:cxn ang="0">
                  <a:pos x="48" y="192"/>
                </a:cxn>
                <a:cxn ang="0">
                  <a:pos x="62" y="187"/>
                </a:cxn>
                <a:cxn ang="0">
                  <a:pos x="86" y="172"/>
                </a:cxn>
                <a:cxn ang="0">
                  <a:pos x="110" y="159"/>
                </a:cxn>
                <a:cxn ang="0">
                  <a:pos x="110" y="159"/>
                </a:cxn>
                <a:cxn ang="0">
                  <a:pos x="126" y="151"/>
                </a:cxn>
                <a:cxn ang="0">
                  <a:pos x="140" y="145"/>
                </a:cxn>
                <a:cxn ang="0">
                  <a:pos x="171" y="132"/>
                </a:cxn>
                <a:cxn ang="0">
                  <a:pos x="203" y="121"/>
                </a:cxn>
                <a:cxn ang="0">
                  <a:pos x="233" y="109"/>
                </a:cxn>
                <a:cxn ang="0">
                  <a:pos x="233" y="109"/>
                </a:cxn>
                <a:cxn ang="0">
                  <a:pos x="293" y="86"/>
                </a:cxn>
                <a:cxn ang="0">
                  <a:pos x="355" y="62"/>
                </a:cxn>
                <a:cxn ang="0">
                  <a:pos x="355" y="62"/>
                </a:cxn>
                <a:cxn ang="0">
                  <a:pos x="423" y="35"/>
                </a:cxn>
                <a:cxn ang="0">
                  <a:pos x="423" y="35"/>
                </a:cxn>
                <a:cxn ang="0">
                  <a:pos x="457" y="21"/>
                </a:cxn>
                <a:cxn ang="0">
                  <a:pos x="474" y="14"/>
                </a:cxn>
                <a:cxn ang="0">
                  <a:pos x="483" y="11"/>
                </a:cxn>
                <a:cxn ang="0">
                  <a:pos x="492" y="10"/>
                </a:cxn>
                <a:cxn ang="0">
                  <a:pos x="492" y="10"/>
                </a:cxn>
                <a:cxn ang="0">
                  <a:pos x="493" y="10"/>
                </a:cxn>
                <a:cxn ang="0">
                  <a:pos x="496" y="9"/>
                </a:cxn>
                <a:cxn ang="0">
                  <a:pos x="497" y="5"/>
                </a:cxn>
                <a:cxn ang="0">
                  <a:pos x="497" y="2"/>
                </a:cxn>
                <a:cxn ang="0">
                  <a:pos x="496" y="1"/>
                </a:cxn>
                <a:cxn ang="0">
                  <a:pos x="493" y="0"/>
                </a:cxn>
                <a:cxn ang="0">
                  <a:pos x="492" y="0"/>
                </a:cxn>
                <a:cxn ang="0">
                  <a:pos x="492" y="0"/>
                </a:cxn>
              </a:cxnLst>
              <a:rect l="0" t="0" r="r" b="b"/>
              <a:pathLst>
                <a:path w="497" h="205">
                  <a:moveTo>
                    <a:pt x="492" y="0"/>
                  </a:moveTo>
                  <a:lnTo>
                    <a:pt x="492" y="0"/>
                  </a:lnTo>
                  <a:lnTo>
                    <a:pt x="478" y="1"/>
                  </a:lnTo>
                  <a:lnTo>
                    <a:pt x="463" y="5"/>
                  </a:lnTo>
                  <a:lnTo>
                    <a:pt x="449" y="10"/>
                  </a:lnTo>
                  <a:lnTo>
                    <a:pt x="434" y="15"/>
                  </a:lnTo>
                  <a:lnTo>
                    <a:pt x="407" y="28"/>
                  </a:lnTo>
                  <a:lnTo>
                    <a:pt x="381" y="40"/>
                  </a:lnTo>
                  <a:lnTo>
                    <a:pt x="381" y="40"/>
                  </a:lnTo>
                  <a:lnTo>
                    <a:pt x="314" y="66"/>
                  </a:lnTo>
                  <a:lnTo>
                    <a:pt x="247" y="91"/>
                  </a:lnTo>
                  <a:lnTo>
                    <a:pt x="247" y="91"/>
                  </a:lnTo>
                  <a:lnTo>
                    <a:pt x="188" y="113"/>
                  </a:lnTo>
                  <a:lnTo>
                    <a:pt x="158" y="125"/>
                  </a:lnTo>
                  <a:lnTo>
                    <a:pt x="128" y="137"/>
                  </a:lnTo>
                  <a:lnTo>
                    <a:pt x="128" y="137"/>
                  </a:lnTo>
                  <a:lnTo>
                    <a:pt x="114" y="145"/>
                  </a:lnTo>
                  <a:lnTo>
                    <a:pt x="98" y="153"/>
                  </a:lnTo>
                  <a:lnTo>
                    <a:pt x="68" y="170"/>
                  </a:lnTo>
                  <a:lnTo>
                    <a:pt x="54" y="177"/>
                  </a:lnTo>
                  <a:lnTo>
                    <a:pt x="38" y="184"/>
                  </a:lnTo>
                  <a:lnTo>
                    <a:pt x="21" y="189"/>
                  </a:lnTo>
                  <a:lnTo>
                    <a:pt x="4" y="193"/>
                  </a:lnTo>
                  <a:lnTo>
                    <a:pt x="4" y="193"/>
                  </a:lnTo>
                  <a:lnTo>
                    <a:pt x="3" y="194"/>
                  </a:lnTo>
                  <a:lnTo>
                    <a:pt x="1" y="196"/>
                  </a:lnTo>
                  <a:lnTo>
                    <a:pt x="0" y="197"/>
                  </a:lnTo>
                  <a:lnTo>
                    <a:pt x="0" y="200"/>
                  </a:lnTo>
                  <a:lnTo>
                    <a:pt x="3" y="204"/>
                  </a:lnTo>
                  <a:lnTo>
                    <a:pt x="5" y="205"/>
                  </a:lnTo>
                  <a:lnTo>
                    <a:pt x="8" y="205"/>
                  </a:lnTo>
                  <a:lnTo>
                    <a:pt x="8" y="205"/>
                  </a:lnTo>
                  <a:lnTo>
                    <a:pt x="21" y="201"/>
                  </a:lnTo>
                  <a:lnTo>
                    <a:pt x="35" y="197"/>
                  </a:lnTo>
                  <a:lnTo>
                    <a:pt x="48" y="192"/>
                  </a:lnTo>
                  <a:lnTo>
                    <a:pt x="62" y="187"/>
                  </a:lnTo>
                  <a:lnTo>
                    <a:pt x="86" y="172"/>
                  </a:lnTo>
                  <a:lnTo>
                    <a:pt x="110" y="159"/>
                  </a:lnTo>
                  <a:lnTo>
                    <a:pt x="110" y="159"/>
                  </a:lnTo>
                  <a:lnTo>
                    <a:pt x="126" y="151"/>
                  </a:lnTo>
                  <a:lnTo>
                    <a:pt x="140" y="145"/>
                  </a:lnTo>
                  <a:lnTo>
                    <a:pt x="171" y="132"/>
                  </a:lnTo>
                  <a:lnTo>
                    <a:pt x="203" y="121"/>
                  </a:lnTo>
                  <a:lnTo>
                    <a:pt x="233" y="109"/>
                  </a:lnTo>
                  <a:lnTo>
                    <a:pt x="233" y="109"/>
                  </a:lnTo>
                  <a:lnTo>
                    <a:pt x="293" y="86"/>
                  </a:lnTo>
                  <a:lnTo>
                    <a:pt x="355" y="62"/>
                  </a:lnTo>
                  <a:lnTo>
                    <a:pt x="355" y="62"/>
                  </a:lnTo>
                  <a:lnTo>
                    <a:pt x="423" y="35"/>
                  </a:lnTo>
                  <a:lnTo>
                    <a:pt x="423" y="35"/>
                  </a:lnTo>
                  <a:lnTo>
                    <a:pt x="457" y="21"/>
                  </a:lnTo>
                  <a:lnTo>
                    <a:pt x="474" y="14"/>
                  </a:lnTo>
                  <a:lnTo>
                    <a:pt x="483" y="11"/>
                  </a:lnTo>
                  <a:lnTo>
                    <a:pt x="492" y="10"/>
                  </a:lnTo>
                  <a:lnTo>
                    <a:pt x="492" y="10"/>
                  </a:lnTo>
                  <a:lnTo>
                    <a:pt x="493" y="10"/>
                  </a:lnTo>
                  <a:lnTo>
                    <a:pt x="496" y="9"/>
                  </a:lnTo>
                  <a:lnTo>
                    <a:pt x="497" y="5"/>
                  </a:lnTo>
                  <a:lnTo>
                    <a:pt x="497" y="2"/>
                  </a:lnTo>
                  <a:lnTo>
                    <a:pt x="496" y="1"/>
                  </a:lnTo>
                  <a:lnTo>
                    <a:pt x="493" y="0"/>
                  </a:lnTo>
                  <a:lnTo>
                    <a:pt x="492" y="0"/>
                  </a:lnTo>
                  <a:lnTo>
                    <a:pt x="49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0" name="Freeform 396"/>
            <p:cNvSpPr/>
            <p:nvPr/>
          </p:nvSpPr>
          <p:spPr bwMode="auto">
            <a:xfrm>
              <a:off x="5664201" y="1103313"/>
              <a:ext cx="76200" cy="76200"/>
            </a:xfrm>
            <a:custGeom>
              <a:avLst/>
              <a:gdLst/>
              <a:ahLst/>
              <a:cxnLst>
                <a:cxn ang="0">
                  <a:pos x="186" y="0"/>
                </a:cxn>
                <a:cxn ang="0">
                  <a:pos x="186" y="0"/>
                </a:cxn>
                <a:cxn ang="0">
                  <a:pos x="178" y="3"/>
                </a:cxn>
                <a:cxn ang="0">
                  <a:pos x="171" y="7"/>
                </a:cxn>
                <a:cxn ang="0">
                  <a:pos x="166" y="12"/>
                </a:cxn>
                <a:cxn ang="0">
                  <a:pos x="161" y="19"/>
                </a:cxn>
                <a:cxn ang="0">
                  <a:pos x="161" y="19"/>
                </a:cxn>
                <a:cxn ang="0">
                  <a:pos x="135" y="49"/>
                </a:cxn>
                <a:cxn ang="0">
                  <a:pos x="107" y="77"/>
                </a:cxn>
                <a:cxn ang="0">
                  <a:pos x="107" y="77"/>
                </a:cxn>
                <a:cxn ang="0">
                  <a:pos x="82" y="105"/>
                </a:cxn>
                <a:cxn ang="0">
                  <a:pos x="57" y="134"/>
                </a:cxn>
                <a:cxn ang="0">
                  <a:pos x="44" y="147"/>
                </a:cxn>
                <a:cxn ang="0">
                  <a:pos x="31" y="160"/>
                </a:cxn>
                <a:cxn ang="0">
                  <a:pos x="17" y="173"/>
                </a:cxn>
                <a:cxn ang="0">
                  <a:pos x="3" y="183"/>
                </a:cxn>
                <a:cxn ang="0">
                  <a:pos x="3" y="183"/>
                </a:cxn>
                <a:cxn ang="0">
                  <a:pos x="0" y="185"/>
                </a:cxn>
                <a:cxn ang="0">
                  <a:pos x="0" y="187"/>
                </a:cxn>
                <a:cxn ang="0">
                  <a:pos x="0" y="191"/>
                </a:cxn>
                <a:cxn ang="0">
                  <a:pos x="4" y="194"/>
                </a:cxn>
                <a:cxn ang="0">
                  <a:pos x="5" y="194"/>
                </a:cxn>
                <a:cxn ang="0">
                  <a:pos x="8" y="193"/>
                </a:cxn>
                <a:cxn ang="0">
                  <a:pos x="8" y="193"/>
                </a:cxn>
                <a:cxn ang="0">
                  <a:pos x="20" y="185"/>
                </a:cxn>
                <a:cxn ang="0">
                  <a:pos x="31" y="174"/>
                </a:cxn>
                <a:cxn ang="0">
                  <a:pos x="54" y="153"/>
                </a:cxn>
                <a:cxn ang="0">
                  <a:pos x="74" y="131"/>
                </a:cxn>
                <a:cxn ang="0">
                  <a:pos x="94" y="109"/>
                </a:cxn>
                <a:cxn ang="0">
                  <a:pos x="94" y="109"/>
                </a:cxn>
                <a:cxn ang="0">
                  <a:pos x="140" y="55"/>
                </a:cxn>
                <a:cxn ang="0">
                  <a:pos x="140" y="55"/>
                </a:cxn>
                <a:cxn ang="0">
                  <a:pos x="150" y="43"/>
                </a:cxn>
                <a:cxn ang="0">
                  <a:pos x="162" y="30"/>
                </a:cxn>
                <a:cxn ang="0">
                  <a:pos x="169" y="24"/>
                </a:cxn>
                <a:cxn ang="0">
                  <a:pos x="175" y="17"/>
                </a:cxn>
                <a:cxn ang="0">
                  <a:pos x="183" y="13"/>
                </a:cxn>
                <a:cxn ang="0">
                  <a:pos x="190" y="11"/>
                </a:cxn>
                <a:cxn ang="0">
                  <a:pos x="190" y="11"/>
                </a:cxn>
                <a:cxn ang="0">
                  <a:pos x="191" y="9"/>
                </a:cxn>
                <a:cxn ang="0">
                  <a:pos x="192" y="8"/>
                </a:cxn>
                <a:cxn ang="0">
                  <a:pos x="194" y="7"/>
                </a:cxn>
                <a:cxn ang="0">
                  <a:pos x="194" y="4"/>
                </a:cxn>
                <a:cxn ang="0">
                  <a:pos x="191" y="0"/>
                </a:cxn>
                <a:cxn ang="0">
                  <a:pos x="188" y="0"/>
                </a:cxn>
                <a:cxn ang="0">
                  <a:pos x="186" y="0"/>
                </a:cxn>
                <a:cxn ang="0">
                  <a:pos x="186" y="0"/>
                </a:cxn>
              </a:cxnLst>
              <a:rect l="0" t="0" r="r" b="b"/>
              <a:pathLst>
                <a:path w="194" h="194">
                  <a:moveTo>
                    <a:pt x="186" y="0"/>
                  </a:moveTo>
                  <a:lnTo>
                    <a:pt x="186" y="0"/>
                  </a:lnTo>
                  <a:lnTo>
                    <a:pt x="178" y="3"/>
                  </a:lnTo>
                  <a:lnTo>
                    <a:pt x="171" y="7"/>
                  </a:lnTo>
                  <a:lnTo>
                    <a:pt x="166" y="12"/>
                  </a:lnTo>
                  <a:lnTo>
                    <a:pt x="161" y="19"/>
                  </a:lnTo>
                  <a:lnTo>
                    <a:pt x="161" y="19"/>
                  </a:lnTo>
                  <a:lnTo>
                    <a:pt x="135" y="49"/>
                  </a:lnTo>
                  <a:lnTo>
                    <a:pt x="107" y="77"/>
                  </a:lnTo>
                  <a:lnTo>
                    <a:pt x="107" y="77"/>
                  </a:lnTo>
                  <a:lnTo>
                    <a:pt x="82" y="105"/>
                  </a:lnTo>
                  <a:lnTo>
                    <a:pt x="57" y="134"/>
                  </a:lnTo>
                  <a:lnTo>
                    <a:pt x="44" y="147"/>
                  </a:lnTo>
                  <a:lnTo>
                    <a:pt x="31" y="160"/>
                  </a:lnTo>
                  <a:lnTo>
                    <a:pt x="17" y="173"/>
                  </a:lnTo>
                  <a:lnTo>
                    <a:pt x="3" y="183"/>
                  </a:lnTo>
                  <a:lnTo>
                    <a:pt x="3" y="183"/>
                  </a:lnTo>
                  <a:lnTo>
                    <a:pt x="0" y="185"/>
                  </a:lnTo>
                  <a:lnTo>
                    <a:pt x="0" y="187"/>
                  </a:lnTo>
                  <a:lnTo>
                    <a:pt x="0" y="191"/>
                  </a:lnTo>
                  <a:lnTo>
                    <a:pt x="4" y="194"/>
                  </a:lnTo>
                  <a:lnTo>
                    <a:pt x="5" y="194"/>
                  </a:lnTo>
                  <a:lnTo>
                    <a:pt x="8" y="193"/>
                  </a:lnTo>
                  <a:lnTo>
                    <a:pt x="8" y="193"/>
                  </a:lnTo>
                  <a:lnTo>
                    <a:pt x="20" y="185"/>
                  </a:lnTo>
                  <a:lnTo>
                    <a:pt x="31" y="174"/>
                  </a:lnTo>
                  <a:lnTo>
                    <a:pt x="54" y="153"/>
                  </a:lnTo>
                  <a:lnTo>
                    <a:pt x="74" y="131"/>
                  </a:lnTo>
                  <a:lnTo>
                    <a:pt x="94" y="109"/>
                  </a:lnTo>
                  <a:lnTo>
                    <a:pt x="94" y="109"/>
                  </a:lnTo>
                  <a:lnTo>
                    <a:pt x="140" y="55"/>
                  </a:lnTo>
                  <a:lnTo>
                    <a:pt x="140" y="55"/>
                  </a:lnTo>
                  <a:lnTo>
                    <a:pt x="150" y="43"/>
                  </a:lnTo>
                  <a:lnTo>
                    <a:pt x="162" y="30"/>
                  </a:lnTo>
                  <a:lnTo>
                    <a:pt x="169" y="24"/>
                  </a:lnTo>
                  <a:lnTo>
                    <a:pt x="175" y="17"/>
                  </a:lnTo>
                  <a:lnTo>
                    <a:pt x="183" y="13"/>
                  </a:lnTo>
                  <a:lnTo>
                    <a:pt x="190" y="11"/>
                  </a:lnTo>
                  <a:lnTo>
                    <a:pt x="190" y="11"/>
                  </a:lnTo>
                  <a:lnTo>
                    <a:pt x="191" y="9"/>
                  </a:lnTo>
                  <a:lnTo>
                    <a:pt x="192" y="8"/>
                  </a:lnTo>
                  <a:lnTo>
                    <a:pt x="194" y="7"/>
                  </a:lnTo>
                  <a:lnTo>
                    <a:pt x="194" y="4"/>
                  </a:lnTo>
                  <a:lnTo>
                    <a:pt x="191" y="0"/>
                  </a:lnTo>
                  <a:lnTo>
                    <a:pt x="188" y="0"/>
                  </a:lnTo>
                  <a:lnTo>
                    <a:pt x="186" y="0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1" name="Freeform 397"/>
            <p:cNvSpPr/>
            <p:nvPr/>
          </p:nvSpPr>
          <p:spPr bwMode="auto">
            <a:xfrm>
              <a:off x="5715001" y="1112838"/>
              <a:ext cx="82550" cy="103188"/>
            </a:xfrm>
            <a:custGeom>
              <a:avLst/>
              <a:gdLst/>
              <a:ahLst/>
              <a:cxnLst>
                <a:cxn ang="0">
                  <a:pos x="195" y="1"/>
                </a:cxn>
                <a:cxn ang="0">
                  <a:pos x="195" y="1"/>
                </a:cxn>
                <a:cxn ang="0">
                  <a:pos x="170" y="28"/>
                </a:cxn>
                <a:cxn ang="0">
                  <a:pos x="145" y="57"/>
                </a:cxn>
                <a:cxn ang="0">
                  <a:pos x="121" y="87"/>
                </a:cxn>
                <a:cxn ang="0">
                  <a:pos x="99" y="116"/>
                </a:cxn>
                <a:cxn ang="0">
                  <a:pos x="99" y="116"/>
                </a:cxn>
                <a:cxn ang="0">
                  <a:pos x="72" y="154"/>
                </a:cxn>
                <a:cxn ang="0">
                  <a:pos x="59" y="173"/>
                </a:cxn>
                <a:cxn ang="0">
                  <a:pos x="44" y="192"/>
                </a:cxn>
                <a:cxn ang="0">
                  <a:pos x="44" y="192"/>
                </a:cxn>
                <a:cxn ang="0">
                  <a:pos x="34" y="207"/>
                </a:cxn>
                <a:cxn ang="0">
                  <a:pos x="23" y="223"/>
                </a:cxn>
                <a:cxn ang="0">
                  <a:pos x="13" y="238"/>
                </a:cxn>
                <a:cxn ang="0">
                  <a:pos x="1" y="252"/>
                </a:cxn>
                <a:cxn ang="0">
                  <a:pos x="1" y="252"/>
                </a:cxn>
                <a:cxn ang="0">
                  <a:pos x="0" y="255"/>
                </a:cxn>
                <a:cxn ang="0">
                  <a:pos x="0" y="257"/>
                </a:cxn>
                <a:cxn ang="0">
                  <a:pos x="1" y="260"/>
                </a:cxn>
                <a:cxn ang="0">
                  <a:pos x="5" y="262"/>
                </a:cxn>
                <a:cxn ang="0">
                  <a:pos x="8" y="262"/>
                </a:cxn>
                <a:cxn ang="0">
                  <a:pos x="9" y="260"/>
                </a:cxn>
                <a:cxn ang="0">
                  <a:pos x="9" y="260"/>
                </a:cxn>
                <a:cxn ang="0">
                  <a:pos x="19" y="248"/>
                </a:cxn>
                <a:cxn ang="0">
                  <a:pos x="28" y="235"/>
                </a:cxn>
                <a:cxn ang="0">
                  <a:pos x="36" y="222"/>
                </a:cxn>
                <a:cxn ang="0">
                  <a:pos x="46" y="209"/>
                </a:cxn>
                <a:cxn ang="0">
                  <a:pos x="46" y="209"/>
                </a:cxn>
                <a:cxn ang="0">
                  <a:pos x="69" y="179"/>
                </a:cxn>
                <a:cxn ang="0">
                  <a:pos x="90" y="147"/>
                </a:cxn>
                <a:cxn ang="0">
                  <a:pos x="90" y="147"/>
                </a:cxn>
                <a:cxn ang="0">
                  <a:pos x="116" y="111"/>
                </a:cxn>
                <a:cxn ang="0">
                  <a:pos x="144" y="75"/>
                </a:cxn>
                <a:cxn ang="0">
                  <a:pos x="172" y="41"/>
                </a:cxn>
                <a:cxn ang="0">
                  <a:pos x="204" y="9"/>
                </a:cxn>
                <a:cxn ang="0">
                  <a:pos x="204" y="9"/>
                </a:cxn>
                <a:cxn ang="0">
                  <a:pos x="205" y="7"/>
                </a:cxn>
                <a:cxn ang="0">
                  <a:pos x="205" y="5"/>
                </a:cxn>
                <a:cxn ang="0">
                  <a:pos x="204" y="1"/>
                </a:cxn>
                <a:cxn ang="0">
                  <a:pos x="200" y="0"/>
                </a:cxn>
                <a:cxn ang="0">
                  <a:pos x="197" y="0"/>
                </a:cxn>
                <a:cxn ang="0">
                  <a:pos x="195" y="1"/>
                </a:cxn>
                <a:cxn ang="0">
                  <a:pos x="195" y="1"/>
                </a:cxn>
              </a:cxnLst>
              <a:rect l="0" t="0" r="r" b="b"/>
              <a:pathLst>
                <a:path w="205" h="262">
                  <a:moveTo>
                    <a:pt x="195" y="1"/>
                  </a:moveTo>
                  <a:lnTo>
                    <a:pt x="195" y="1"/>
                  </a:lnTo>
                  <a:lnTo>
                    <a:pt x="170" y="28"/>
                  </a:lnTo>
                  <a:lnTo>
                    <a:pt x="145" y="57"/>
                  </a:lnTo>
                  <a:lnTo>
                    <a:pt x="121" y="87"/>
                  </a:lnTo>
                  <a:lnTo>
                    <a:pt x="99" y="116"/>
                  </a:lnTo>
                  <a:lnTo>
                    <a:pt x="99" y="116"/>
                  </a:lnTo>
                  <a:lnTo>
                    <a:pt x="72" y="154"/>
                  </a:lnTo>
                  <a:lnTo>
                    <a:pt x="59" y="173"/>
                  </a:lnTo>
                  <a:lnTo>
                    <a:pt x="44" y="192"/>
                  </a:lnTo>
                  <a:lnTo>
                    <a:pt x="44" y="192"/>
                  </a:lnTo>
                  <a:lnTo>
                    <a:pt x="34" y="207"/>
                  </a:lnTo>
                  <a:lnTo>
                    <a:pt x="23" y="223"/>
                  </a:lnTo>
                  <a:lnTo>
                    <a:pt x="13" y="238"/>
                  </a:lnTo>
                  <a:lnTo>
                    <a:pt x="1" y="252"/>
                  </a:lnTo>
                  <a:lnTo>
                    <a:pt x="1" y="252"/>
                  </a:lnTo>
                  <a:lnTo>
                    <a:pt x="0" y="255"/>
                  </a:lnTo>
                  <a:lnTo>
                    <a:pt x="0" y="257"/>
                  </a:lnTo>
                  <a:lnTo>
                    <a:pt x="1" y="260"/>
                  </a:lnTo>
                  <a:lnTo>
                    <a:pt x="5" y="262"/>
                  </a:lnTo>
                  <a:lnTo>
                    <a:pt x="8" y="262"/>
                  </a:lnTo>
                  <a:lnTo>
                    <a:pt x="9" y="260"/>
                  </a:lnTo>
                  <a:lnTo>
                    <a:pt x="9" y="260"/>
                  </a:lnTo>
                  <a:lnTo>
                    <a:pt x="19" y="248"/>
                  </a:lnTo>
                  <a:lnTo>
                    <a:pt x="28" y="235"/>
                  </a:lnTo>
                  <a:lnTo>
                    <a:pt x="36" y="222"/>
                  </a:lnTo>
                  <a:lnTo>
                    <a:pt x="46" y="209"/>
                  </a:lnTo>
                  <a:lnTo>
                    <a:pt x="46" y="209"/>
                  </a:lnTo>
                  <a:lnTo>
                    <a:pt x="69" y="179"/>
                  </a:lnTo>
                  <a:lnTo>
                    <a:pt x="90" y="147"/>
                  </a:lnTo>
                  <a:lnTo>
                    <a:pt x="90" y="147"/>
                  </a:lnTo>
                  <a:lnTo>
                    <a:pt x="116" y="111"/>
                  </a:lnTo>
                  <a:lnTo>
                    <a:pt x="144" y="75"/>
                  </a:lnTo>
                  <a:lnTo>
                    <a:pt x="172" y="41"/>
                  </a:lnTo>
                  <a:lnTo>
                    <a:pt x="204" y="9"/>
                  </a:lnTo>
                  <a:lnTo>
                    <a:pt x="204" y="9"/>
                  </a:lnTo>
                  <a:lnTo>
                    <a:pt x="205" y="7"/>
                  </a:lnTo>
                  <a:lnTo>
                    <a:pt x="205" y="5"/>
                  </a:lnTo>
                  <a:lnTo>
                    <a:pt x="204" y="1"/>
                  </a:lnTo>
                  <a:lnTo>
                    <a:pt x="200" y="0"/>
                  </a:lnTo>
                  <a:lnTo>
                    <a:pt x="197" y="0"/>
                  </a:lnTo>
                  <a:lnTo>
                    <a:pt x="195" y="1"/>
                  </a:lnTo>
                  <a:lnTo>
                    <a:pt x="195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2" name="Freeform 398"/>
            <p:cNvSpPr/>
            <p:nvPr/>
          </p:nvSpPr>
          <p:spPr bwMode="auto">
            <a:xfrm>
              <a:off x="5797551" y="1162051"/>
              <a:ext cx="90488" cy="42863"/>
            </a:xfrm>
            <a:custGeom>
              <a:avLst/>
              <a:gdLst/>
              <a:ahLst/>
              <a:cxnLst>
                <a:cxn ang="0">
                  <a:pos x="221" y="0"/>
                </a:cxn>
                <a:cxn ang="0">
                  <a:pos x="221" y="0"/>
                </a:cxn>
                <a:cxn ang="0">
                  <a:pos x="170" y="20"/>
                </a:cxn>
                <a:cxn ang="0">
                  <a:pos x="145" y="30"/>
                </a:cxn>
                <a:cxn ang="0">
                  <a:pos x="122" y="42"/>
                </a:cxn>
                <a:cxn ang="0">
                  <a:pos x="122" y="42"/>
                </a:cxn>
                <a:cxn ang="0">
                  <a:pos x="107" y="47"/>
                </a:cxn>
                <a:cxn ang="0">
                  <a:pos x="94" y="52"/>
                </a:cxn>
                <a:cxn ang="0">
                  <a:pos x="81" y="58"/>
                </a:cxn>
                <a:cxn ang="0">
                  <a:pos x="68" y="64"/>
                </a:cxn>
                <a:cxn ang="0">
                  <a:pos x="68" y="64"/>
                </a:cxn>
                <a:cxn ang="0">
                  <a:pos x="54" y="73"/>
                </a:cxn>
                <a:cxn ang="0">
                  <a:pos x="38" y="84"/>
                </a:cxn>
                <a:cxn ang="0">
                  <a:pos x="31" y="88"/>
                </a:cxn>
                <a:cxn ang="0">
                  <a:pos x="22" y="93"/>
                </a:cxn>
                <a:cxn ang="0">
                  <a:pos x="14" y="96"/>
                </a:cxn>
                <a:cxn ang="0">
                  <a:pos x="5" y="97"/>
                </a:cxn>
                <a:cxn ang="0">
                  <a:pos x="5" y="97"/>
                </a:cxn>
                <a:cxn ang="0">
                  <a:pos x="3" y="98"/>
                </a:cxn>
                <a:cxn ang="0">
                  <a:pos x="1" y="99"/>
                </a:cxn>
                <a:cxn ang="0">
                  <a:pos x="0" y="103"/>
                </a:cxn>
                <a:cxn ang="0">
                  <a:pos x="0" y="106"/>
                </a:cxn>
                <a:cxn ang="0">
                  <a:pos x="1" y="107"/>
                </a:cxn>
                <a:cxn ang="0">
                  <a:pos x="3" y="109"/>
                </a:cxn>
                <a:cxn ang="0">
                  <a:pos x="5" y="109"/>
                </a:cxn>
                <a:cxn ang="0">
                  <a:pos x="5" y="109"/>
                </a:cxn>
                <a:cxn ang="0">
                  <a:pos x="18" y="106"/>
                </a:cxn>
                <a:cxn ang="0">
                  <a:pos x="30" y="102"/>
                </a:cxn>
                <a:cxn ang="0">
                  <a:pos x="42" y="96"/>
                </a:cxn>
                <a:cxn ang="0">
                  <a:pos x="54" y="89"/>
                </a:cxn>
                <a:cxn ang="0">
                  <a:pos x="76" y="75"/>
                </a:cxn>
                <a:cxn ang="0">
                  <a:pos x="86" y="68"/>
                </a:cxn>
                <a:cxn ang="0">
                  <a:pos x="98" y="63"/>
                </a:cxn>
                <a:cxn ang="0">
                  <a:pos x="98" y="63"/>
                </a:cxn>
                <a:cxn ang="0">
                  <a:pos x="161" y="37"/>
                </a:cxn>
                <a:cxn ang="0">
                  <a:pos x="192" y="24"/>
                </a:cxn>
                <a:cxn ang="0">
                  <a:pos x="224" y="12"/>
                </a:cxn>
                <a:cxn ang="0">
                  <a:pos x="224" y="12"/>
                </a:cxn>
                <a:cxn ang="0">
                  <a:pos x="226" y="11"/>
                </a:cxn>
                <a:cxn ang="0">
                  <a:pos x="228" y="8"/>
                </a:cxn>
                <a:cxn ang="0">
                  <a:pos x="228" y="4"/>
                </a:cxn>
                <a:cxn ang="0">
                  <a:pos x="226" y="1"/>
                </a:cxn>
                <a:cxn ang="0">
                  <a:pos x="225" y="0"/>
                </a:cxn>
                <a:cxn ang="0">
                  <a:pos x="224" y="0"/>
                </a:cxn>
                <a:cxn ang="0">
                  <a:pos x="221" y="0"/>
                </a:cxn>
                <a:cxn ang="0">
                  <a:pos x="221" y="0"/>
                </a:cxn>
              </a:cxnLst>
              <a:rect l="0" t="0" r="r" b="b"/>
              <a:pathLst>
                <a:path w="228" h="109">
                  <a:moveTo>
                    <a:pt x="221" y="0"/>
                  </a:moveTo>
                  <a:lnTo>
                    <a:pt x="221" y="0"/>
                  </a:lnTo>
                  <a:lnTo>
                    <a:pt x="170" y="20"/>
                  </a:lnTo>
                  <a:lnTo>
                    <a:pt x="145" y="30"/>
                  </a:lnTo>
                  <a:lnTo>
                    <a:pt x="122" y="42"/>
                  </a:lnTo>
                  <a:lnTo>
                    <a:pt x="122" y="42"/>
                  </a:lnTo>
                  <a:lnTo>
                    <a:pt x="107" y="47"/>
                  </a:lnTo>
                  <a:lnTo>
                    <a:pt x="94" y="52"/>
                  </a:lnTo>
                  <a:lnTo>
                    <a:pt x="81" y="58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54" y="73"/>
                  </a:lnTo>
                  <a:lnTo>
                    <a:pt x="38" y="84"/>
                  </a:lnTo>
                  <a:lnTo>
                    <a:pt x="31" y="88"/>
                  </a:lnTo>
                  <a:lnTo>
                    <a:pt x="22" y="93"/>
                  </a:lnTo>
                  <a:lnTo>
                    <a:pt x="14" y="96"/>
                  </a:lnTo>
                  <a:lnTo>
                    <a:pt x="5" y="97"/>
                  </a:lnTo>
                  <a:lnTo>
                    <a:pt x="5" y="97"/>
                  </a:lnTo>
                  <a:lnTo>
                    <a:pt x="3" y="98"/>
                  </a:lnTo>
                  <a:lnTo>
                    <a:pt x="1" y="99"/>
                  </a:lnTo>
                  <a:lnTo>
                    <a:pt x="0" y="103"/>
                  </a:lnTo>
                  <a:lnTo>
                    <a:pt x="0" y="106"/>
                  </a:lnTo>
                  <a:lnTo>
                    <a:pt x="1" y="107"/>
                  </a:lnTo>
                  <a:lnTo>
                    <a:pt x="3" y="109"/>
                  </a:lnTo>
                  <a:lnTo>
                    <a:pt x="5" y="109"/>
                  </a:lnTo>
                  <a:lnTo>
                    <a:pt x="5" y="109"/>
                  </a:lnTo>
                  <a:lnTo>
                    <a:pt x="18" y="106"/>
                  </a:lnTo>
                  <a:lnTo>
                    <a:pt x="30" y="102"/>
                  </a:lnTo>
                  <a:lnTo>
                    <a:pt x="42" y="96"/>
                  </a:lnTo>
                  <a:lnTo>
                    <a:pt x="54" y="89"/>
                  </a:lnTo>
                  <a:lnTo>
                    <a:pt x="76" y="75"/>
                  </a:lnTo>
                  <a:lnTo>
                    <a:pt x="86" y="68"/>
                  </a:lnTo>
                  <a:lnTo>
                    <a:pt x="98" y="63"/>
                  </a:lnTo>
                  <a:lnTo>
                    <a:pt x="98" y="63"/>
                  </a:lnTo>
                  <a:lnTo>
                    <a:pt x="161" y="37"/>
                  </a:lnTo>
                  <a:lnTo>
                    <a:pt x="192" y="24"/>
                  </a:lnTo>
                  <a:lnTo>
                    <a:pt x="224" y="12"/>
                  </a:lnTo>
                  <a:lnTo>
                    <a:pt x="224" y="12"/>
                  </a:lnTo>
                  <a:lnTo>
                    <a:pt x="226" y="11"/>
                  </a:lnTo>
                  <a:lnTo>
                    <a:pt x="228" y="8"/>
                  </a:lnTo>
                  <a:lnTo>
                    <a:pt x="228" y="4"/>
                  </a:lnTo>
                  <a:lnTo>
                    <a:pt x="226" y="1"/>
                  </a:lnTo>
                  <a:lnTo>
                    <a:pt x="225" y="0"/>
                  </a:lnTo>
                  <a:lnTo>
                    <a:pt x="224" y="0"/>
                  </a:lnTo>
                  <a:lnTo>
                    <a:pt x="221" y="0"/>
                  </a:lnTo>
                  <a:lnTo>
                    <a:pt x="22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3" name="Freeform 399"/>
            <p:cNvSpPr/>
            <p:nvPr/>
          </p:nvSpPr>
          <p:spPr bwMode="auto">
            <a:xfrm>
              <a:off x="5772151" y="1168401"/>
              <a:ext cx="136525" cy="65088"/>
            </a:xfrm>
            <a:custGeom>
              <a:avLst/>
              <a:gdLst/>
              <a:ahLst/>
              <a:cxnLst>
                <a:cxn ang="0">
                  <a:pos x="333" y="1"/>
                </a:cxn>
                <a:cxn ang="0">
                  <a:pos x="325" y="4"/>
                </a:cxn>
                <a:cxn ang="0">
                  <a:pos x="316" y="4"/>
                </a:cxn>
                <a:cxn ang="0">
                  <a:pos x="293" y="16"/>
                </a:cxn>
                <a:cxn ang="0">
                  <a:pos x="268" y="26"/>
                </a:cxn>
                <a:cxn ang="0">
                  <a:pos x="259" y="29"/>
                </a:cxn>
                <a:cxn ang="0">
                  <a:pos x="233" y="43"/>
                </a:cxn>
                <a:cxn ang="0">
                  <a:pos x="217" y="50"/>
                </a:cxn>
                <a:cxn ang="0">
                  <a:pos x="172" y="65"/>
                </a:cxn>
                <a:cxn ang="0">
                  <a:pos x="148" y="77"/>
                </a:cxn>
                <a:cxn ang="0">
                  <a:pos x="76" y="118"/>
                </a:cxn>
                <a:cxn ang="0">
                  <a:pos x="58" y="127"/>
                </a:cxn>
                <a:cxn ang="0">
                  <a:pos x="19" y="144"/>
                </a:cxn>
                <a:cxn ang="0">
                  <a:pos x="2" y="156"/>
                </a:cxn>
                <a:cxn ang="0">
                  <a:pos x="0" y="158"/>
                </a:cxn>
                <a:cxn ang="0">
                  <a:pos x="0" y="162"/>
                </a:cxn>
                <a:cxn ang="0">
                  <a:pos x="6" y="165"/>
                </a:cxn>
                <a:cxn ang="0">
                  <a:pos x="9" y="164"/>
                </a:cxn>
                <a:cxn ang="0">
                  <a:pos x="19" y="157"/>
                </a:cxn>
                <a:cxn ang="0">
                  <a:pos x="50" y="141"/>
                </a:cxn>
                <a:cxn ang="0">
                  <a:pos x="92" y="122"/>
                </a:cxn>
                <a:cxn ang="0">
                  <a:pos x="119" y="106"/>
                </a:cxn>
                <a:cxn ang="0">
                  <a:pos x="173" y="79"/>
                </a:cxn>
                <a:cxn ang="0">
                  <a:pos x="203" y="68"/>
                </a:cxn>
                <a:cxn ang="0">
                  <a:pos x="223" y="60"/>
                </a:cxn>
                <a:cxn ang="0">
                  <a:pos x="283" y="34"/>
                </a:cxn>
                <a:cxn ang="0">
                  <a:pos x="304" y="22"/>
                </a:cxn>
                <a:cxn ang="0">
                  <a:pos x="325" y="14"/>
                </a:cxn>
                <a:cxn ang="0">
                  <a:pos x="334" y="14"/>
                </a:cxn>
                <a:cxn ang="0">
                  <a:pos x="342" y="11"/>
                </a:cxn>
                <a:cxn ang="0">
                  <a:pos x="342" y="8"/>
                </a:cxn>
                <a:cxn ang="0">
                  <a:pos x="340" y="1"/>
                </a:cxn>
                <a:cxn ang="0">
                  <a:pos x="336" y="0"/>
                </a:cxn>
                <a:cxn ang="0">
                  <a:pos x="333" y="1"/>
                </a:cxn>
              </a:cxnLst>
              <a:rect l="0" t="0" r="r" b="b"/>
              <a:pathLst>
                <a:path w="343" h="165">
                  <a:moveTo>
                    <a:pt x="333" y="1"/>
                  </a:moveTo>
                  <a:lnTo>
                    <a:pt x="333" y="1"/>
                  </a:lnTo>
                  <a:lnTo>
                    <a:pt x="330" y="4"/>
                  </a:lnTo>
                  <a:lnTo>
                    <a:pt x="325" y="4"/>
                  </a:lnTo>
                  <a:lnTo>
                    <a:pt x="319" y="4"/>
                  </a:lnTo>
                  <a:lnTo>
                    <a:pt x="316" y="4"/>
                  </a:lnTo>
                  <a:lnTo>
                    <a:pt x="316" y="4"/>
                  </a:lnTo>
                  <a:lnTo>
                    <a:pt x="293" y="16"/>
                  </a:lnTo>
                  <a:lnTo>
                    <a:pt x="282" y="21"/>
                  </a:lnTo>
                  <a:lnTo>
                    <a:pt x="268" y="26"/>
                  </a:lnTo>
                  <a:lnTo>
                    <a:pt x="268" y="26"/>
                  </a:lnTo>
                  <a:lnTo>
                    <a:pt x="259" y="29"/>
                  </a:lnTo>
                  <a:lnTo>
                    <a:pt x="250" y="33"/>
                  </a:lnTo>
                  <a:lnTo>
                    <a:pt x="233" y="43"/>
                  </a:lnTo>
                  <a:lnTo>
                    <a:pt x="233" y="43"/>
                  </a:lnTo>
                  <a:lnTo>
                    <a:pt x="217" y="50"/>
                  </a:lnTo>
                  <a:lnTo>
                    <a:pt x="203" y="55"/>
                  </a:lnTo>
                  <a:lnTo>
                    <a:pt x="172" y="65"/>
                  </a:lnTo>
                  <a:lnTo>
                    <a:pt x="172" y="65"/>
                  </a:lnTo>
                  <a:lnTo>
                    <a:pt x="148" y="77"/>
                  </a:lnTo>
                  <a:lnTo>
                    <a:pt x="123" y="89"/>
                  </a:lnTo>
                  <a:lnTo>
                    <a:pt x="76" y="118"/>
                  </a:lnTo>
                  <a:lnTo>
                    <a:pt x="76" y="118"/>
                  </a:lnTo>
                  <a:lnTo>
                    <a:pt x="58" y="127"/>
                  </a:lnTo>
                  <a:lnTo>
                    <a:pt x="38" y="135"/>
                  </a:lnTo>
                  <a:lnTo>
                    <a:pt x="19" y="144"/>
                  </a:lnTo>
                  <a:lnTo>
                    <a:pt x="11" y="149"/>
                  </a:lnTo>
                  <a:lnTo>
                    <a:pt x="2" y="156"/>
                  </a:lnTo>
                  <a:lnTo>
                    <a:pt x="2" y="156"/>
                  </a:lnTo>
                  <a:lnTo>
                    <a:pt x="0" y="158"/>
                  </a:lnTo>
                  <a:lnTo>
                    <a:pt x="0" y="160"/>
                  </a:lnTo>
                  <a:lnTo>
                    <a:pt x="0" y="162"/>
                  </a:lnTo>
                  <a:lnTo>
                    <a:pt x="2" y="164"/>
                  </a:lnTo>
                  <a:lnTo>
                    <a:pt x="6" y="165"/>
                  </a:lnTo>
                  <a:lnTo>
                    <a:pt x="8" y="165"/>
                  </a:lnTo>
                  <a:lnTo>
                    <a:pt x="9" y="164"/>
                  </a:lnTo>
                  <a:lnTo>
                    <a:pt x="9" y="164"/>
                  </a:lnTo>
                  <a:lnTo>
                    <a:pt x="19" y="157"/>
                  </a:lnTo>
                  <a:lnTo>
                    <a:pt x="29" y="152"/>
                  </a:lnTo>
                  <a:lnTo>
                    <a:pt x="50" y="141"/>
                  </a:lnTo>
                  <a:lnTo>
                    <a:pt x="72" y="132"/>
                  </a:lnTo>
                  <a:lnTo>
                    <a:pt x="92" y="122"/>
                  </a:lnTo>
                  <a:lnTo>
                    <a:pt x="92" y="122"/>
                  </a:lnTo>
                  <a:lnTo>
                    <a:pt x="119" y="106"/>
                  </a:lnTo>
                  <a:lnTo>
                    <a:pt x="145" y="92"/>
                  </a:lnTo>
                  <a:lnTo>
                    <a:pt x="173" y="79"/>
                  </a:lnTo>
                  <a:lnTo>
                    <a:pt x="187" y="73"/>
                  </a:lnTo>
                  <a:lnTo>
                    <a:pt x="203" y="68"/>
                  </a:lnTo>
                  <a:lnTo>
                    <a:pt x="203" y="68"/>
                  </a:lnTo>
                  <a:lnTo>
                    <a:pt x="223" y="60"/>
                  </a:lnTo>
                  <a:lnTo>
                    <a:pt x="244" y="52"/>
                  </a:lnTo>
                  <a:lnTo>
                    <a:pt x="283" y="34"/>
                  </a:lnTo>
                  <a:lnTo>
                    <a:pt x="283" y="34"/>
                  </a:lnTo>
                  <a:lnTo>
                    <a:pt x="304" y="22"/>
                  </a:lnTo>
                  <a:lnTo>
                    <a:pt x="314" y="17"/>
                  </a:lnTo>
                  <a:lnTo>
                    <a:pt x="325" y="14"/>
                  </a:lnTo>
                  <a:lnTo>
                    <a:pt x="325" y="14"/>
                  </a:lnTo>
                  <a:lnTo>
                    <a:pt x="334" y="14"/>
                  </a:lnTo>
                  <a:lnTo>
                    <a:pt x="338" y="13"/>
                  </a:lnTo>
                  <a:lnTo>
                    <a:pt x="342" y="11"/>
                  </a:lnTo>
                  <a:lnTo>
                    <a:pt x="342" y="11"/>
                  </a:lnTo>
                  <a:lnTo>
                    <a:pt x="342" y="8"/>
                  </a:lnTo>
                  <a:lnTo>
                    <a:pt x="343" y="5"/>
                  </a:lnTo>
                  <a:lnTo>
                    <a:pt x="340" y="1"/>
                  </a:lnTo>
                  <a:lnTo>
                    <a:pt x="339" y="0"/>
                  </a:lnTo>
                  <a:lnTo>
                    <a:pt x="336" y="0"/>
                  </a:lnTo>
                  <a:lnTo>
                    <a:pt x="335" y="0"/>
                  </a:lnTo>
                  <a:lnTo>
                    <a:pt x="333" y="1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4" name="Freeform 400"/>
            <p:cNvSpPr/>
            <p:nvPr/>
          </p:nvSpPr>
          <p:spPr bwMode="auto">
            <a:xfrm>
              <a:off x="5813426" y="1204913"/>
              <a:ext cx="111125" cy="57150"/>
            </a:xfrm>
            <a:custGeom>
              <a:avLst/>
              <a:gdLst/>
              <a:ahLst/>
              <a:cxnLst>
                <a:cxn ang="0">
                  <a:pos x="270" y="0"/>
                </a:cxn>
                <a:cxn ang="0">
                  <a:pos x="270" y="0"/>
                </a:cxn>
                <a:cxn ang="0">
                  <a:pos x="238" y="18"/>
                </a:cxn>
                <a:cxn ang="0">
                  <a:pos x="204" y="35"/>
                </a:cxn>
                <a:cxn ang="0">
                  <a:pos x="137" y="68"/>
                </a:cxn>
                <a:cxn ang="0">
                  <a:pos x="69" y="99"/>
                </a:cxn>
                <a:cxn ang="0">
                  <a:pos x="2" y="132"/>
                </a:cxn>
                <a:cxn ang="0">
                  <a:pos x="2" y="132"/>
                </a:cxn>
                <a:cxn ang="0">
                  <a:pos x="0" y="133"/>
                </a:cxn>
                <a:cxn ang="0">
                  <a:pos x="0" y="134"/>
                </a:cxn>
                <a:cxn ang="0">
                  <a:pos x="0" y="137"/>
                </a:cxn>
                <a:cxn ang="0">
                  <a:pos x="0" y="140"/>
                </a:cxn>
                <a:cxn ang="0">
                  <a:pos x="4" y="142"/>
                </a:cxn>
                <a:cxn ang="0">
                  <a:pos x="5" y="142"/>
                </a:cxn>
                <a:cxn ang="0">
                  <a:pos x="7" y="141"/>
                </a:cxn>
                <a:cxn ang="0">
                  <a:pos x="7" y="141"/>
                </a:cxn>
                <a:cxn ang="0">
                  <a:pos x="76" y="109"/>
                </a:cxn>
                <a:cxn ang="0">
                  <a:pos x="142" y="77"/>
                </a:cxn>
                <a:cxn ang="0">
                  <a:pos x="210" y="45"/>
                </a:cxn>
                <a:cxn ang="0">
                  <a:pos x="243" y="28"/>
                </a:cxn>
                <a:cxn ang="0">
                  <a:pos x="276" y="10"/>
                </a:cxn>
                <a:cxn ang="0">
                  <a:pos x="276" y="10"/>
                </a:cxn>
                <a:cxn ang="0">
                  <a:pos x="278" y="9"/>
                </a:cxn>
                <a:cxn ang="0">
                  <a:pos x="278" y="6"/>
                </a:cxn>
                <a:cxn ang="0">
                  <a:pos x="278" y="2"/>
                </a:cxn>
                <a:cxn ang="0">
                  <a:pos x="274" y="0"/>
                </a:cxn>
                <a:cxn ang="0">
                  <a:pos x="273" y="0"/>
                </a:cxn>
                <a:cxn ang="0">
                  <a:pos x="270" y="0"/>
                </a:cxn>
                <a:cxn ang="0">
                  <a:pos x="270" y="0"/>
                </a:cxn>
              </a:cxnLst>
              <a:rect l="0" t="0" r="r" b="b"/>
              <a:pathLst>
                <a:path w="278" h="142">
                  <a:moveTo>
                    <a:pt x="270" y="0"/>
                  </a:moveTo>
                  <a:lnTo>
                    <a:pt x="270" y="0"/>
                  </a:lnTo>
                  <a:lnTo>
                    <a:pt x="238" y="18"/>
                  </a:lnTo>
                  <a:lnTo>
                    <a:pt x="204" y="35"/>
                  </a:lnTo>
                  <a:lnTo>
                    <a:pt x="137" y="68"/>
                  </a:lnTo>
                  <a:lnTo>
                    <a:pt x="69" y="99"/>
                  </a:lnTo>
                  <a:lnTo>
                    <a:pt x="2" y="132"/>
                  </a:lnTo>
                  <a:lnTo>
                    <a:pt x="2" y="132"/>
                  </a:lnTo>
                  <a:lnTo>
                    <a:pt x="0" y="133"/>
                  </a:lnTo>
                  <a:lnTo>
                    <a:pt x="0" y="134"/>
                  </a:lnTo>
                  <a:lnTo>
                    <a:pt x="0" y="137"/>
                  </a:lnTo>
                  <a:lnTo>
                    <a:pt x="0" y="140"/>
                  </a:lnTo>
                  <a:lnTo>
                    <a:pt x="4" y="142"/>
                  </a:lnTo>
                  <a:lnTo>
                    <a:pt x="5" y="142"/>
                  </a:lnTo>
                  <a:lnTo>
                    <a:pt x="7" y="141"/>
                  </a:lnTo>
                  <a:lnTo>
                    <a:pt x="7" y="141"/>
                  </a:lnTo>
                  <a:lnTo>
                    <a:pt x="76" y="109"/>
                  </a:lnTo>
                  <a:lnTo>
                    <a:pt x="142" y="77"/>
                  </a:lnTo>
                  <a:lnTo>
                    <a:pt x="210" y="45"/>
                  </a:lnTo>
                  <a:lnTo>
                    <a:pt x="243" y="28"/>
                  </a:lnTo>
                  <a:lnTo>
                    <a:pt x="276" y="10"/>
                  </a:lnTo>
                  <a:lnTo>
                    <a:pt x="276" y="10"/>
                  </a:lnTo>
                  <a:lnTo>
                    <a:pt x="278" y="9"/>
                  </a:lnTo>
                  <a:lnTo>
                    <a:pt x="278" y="6"/>
                  </a:lnTo>
                  <a:lnTo>
                    <a:pt x="278" y="2"/>
                  </a:lnTo>
                  <a:lnTo>
                    <a:pt x="274" y="0"/>
                  </a:lnTo>
                  <a:lnTo>
                    <a:pt x="273" y="0"/>
                  </a:lnTo>
                  <a:lnTo>
                    <a:pt x="270" y="0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5" name="Freeform 401"/>
            <p:cNvSpPr>
              <a:spLocks noEditPoints="1"/>
            </p:cNvSpPr>
            <p:nvPr/>
          </p:nvSpPr>
          <p:spPr bwMode="auto">
            <a:xfrm>
              <a:off x="5248276" y="1095376"/>
              <a:ext cx="727075" cy="561975"/>
            </a:xfrm>
            <a:custGeom>
              <a:avLst/>
              <a:gdLst/>
              <a:ahLst/>
              <a:cxnLst>
                <a:cxn ang="0">
                  <a:pos x="1801" y="361"/>
                </a:cxn>
                <a:cxn ang="0">
                  <a:pos x="1711" y="258"/>
                </a:cxn>
                <a:cxn ang="0">
                  <a:pos x="1610" y="119"/>
                </a:cxn>
                <a:cxn ang="0">
                  <a:pos x="1511" y="36"/>
                </a:cxn>
                <a:cxn ang="0">
                  <a:pos x="1477" y="7"/>
                </a:cxn>
                <a:cxn ang="0">
                  <a:pos x="1446" y="15"/>
                </a:cxn>
                <a:cxn ang="0">
                  <a:pos x="899" y="0"/>
                </a:cxn>
                <a:cxn ang="0">
                  <a:pos x="331" y="8"/>
                </a:cxn>
                <a:cxn ang="0">
                  <a:pos x="308" y="32"/>
                </a:cxn>
                <a:cxn ang="0">
                  <a:pos x="228" y="115"/>
                </a:cxn>
                <a:cxn ang="0">
                  <a:pos x="41" y="325"/>
                </a:cxn>
                <a:cxn ang="0">
                  <a:pos x="0" y="431"/>
                </a:cxn>
                <a:cxn ang="0">
                  <a:pos x="4" y="448"/>
                </a:cxn>
                <a:cxn ang="0">
                  <a:pos x="64" y="551"/>
                </a:cxn>
                <a:cxn ang="0">
                  <a:pos x="229" y="780"/>
                </a:cxn>
                <a:cxn ang="0">
                  <a:pos x="433" y="983"/>
                </a:cxn>
                <a:cxn ang="0">
                  <a:pos x="556" y="1103"/>
                </a:cxn>
                <a:cxn ang="0">
                  <a:pos x="729" y="1265"/>
                </a:cxn>
                <a:cxn ang="0">
                  <a:pos x="869" y="1377"/>
                </a:cxn>
                <a:cxn ang="0">
                  <a:pos x="914" y="1413"/>
                </a:cxn>
                <a:cxn ang="0">
                  <a:pos x="962" y="1400"/>
                </a:cxn>
                <a:cxn ang="0">
                  <a:pos x="1071" y="1317"/>
                </a:cxn>
                <a:cxn ang="0">
                  <a:pos x="1238" y="1188"/>
                </a:cxn>
                <a:cxn ang="0">
                  <a:pos x="1364" y="1054"/>
                </a:cxn>
                <a:cxn ang="0">
                  <a:pos x="1527" y="896"/>
                </a:cxn>
                <a:cxn ang="0">
                  <a:pos x="1677" y="741"/>
                </a:cxn>
                <a:cxn ang="0">
                  <a:pos x="1777" y="599"/>
                </a:cxn>
                <a:cxn ang="0">
                  <a:pos x="1825" y="518"/>
                </a:cxn>
                <a:cxn ang="0">
                  <a:pos x="1826" y="423"/>
                </a:cxn>
                <a:cxn ang="0">
                  <a:pos x="1756" y="547"/>
                </a:cxn>
                <a:cxn ang="0">
                  <a:pos x="1711" y="619"/>
                </a:cxn>
                <a:cxn ang="0">
                  <a:pos x="1541" y="819"/>
                </a:cxn>
                <a:cxn ang="0">
                  <a:pos x="1344" y="1009"/>
                </a:cxn>
                <a:cxn ang="0">
                  <a:pos x="1185" y="1173"/>
                </a:cxn>
                <a:cxn ang="0">
                  <a:pos x="980" y="1324"/>
                </a:cxn>
                <a:cxn ang="0">
                  <a:pos x="922" y="1355"/>
                </a:cxn>
                <a:cxn ang="0">
                  <a:pos x="911" y="1349"/>
                </a:cxn>
                <a:cxn ang="0">
                  <a:pos x="826" y="1286"/>
                </a:cxn>
                <a:cxn ang="0">
                  <a:pos x="699" y="1170"/>
                </a:cxn>
                <a:cxn ang="0">
                  <a:pos x="598" y="1075"/>
                </a:cxn>
                <a:cxn ang="0">
                  <a:pos x="530" y="1009"/>
                </a:cxn>
                <a:cxn ang="0">
                  <a:pos x="432" y="921"/>
                </a:cxn>
                <a:cxn ang="0">
                  <a:pos x="202" y="677"/>
                </a:cxn>
                <a:cxn ang="0">
                  <a:pos x="106" y="529"/>
                </a:cxn>
                <a:cxn ang="0">
                  <a:pos x="49" y="418"/>
                </a:cxn>
                <a:cxn ang="0">
                  <a:pos x="97" y="333"/>
                </a:cxn>
                <a:cxn ang="0">
                  <a:pos x="247" y="164"/>
                </a:cxn>
                <a:cxn ang="0">
                  <a:pos x="343" y="62"/>
                </a:cxn>
                <a:cxn ang="0">
                  <a:pos x="765" y="49"/>
                </a:cxn>
                <a:cxn ang="0">
                  <a:pos x="1316" y="58"/>
                </a:cxn>
                <a:cxn ang="0">
                  <a:pos x="1478" y="64"/>
                </a:cxn>
                <a:cxn ang="0">
                  <a:pos x="1586" y="163"/>
                </a:cxn>
                <a:cxn ang="0">
                  <a:pos x="1695" y="309"/>
                </a:cxn>
                <a:cxn ang="0">
                  <a:pos x="1765" y="389"/>
                </a:cxn>
                <a:cxn ang="0">
                  <a:pos x="1786" y="484"/>
                </a:cxn>
              </a:cxnLst>
              <a:rect l="0" t="0" r="r" b="b"/>
              <a:pathLst>
                <a:path w="1833" h="1415">
                  <a:moveTo>
                    <a:pt x="1812" y="374"/>
                  </a:moveTo>
                  <a:lnTo>
                    <a:pt x="1812" y="374"/>
                  </a:lnTo>
                  <a:lnTo>
                    <a:pt x="1808" y="367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795" y="351"/>
                  </a:lnTo>
                  <a:lnTo>
                    <a:pt x="1788" y="342"/>
                  </a:lnTo>
                  <a:lnTo>
                    <a:pt x="1773" y="322"/>
                  </a:lnTo>
                  <a:lnTo>
                    <a:pt x="1737" y="288"/>
                  </a:lnTo>
                  <a:lnTo>
                    <a:pt x="1737" y="288"/>
                  </a:lnTo>
                  <a:lnTo>
                    <a:pt x="1724" y="274"/>
                  </a:lnTo>
                  <a:lnTo>
                    <a:pt x="1711" y="258"/>
                  </a:lnTo>
                  <a:lnTo>
                    <a:pt x="1689" y="227"/>
                  </a:lnTo>
                  <a:lnTo>
                    <a:pt x="1668" y="193"/>
                  </a:lnTo>
                  <a:lnTo>
                    <a:pt x="1657" y="177"/>
                  </a:lnTo>
                  <a:lnTo>
                    <a:pt x="1646" y="161"/>
                  </a:lnTo>
                  <a:lnTo>
                    <a:pt x="1646" y="161"/>
                  </a:lnTo>
                  <a:lnTo>
                    <a:pt x="1629" y="140"/>
                  </a:lnTo>
                  <a:lnTo>
                    <a:pt x="1610" y="119"/>
                  </a:lnTo>
                  <a:lnTo>
                    <a:pt x="1591" y="100"/>
                  </a:lnTo>
                  <a:lnTo>
                    <a:pt x="1570" y="83"/>
                  </a:lnTo>
                  <a:lnTo>
                    <a:pt x="1570" y="83"/>
                  </a:lnTo>
                  <a:lnTo>
                    <a:pt x="1552" y="70"/>
                  </a:lnTo>
                  <a:lnTo>
                    <a:pt x="1531" y="53"/>
                  </a:lnTo>
                  <a:lnTo>
                    <a:pt x="1520" y="45"/>
                  </a:lnTo>
                  <a:lnTo>
                    <a:pt x="1511" y="36"/>
                  </a:lnTo>
                  <a:lnTo>
                    <a:pt x="1503" y="27"/>
                  </a:lnTo>
                  <a:lnTo>
                    <a:pt x="1497" y="19"/>
                  </a:lnTo>
                  <a:lnTo>
                    <a:pt x="1497" y="19"/>
                  </a:lnTo>
                  <a:lnTo>
                    <a:pt x="1494" y="13"/>
                  </a:lnTo>
                  <a:lnTo>
                    <a:pt x="1489" y="11"/>
                  </a:lnTo>
                  <a:lnTo>
                    <a:pt x="1484" y="8"/>
                  </a:lnTo>
                  <a:lnTo>
                    <a:pt x="1477" y="7"/>
                  </a:lnTo>
                  <a:lnTo>
                    <a:pt x="1463" y="7"/>
                  </a:lnTo>
                  <a:lnTo>
                    <a:pt x="1463" y="7"/>
                  </a:lnTo>
                  <a:lnTo>
                    <a:pt x="1457" y="8"/>
                  </a:lnTo>
                  <a:lnTo>
                    <a:pt x="1452" y="10"/>
                  </a:lnTo>
                  <a:lnTo>
                    <a:pt x="1448" y="12"/>
                  </a:lnTo>
                  <a:lnTo>
                    <a:pt x="1446" y="15"/>
                  </a:lnTo>
                  <a:lnTo>
                    <a:pt x="1446" y="15"/>
                  </a:lnTo>
                  <a:lnTo>
                    <a:pt x="1376" y="13"/>
                  </a:lnTo>
                  <a:lnTo>
                    <a:pt x="1308" y="12"/>
                  </a:lnTo>
                  <a:lnTo>
                    <a:pt x="1172" y="7"/>
                  </a:lnTo>
                  <a:lnTo>
                    <a:pt x="1036" y="2"/>
                  </a:lnTo>
                  <a:lnTo>
                    <a:pt x="967" y="0"/>
                  </a:lnTo>
                  <a:lnTo>
                    <a:pt x="899" y="0"/>
                  </a:lnTo>
                  <a:lnTo>
                    <a:pt x="899" y="0"/>
                  </a:lnTo>
                  <a:lnTo>
                    <a:pt x="832" y="0"/>
                  </a:lnTo>
                  <a:lnTo>
                    <a:pt x="765" y="3"/>
                  </a:lnTo>
                  <a:lnTo>
                    <a:pt x="699" y="6"/>
                  </a:lnTo>
                  <a:lnTo>
                    <a:pt x="632" y="7"/>
                  </a:lnTo>
                  <a:lnTo>
                    <a:pt x="335" y="7"/>
                  </a:lnTo>
                  <a:lnTo>
                    <a:pt x="335" y="7"/>
                  </a:lnTo>
                  <a:lnTo>
                    <a:pt x="331" y="8"/>
                  </a:lnTo>
                  <a:lnTo>
                    <a:pt x="327" y="8"/>
                  </a:lnTo>
                  <a:lnTo>
                    <a:pt x="321" y="13"/>
                  </a:lnTo>
                  <a:lnTo>
                    <a:pt x="321" y="13"/>
                  </a:lnTo>
                  <a:lnTo>
                    <a:pt x="318" y="16"/>
                  </a:lnTo>
                  <a:lnTo>
                    <a:pt x="315" y="19"/>
                  </a:lnTo>
                  <a:lnTo>
                    <a:pt x="315" y="19"/>
                  </a:lnTo>
                  <a:lnTo>
                    <a:pt x="308" y="32"/>
                  </a:lnTo>
                  <a:lnTo>
                    <a:pt x="298" y="45"/>
                  </a:lnTo>
                  <a:lnTo>
                    <a:pt x="288" y="58"/>
                  </a:lnTo>
                  <a:lnTo>
                    <a:pt x="275" y="70"/>
                  </a:lnTo>
                  <a:lnTo>
                    <a:pt x="251" y="92"/>
                  </a:lnTo>
                  <a:lnTo>
                    <a:pt x="238" y="104"/>
                  </a:lnTo>
                  <a:lnTo>
                    <a:pt x="228" y="115"/>
                  </a:lnTo>
                  <a:lnTo>
                    <a:pt x="228" y="115"/>
                  </a:lnTo>
                  <a:lnTo>
                    <a:pt x="171" y="177"/>
                  </a:lnTo>
                  <a:lnTo>
                    <a:pt x="114" y="236"/>
                  </a:lnTo>
                  <a:lnTo>
                    <a:pt x="114" y="236"/>
                  </a:lnTo>
                  <a:lnTo>
                    <a:pt x="96" y="255"/>
                  </a:lnTo>
                  <a:lnTo>
                    <a:pt x="77" y="278"/>
                  </a:lnTo>
                  <a:lnTo>
                    <a:pt x="59" y="301"/>
                  </a:lnTo>
                  <a:lnTo>
                    <a:pt x="41" y="325"/>
                  </a:lnTo>
                  <a:lnTo>
                    <a:pt x="26" y="351"/>
                  </a:lnTo>
                  <a:lnTo>
                    <a:pt x="20" y="364"/>
                  </a:lnTo>
                  <a:lnTo>
                    <a:pt x="13" y="377"/>
                  </a:lnTo>
                  <a:lnTo>
                    <a:pt x="8" y="390"/>
                  </a:lnTo>
                  <a:lnTo>
                    <a:pt x="5" y="403"/>
                  </a:lnTo>
                  <a:lnTo>
                    <a:pt x="3" y="416"/>
                  </a:lnTo>
                  <a:lnTo>
                    <a:pt x="0" y="431"/>
                  </a:lnTo>
                  <a:lnTo>
                    <a:pt x="0" y="431"/>
                  </a:lnTo>
                  <a:lnTo>
                    <a:pt x="0" y="433"/>
                  </a:lnTo>
                  <a:lnTo>
                    <a:pt x="0" y="436"/>
                  </a:lnTo>
                  <a:lnTo>
                    <a:pt x="0" y="436"/>
                  </a:lnTo>
                  <a:lnTo>
                    <a:pt x="1" y="442"/>
                  </a:lnTo>
                  <a:lnTo>
                    <a:pt x="4" y="448"/>
                  </a:lnTo>
                  <a:lnTo>
                    <a:pt x="4" y="448"/>
                  </a:lnTo>
                  <a:lnTo>
                    <a:pt x="8" y="462"/>
                  </a:lnTo>
                  <a:lnTo>
                    <a:pt x="15" y="475"/>
                  </a:lnTo>
                  <a:lnTo>
                    <a:pt x="22" y="490"/>
                  </a:lnTo>
                  <a:lnTo>
                    <a:pt x="30" y="503"/>
                  </a:lnTo>
                  <a:lnTo>
                    <a:pt x="47" y="527"/>
                  </a:lnTo>
                  <a:lnTo>
                    <a:pt x="64" y="551"/>
                  </a:lnTo>
                  <a:lnTo>
                    <a:pt x="64" y="551"/>
                  </a:lnTo>
                  <a:lnTo>
                    <a:pt x="90" y="590"/>
                  </a:lnTo>
                  <a:lnTo>
                    <a:pt x="115" y="629"/>
                  </a:lnTo>
                  <a:lnTo>
                    <a:pt x="141" y="667"/>
                  </a:lnTo>
                  <a:lnTo>
                    <a:pt x="169" y="705"/>
                  </a:lnTo>
                  <a:lnTo>
                    <a:pt x="169" y="705"/>
                  </a:lnTo>
                  <a:lnTo>
                    <a:pt x="198" y="743"/>
                  </a:lnTo>
                  <a:lnTo>
                    <a:pt x="229" y="780"/>
                  </a:lnTo>
                  <a:lnTo>
                    <a:pt x="260" y="816"/>
                  </a:lnTo>
                  <a:lnTo>
                    <a:pt x="293" y="850"/>
                  </a:lnTo>
                  <a:lnTo>
                    <a:pt x="327" y="886"/>
                  </a:lnTo>
                  <a:lnTo>
                    <a:pt x="362" y="918"/>
                  </a:lnTo>
                  <a:lnTo>
                    <a:pt x="398" y="951"/>
                  </a:lnTo>
                  <a:lnTo>
                    <a:pt x="433" y="983"/>
                  </a:lnTo>
                  <a:lnTo>
                    <a:pt x="433" y="983"/>
                  </a:lnTo>
                  <a:lnTo>
                    <a:pt x="449" y="998"/>
                  </a:lnTo>
                  <a:lnTo>
                    <a:pt x="465" y="1013"/>
                  </a:lnTo>
                  <a:lnTo>
                    <a:pt x="495" y="1044"/>
                  </a:lnTo>
                  <a:lnTo>
                    <a:pt x="525" y="1074"/>
                  </a:lnTo>
                  <a:lnTo>
                    <a:pt x="539" y="1090"/>
                  </a:lnTo>
                  <a:lnTo>
                    <a:pt x="556" y="1103"/>
                  </a:lnTo>
                  <a:lnTo>
                    <a:pt x="556" y="1103"/>
                  </a:lnTo>
                  <a:lnTo>
                    <a:pt x="593" y="1133"/>
                  </a:lnTo>
                  <a:lnTo>
                    <a:pt x="627" y="1164"/>
                  </a:lnTo>
                  <a:lnTo>
                    <a:pt x="661" y="1197"/>
                  </a:lnTo>
                  <a:lnTo>
                    <a:pt x="693" y="1231"/>
                  </a:lnTo>
                  <a:lnTo>
                    <a:pt x="693" y="1231"/>
                  </a:lnTo>
                  <a:lnTo>
                    <a:pt x="710" y="1248"/>
                  </a:lnTo>
                  <a:lnTo>
                    <a:pt x="729" y="1265"/>
                  </a:lnTo>
                  <a:lnTo>
                    <a:pt x="747" y="1281"/>
                  </a:lnTo>
                  <a:lnTo>
                    <a:pt x="765" y="1295"/>
                  </a:lnTo>
                  <a:lnTo>
                    <a:pt x="803" y="1324"/>
                  </a:lnTo>
                  <a:lnTo>
                    <a:pt x="841" y="1354"/>
                  </a:lnTo>
                  <a:lnTo>
                    <a:pt x="841" y="1354"/>
                  </a:lnTo>
                  <a:lnTo>
                    <a:pt x="853" y="1364"/>
                  </a:lnTo>
                  <a:lnTo>
                    <a:pt x="869" y="1377"/>
                  </a:lnTo>
                  <a:lnTo>
                    <a:pt x="884" y="1391"/>
                  </a:lnTo>
                  <a:lnTo>
                    <a:pt x="892" y="1396"/>
                  </a:lnTo>
                  <a:lnTo>
                    <a:pt x="900" y="1398"/>
                  </a:lnTo>
                  <a:lnTo>
                    <a:pt x="900" y="1398"/>
                  </a:lnTo>
                  <a:lnTo>
                    <a:pt x="904" y="1406"/>
                  </a:lnTo>
                  <a:lnTo>
                    <a:pt x="911" y="1411"/>
                  </a:lnTo>
                  <a:lnTo>
                    <a:pt x="914" y="1413"/>
                  </a:lnTo>
                  <a:lnTo>
                    <a:pt x="918" y="1414"/>
                  </a:lnTo>
                  <a:lnTo>
                    <a:pt x="922" y="1415"/>
                  </a:lnTo>
                  <a:lnTo>
                    <a:pt x="928" y="1414"/>
                  </a:lnTo>
                  <a:lnTo>
                    <a:pt x="928" y="1414"/>
                  </a:lnTo>
                  <a:lnTo>
                    <a:pt x="941" y="1411"/>
                  </a:lnTo>
                  <a:lnTo>
                    <a:pt x="951" y="1406"/>
                  </a:lnTo>
                  <a:lnTo>
                    <a:pt x="962" y="1400"/>
                  </a:lnTo>
                  <a:lnTo>
                    <a:pt x="972" y="1391"/>
                  </a:lnTo>
                  <a:lnTo>
                    <a:pt x="972" y="1391"/>
                  </a:lnTo>
                  <a:lnTo>
                    <a:pt x="996" y="1371"/>
                  </a:lnTo>
                  <a:lnTo>
                    <a:pt x="1020" y="1353"/>
                  </a:lnTo>
                  <a:lnTo>
                    <a:pt x="1045" y="1334"/>
                  </a:lnTo>
                  <a:lnTo>
                    <a:pt x="1071" y="1317"/>
                  </a:lnTo>
                  <a:lnTo>
                    <a:pt x="1071" y="1317"/>
                  </a:lnTo>
                  <a:lnTo>
                    <a:pt x="1092" y="1303"/>
                  </a:lnTo>
                  <a:lnTo>
                    <a:pt x="1115" y="1287"/>
                  </a:lnTo>
                  <a:lnTo>
                    <a:pt x="1155" y="1255"/>
                  </a:lnTo>
                  <a:lnTo>
                    <a:pt x="1196" y="1221"/>
                  </a:lnTo>
                  <a:lnTo>
                    <a:pt x="1217" y="1204"/>
                  </a:lnTo>
                  <a:lnTo>
                    <a:pt x="1238" y="1188"/>
                  </a:lnTo>
                  <a:lnTo>
                    <a:pt x="1238" y="1188"/>
                  </a:lnTo>
                  <a:lnTo>
                    <a:pt x="1256" y="1175"/>
                  </a:lnTo>
                  <a:lnTo>
                    <a:pt x="1273" y="1159"/>
                  </a:lnTo>
                  <a:lnTo>
                    <a:pt x="1289" y="1143"/>
                  </a:lnTo>
                  <a:lnTo>
                    <a:pt x="1304" y="1126"/>
                  </a:lnTo>
                  <a:lnTo>
                    <a:pt x="1336" y="1091"/>
                  </a:lnTo>
                  <a:lnTo>
                    <a:pt x="1364" y="1054"/>
                  </a:lnTo>
                  <a:lnTo>
                    <a:pt x="1364" y="1054"/>
                  </a:lnTo>
                  <a:lnTo>
                    <a:pt x="1379" y="1037"/>
                  </a:lnTo>
                  <a:lnTo>
                    <a:pt x="1395" y="1020"/>
                  </a:lnTo>
                  <a:lnTo>
                    <a:pt x="1426" y="990"/>
                  </a:lnTo>
                  <a:lnTo>
                    <a:pt x="1460" y="960"/>
                  </a:lnTo>
                  <a:lnTo>
                    <a:pt x="1494" y="929"/>
                  </a:lnTo>
                  <a:lnTo>
                    <a:pt x="1494" y="929"/>
                  </a:lnTo>
                  <a:lnTo>
                    <a:pt x="1527" y="896"/>
                  </a:lnTo>
                  <a:lnTo>
                    <a:pt x="1559" y="862"/>
                  </a:lnTo>
                  <a:lnTo>
                    <a:pt x="1592" y="830"/>
                  </a:lnTo>
                  <a:lnTo>
                    <a:pt x="1626" y="796"/>
                  </a:lnTo>
                  <a:lnTo>
                    <a:pt x="1626" y="796"/>
                  </a:lnTo>
                  <a:lnTo>
                    <a:pt x="1644" y="779"/>
                  </a:lnTo>
                  <a:lnTo>
                    <a:pt x="1661" y="759"/>
                  </a:lnTo>
                  <a:lnTo>
                    <a:pt x="1677" y="741"/>
                  </a:lnTo>
                  <a:lnTo>
                    <a:pt x="1691" y="720"/>
                  </a:lnTo>
                  <a:lnTo>
                    <a:pt x="1722" y="680"/>
                  </a:lnTo>
                  <a:lnTo>
                    <a:pt x="1752" y="640"/>
                  </a:lnTo>
                  <a:lnTo>
                    <a:pt x="1752" y="640"/>
                  </a:lnTo>
                  <a:lnTo>
                    <a:pt x="1761" y="627"/>
                  </a:lnTo>
                  <a:lnTo>
                    <a:pt x="1770" y="614"/>
                  </a:lnTo>
                  <a:lnTo>
                    <a:pt x="1777" y="599"/>
                  </a:lnTo>
                  <a:lnTo>
                    <a:pt x="1783" y="585"/>
                  </a:lnTo>
                  <a:lnTo>
                    <a:pt x="1783" y="585"/>
                  </a:lnTo>
                  <a:lnTo>
                    <a:pt x="1787" y="575"/>
                  </a:lnTo>
                  <a:lnTo>
                    <a:pt x="1794" y="565"/>
                  </a:lnTo>
                  <a:lnTo>
                    <a:pt x="1807" y="547"/>
                  </a:lnTo>
                  <a:lnTo>
                    <a:pt x="1818" y="527"/>
                  </a:lnTo>
                  <a:lnTo>
                    <a:pt x="1825" y="518"/>
                  </a:lnTo>
                  <a:lnTo>
                    <a:pt x="1829" y="507"/>
                  </a:lnTo>
                  <a:lnTo>
                    <a:pt x="1829" y="507"/>
                  </a:lnTo>
                  <a:lnTo>
                    <a:pt x="1831" y="491"/>
                  </a:lnTo>
                  <a:lnTo>
                    <a:pt x="1833" y="474"/>
                  </a:lnTo>
                  <a:lnTo>
                    <a:pt x="1833" y="457"/>
                  </a:lnTo>
                  <a:lnTo>
                    <a:pt x="1830" y="440"/>
                  </a:lnTo>
                  <a:lnTo>
                    <a:pt x="1826" y="423"/>
                  </a:lnTo>
                  <a:lnTo>
                    <a:pt x="1821" y="406"/>
                  </a:lnTo>
                  <a:lnTo>
                    <a:pt x="1812" y="374"/>
                  </a:lnTo>
                  <a:lnTo>
                    <a:pt x="1812" y="374"/>
                  </a:lnTo>
                  <a:close/>
                  <a:moveTo>
                    <a:pt x="1778" y="513"/>
                  </a:moveTo>
                  <a:lnTo>
                    <a:pt x="1778" y="513"/>
                  </a:lnTo>
                  <a:lnTo>
                    <a:pt x="1767" y="531"/>
                  </a:lnTo>
                  <a:lnTo>
                    <a:pt x="1756" y="547"/>
                  </a:lnTo>
                  <a:lnTo>
                    <a:pt x="1744" y="564"/>
                  </a:lnTo>
                  <a:lnTo>
                    <a:pt x="1739" y="572"/>
                  </a:lnTo>
                  <a:lnTo>
                    <a:pt x="1735" y="582"/>
                  </a:lnTo>
                  <a:lnTo>
                    <a:pt x="1735" y="582"/>
                  </a:lnTo>
                  <a:lnTo>
                    <a:pt x="1729" y="592"/>
                  </a:lnTo>
                  <a:lnTo>
                    <a:pt x="1724" y="601"/>
                  </a:lnTo>
                  <a:lnTo>
                    <a:pt x="1711" y="619"/>
                  </a:lnTo>
                  <a:lnTo>
                    <a:pt x="1684" y="656"/>
                  </a:lnTo>
                  <a:lnTo>
                    <a:pt x="1684" y="656"/>
                  </a:lnTo>
                  <a:lnTo>
                    <a:pt x="1657" y="690"/>
                  </a:lnTo>
                  <a:lnTo>
                    <a:pt x="1630" y="722"/>
                  </a:lnTo>
                  <a:lnTo>
                    <a:pt x="1601" y="755"/>
                  </a:lnTo>
                  <a:lnTo>
                    <a:pt x="1571" y="788"/>
                  </a:lnTo>
                  <a:lnTo>
                    <a:pt x="1541" y="819"/>
                  </a:lnTo>
                  <a:lnTo>
                    <a:pt x="1511" y="849"/>
                  </a:lnTo>
                  <a:lnTo>
                    <a:pt x="1448" y="909"/>
                  </a:lnTo>
                  <a:lnTo>
                    <a:pt x="1448" y="909"/>
                  </a:lnTo>
                  <a:lnTo>
                    <a:pt x="1395" y="958"/>
                  </a:lnTo>
                  <a:lnTo>
                    <a:pt x="1368" y="983"/>
                  </a:lnTo>
                  <a:lnTo>
                    <a:pt x="1344" y="1009"/>
                  </a:lnTo>
                  <a:lnTo>
                    <a:pt x="1344" y="1009"/>
                  </a:lnTo>
                  <a:lnTo>
                    <a:pt x="1313" y="1043"/>
                  </a:lnTo>
                  <a:lnTo>
                    <a:pt x="1285" y="1077"/>
                  </a:lnTo>
                  <a:lnTo>
                    <a:pt x="1256" y="1109"/>
                  </a:lnTo>
                  <a:lnTo>
                    <a:pt x="1240" y="1125"/>
                  </a:lnTo>
                  <a:lnTo>
                    <a:pt x="1225" y="1141"/>
                  </a:lnTo>
                  <a:lnTo>
                    <a:pt x="1225" y="1141"/>
                  </a:lnTo>
                  <a:lnTo>
                    <a:pt x="1185" y="1173"/>
                  </a:lnTo>
                  <a:lnTo>
                    <a:pt x="1146" y="1206"/>
                  </a:lnTo>
                  <a:lnTo>
                    <a:pt x="1065" y="1266"/>
                  </a:lnTo>
                  <a:lnTo>
                    <a:pt x="1065" y="1266"/>
                  </a:lnTo>
                  <a:lnTo>
                    <a:pt x="1044" y="1282"/>
                  </a:lnTo>
                  <a:lnTo>
                    <a:pt x="1023" y="1295"/>
                  </a:lnTo>
                  <a:lnTo>
                    <a:pt x="980" y="1324"/>
                  </a:lnTo>
                  <a:lnTo>
                    <a:pt x="980" y="1324"/>
                  </a:lnTo>
                  <a:lnTo>
                    <a:pt x="968" y="1333"/>
                  </a:lnTo>
                  <a:lnTo>
                    <a:pt x="956" y="1343"/>
                  </a:lnTo>
                  <a:lnTo>
                    <a:pt x="945" y="1354"/>
                  </a:lnTo>
                  <a:lnTo>
                    <a:pt x="931" y="1363"/>
                  </a:lnTo>
                  <a:lnTo>
                    <a:pt x="931" y="1363"/>
                  </a:lnTo>
                  <a:lnTo>
                    <a:pt x="928" y="1358"/>
                  </a:lnTo>
                  <a:lnTo>
                    <a:pt x="922" y="1355"/>
                  </a:lnTo>
                  <a:lnTo>
                    <a:pt x="916" y="1354"/>
                  </a:lnTo>
                  <a:lnTo>
                    <a:pt x="908" y="1355"/>
                  </a:lnTo>
                  <a:lnTo>
                    <a:pt x="908" y="1355"/>
                  </a:lnTo>
                  <a:lnTo>
                    <a:pt x="911" y="1354"/>
                  </a:lnTo>
                  <a:lnTo>
                    <a:pt x="912" y="1353"/>
                  </a:lnTo>
                  <a:lnTo>
                    <a:pt x="912" y="1350"/>
                  </a:lnTo>
                  <a:lnTo>
                    <a:pt x="911" y="1349"/>
                  </a:lnTo>
                  <a:lnTo>
                    <a:pt x="907" y="1343"/>
                  </a:lnTo>
                  <a:lnTo>
                    <a:pt x="901" y="1340"/>
                  </a:lnTo>
                  <a:lnTo>
                    <a:pt x="886" y="1329"/>
                  </a:lnTo>
                  <a:lnTo>
                    <a:pt x="874" y="1321"/>
                  </a:lnTo>
                  <a:lnTo>
                    <a:pt x="874" y="1321"/>
                  </a:lnTo>
                  <a:lnTo>
                    <a:pt x="850" y="1303"/>
                  </a:lnTo>
                  <a:lnTo>
                    <a:pt x="826" y="1286"/>
                  </a:lnTo>
                  <a:lnTo>
                    <a:pt x="826" y="1286"/>
                  </a:lnTo>
                  <a:lnTo>
                    <a:pt x="807" y="1274"/>
                  </a:lnTo>
                  <a:lnTo>
                    <a:pt x="790" y="1261"/>
                  </a:lnTo>
                  <a:lnTo>
                    <a:pt x="775" y="1247"/>
                  </a:lnTo>
                  <a:lnTo>
                    <a:pt x="759" y="1232"/>
                  </a:lnTo>
                  <a:lnTo>
                    <a:pt x="729" y="1202"/>
                  </a:lnTo>
                  <a:lnTo>
                    <a:pt x="699" y="1170"/>
                  </a:lnTo>
                  <a:lnTo>
                    <a:pt x="699" y="1170"/>
                  </a:lnTo>
                  <a:lnTo>
                    <a:pt x="676" y="1146"/>
                  </a:lnTo>
                  <a:lnTo>
                    <a:pt x="652" y="1120"/>
                  </a:lnTo>
                  <a:lnTo>
                    <a:pt x="638" y="1107"/>
                  </a:lnTo>
                  <a:lnTo>
                    <a:pt x="625" y="1095"/>
                  </a:lnTo>
                  <a:lnTo>
                    <a:pt x="612" y="1085"/>
                  </a:lnTo>
                  <a:lnTo>
                    <a:pt x="598" y="1075"/>
                  </a:lnTo>
                  <a:lnTo>
                    <a:pt x="598" y="1075"/>
                  </a:lnTo>
                  <a:lnTo>
                    <a:pt x="587" y="1069"/>
                  </a:lnTo>
                  <a:lnTo>
                    <a:pt x="578" y="1062"/>
                  </a:lnTo>
                  <a:lnTo>
                    <a:pt x="561" y="1045"/>
                  </a:lnTo>
                  <a:lnTo>
                    <a:pt x="546" y="1027"/>
                  </a:lnTo>
                  <a:lnTo>
                    <a:pt x="530" y="1009"/>
                  </a:lnTo>
                  <a:lnTo>
                    <a:pt x="530" y="1009"/>
                  </a:lnTo>
                  <a:lnTo>
                    <a:pt x="523" y="1000"/>
                  </a:lnTo>
                  <a:lnTo>
                    <a:pt x="516" y="993"/>
                  </a:lnTo>
                  <a:lnTo>
                    <a:pt x="500" y="979"/>
                  </a:lnTo>
                  <a:lnTo>
                    <a:pt x="482" y="964"/>
                  </a:lnTo>
                  <a:lnTo>
                    <a:pt x="466" y="951"/>
                  </a:lnTo>
                  <a:lnTo>
                    <a:pt x="466" y="951"/>
                  </a:lnTo>
                  <a:lnTo>
                    <a:pt x="432" y="921"/>
                  </a:lnTo>
                  <a:lnTo>
                    <a:pt x="399" y="890"/>
                  </a:lnTo>
                  <a:lnTo>
                    <a:pt x="366" y="858"/>
                  </a:lnTo>
                  <a:lnTo>
                    <a:pt x="335" y="826"/>
                  </a:lnTo>
                  <a:lnTo>
                    <a:pt x="275" y="759"/>
                  </a:lnTo>
                  <a:lnTo>
                    <a:pt x="215" y="691"/>
                  </a:lnTo>
                  <a:lnTo>
                    <a:pt x="215" y="691"/>
                  </a:lnTo>
                  <a:lnTo>
                    <a:pt x="202" y="677"/>
                  </a:lnTo>
                  <a:lnTo>
                    <a:pt x="190" y="661"/>
                  </a:lnTo>
                  <a:lnTo>
                    <a:pt x="166" y="628"/>
                  </a:lnTo>
                  <a:lnTo>
                    <a:pt x="145" y="594"/>
                  </a:lnTo>
                  <a:lnTo>
                    <a:pt x="127" y="559"/>
                  </a:lnTo>
                  <a:lnTo>
                    <a:pt x="127" y="559"/>
                  </a:lnTo>
                  <a:lnTo>
                    <a:pt x="118" y="543"/>
                  </a:lnTo>
                  <a:lnTo>
                    <a:pt x="106" y="529"/>
                  </a:lnTo>
                  <a:lnTo>
                    <a:pt x="83" y="497"/>
                  </a:lnTo>
                  <a:lnTo>
                    <a:pt x="71" y="482"/>
                  </a:lnTo>
                  <a:lnTo>
                    <a:pt x="60" y="466"/>
                  </a:lnTo>
                  <a:lnTo>
                    <a:pt x="52" y="449"/>
                  </a:lnTo>
                  <a:lnTo>
                    <a:pt x="46" y="432"/>
                  </a:lnTo>
                  <a:lnTo>
                    <a:pt x="46" y="432"/>
                  </a:lnTo>
                  <a:lnTo>
                    <a:pt x="49" y="418"/>
                  </a:lnTo>
                  <a:lnTo>
                    <a:pt x="51" y="404"/>
                  </a:lnTo>
                  <a:lnTo>
                    <a:pt x="56" y="391"/>
                  </a:lnTo>
                  <a:lnTo>
                    <a:pt x="63" y="380"/>
                  </a:lnTo>
                  <a:lnTo>
                    <a:pt x="71" y="368"/>
                  </a:lnTo>
                  <a:lnTo>
                    <a:pt x="79" y="356"/>
                  </a:lnTo>
                  <a:lnTo>
                    <a:pt x="97" y="333"/>
                  </a:lnTo>
                  <a:lnTo>
                    <a:pt x="97" y="333"/>
                  </a:lnTo>
                  <a:lnTo>
                    <a:pt x="120" y="302"/>
                  </a:lnTo>
                  <a:lnTo>
                    <a:pt x="145" y="272"/>
                  </a:lnTo>
                  <a:lnTo>
                    <a:pt x="171" y="245"/>
                  </a:lnTo>
                  <a:lnTo>
                    <a:pt x="199" y="216"/>
                  </a:lnTo>
                  <a:lnTo>
                    <a:pt x="199" y="216"/>
                  </a:lnTo>
                  <a:lnTo>
                    <a:pt x="224" y="191"/>
                  </a:lnTo>
                  <a:lnTo>
                    <a:pt x="247" y="164"/>
                  </a:lnTo>
                  <a:lnTo>
                    <a:pt x="270" y="138"/>
                  </a:lnTo>
                  <a:lnTo>
                    <a:pt x="294" y="112"/>
                  </a:lnTo>
                  <a:lnTo>
                    <a:pt x="294" y="112"/>
                  </a:lnTo>
                  <a:lnTo>
                    <a:pt x="315" y="91"/>
                  </a:lnTo>
                  <a:lnTo>
                    <a:pt x="336" y="71"/>
                  </a:lnTo>
                  <a:lnTo>
                    <a:pt x="336" y="71"/>
                  </a:lnTo>
                  <a:lnTo>
                    <a:pt x="343" y="62"/>
                  </a:lnTo>
                  <a:lnTo>
                    <a:pt x="345" y="57"/>
                  </a:lnTo>
                  <a:lnTo>
                    <a:pt x="345" y="54"/>
                  </a:lnTo>
                  <a:lnTo>
                    <a:pt x="343" y="53"/>
                  </a:lnTo>
                  <a:lnTo>
                    <a:pt x="632" y="53"/>
                  </a:lnTo>
                  <a:lnTo>
                    <a:pt x="632" y="53"/>
                  </a:lnTo>
                  <a:lnTo>
                    <a:pt x="699" y="51"/>
                  </a:lnTo>
                  <a:lnTo>
                    <a:pt x="765" y="49"/>
                  </a:lnTo>
                  <a:lnTo>
                    <a:pt x="832" y="46"/>
                  </a:lnTo>
                  <a:lnTo>
                    <a:pt x="899" y="45"/>
                  </a:lnTo>
                  <a:lnTo>
                    <a:pt x="899" y="45"/>
                  </a:lnTo>
                  <a:lnTo>
                    <a:pt x="968" y="46"/>
                  </a:lnTo>
                  <a:lnTo>
                    <a:pt x="1037" y="47"/>
                  </a:lnTo>
                  <a:lnTo>
                    <a:pt x="1176" y="53"/>
                  </a:lnTo>
                  <a:lnTo>
                    <a:pt x="1316" y="58"/>
                  </a:lnTo>
                  <a:lnTo>
                    <a:pt x="1385" y="61"/>
                  </a:lnTo>
                  <a:lnTo>
                    <a:pt x="1455" y="61"/>
                  </a:lnTo>
                  <a:lnTo>
                    <a:pt x="1455" y="61"/>
                  </a:lnTo>
                  <a:lnTo>
                    <a:pt x="1463" y="59"/>
                  </a:lnTo>
                  <a:lnTo>
                    <a:pt x="1468" y="57"/>
                  </a:lnTo>
                  <a:lnTo>
                    <a:pt x="1468" y="57"/>
                  </a:lnTo>
                  <a:lnTo>
                    <a:pt x="1478" y="64"/>
                  </a:lnTo>
                  <a:lnTo>
                    <a:pt x="1489" y="72"/>
                  </a:lnTo>
                  <a:lnTo>
                    <a:pt x="1489" y="72"/>
                  </a:lnTo>
                  <a:lnTo>
                    <a:pt x="1515" y="93"/>
                  </a:lnTo>
                  <a:lnTo>
                    <a:pt x="1540" y="114"/>
                  </a:lnTo>
                  <a:lnTo>
                    <a:pt x="1563" y="138"/>
                  </a:lnTo>
                  <a:lnTo>
                    <a:pt x="1586" y="163"/>
                  </a:lnTo>
                  <a:lnTo>
                    <a:pt x="1586" y="163"/>
                  </a:lnTo>
                  <a:lnTo>
                    <a:pt x="1609" y="191"/>
                  </a:lnTo>
                  <a:lnTo>
                    <a:pt x="1633" y="221"/>
                  </a:lnTo>
                  <a:lnTo>
                    <a:pt x="1654" y="251"/>
                  </a:lnTo>
                  <a:lnTo>
                    <a:pt x="1674" y="283"/>
                  </a:lnTo>
                  <a:lnTo>
                    <a:pt x="1674" y="283"/>
                  </a:lnTo>
                  <a:lnTo>
                    <a:pt x="1685" y="296"/>
                  </a:lnTo>
                  <a:lnTo>
                    <a:pt x="1695" y="309"/>
                  </a:lnTo>
                  <a:lnTo>
                    <a:pt x="1720" y="333"/>
                  </a:lnTo>
                  <a:lnTo>
                    <a:pt x="1732" y="344"/>
                  </a:lnTo>
                  <a:lnTo>
                    <a:pt x="1744" y="357"/>
                  </a:lnTo>
                  <a:lnTo>
                    <a:pt x="1753" y="370"/>
                  </a:lnTo>
                  <a:lnTo>
                    <a:pt x="1762" y="384"/>
                  </a:lnTo>
                  <a:lnTo>
                    <a:pt x="1762" y="384"/>
                  </a:lnTo>
                  <a:lnTo>
                    <a:pt x="1765" y="389"/>
                  </a:lnTo>
                  <a:lnTo>
                    <a:pt x="1770" y="393"/>
                  </a:lnTo>
                  <a:lnTo>
                    <a:pt x="1770" y="393"/>
                  </a:lnTo>
                  <a:lnTo>
                    <a:pt x="1778" y="421"/>
                  </a:lnTo>
                  <a:lnTo>
                    <a:pt x="1782" y="437"/>
                  </a:lnTo>
                  <a:lnTo>
                    <a:pt x="1784" y="453"/>
                  </a:lnTo>
                  <a:lnTo>
                    <a:pt x="1786" y="469"/>
                  </a:lnTo>
                  <a:lnTo>
                    <a:pt x="1786" y="484"/>
                  </a:lnTo>
                  <a:lnTo>
                    <a:pt x="1783" y="500"/>
                  </a:lnTo>
                  <a:lnTo>
                    <a:pt x="1778" y="513"/>
                  </a:lnTo>
                  <a:lnTo>
                    <a:pt x="1778" y="51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6" name="Freeform 402"/>
            <p:cNvSpPr/>
            <p:nvPr/>
          </p:nvSpPr>
          <p:spPr bwMode="auto">
            <a:xfrm>
              <a:off x="5257801" y="1255713"/>
              <a:ext cx="703263" cy="26988"/>
            </a:xfrm>
            <a:custGeom>
              <a:avLst/>
              <a:gdLst/>
              <a:ahLst/>
              <a:cxnLst>
                <a:cxn ang="0">
                  <a:pos x="1763" y="29"/>
                </a:cxn>
                <a:cxn ang="0">
                  <a:pos x="1744" y="21"/>
                </a:cxn>
                <a:cxn ang="0">
                  <a:pos x="1720" y="18"/>
                </a:cxn>
                <a:cxn ang="0">
                  <a:pos x="1673" y="20"/>
                </a:cxn>
                <a:cxn ang="0">
                  <a:pos x="1592" y="22"/>
                </a:cxn>
                <a:cxn ang="0">
                  <a:pos x="1510" y="22"/>
                </a:cxn>
                <a:cxn ang="0">
                  <a:pos x="1451" y="21"/>
                </a:cxn>
                <a:cxn ang="0">
                  <a:pos x="1332" y="13"/>
                </a:cxn>
                <a:cxn ang="0">
                  <a:pos x="1273" y="12"/>
                </a:cxn>
                <a:cxn ang="0">
                  <a:pos x="1145" y="15"/>
                </a:cxn>
                <a:cxn ang="0">
                  <a:pos x="1016" y="16"/>
                </a:cxn>
                <a:cxn ang="0">
                  <a:pos x="769" y="13"/>
                </a:cxn>
                <a:cxn ang="0">
                  <a:pos x="273" y="3"/>
                </a:cxn>
                <a:cxn ang="0">
                  <a:pos x="26" y="0"/>
                </a:cxn>
                <a:cxn ang="0">
                  <a:pos x="20" y="0"/>
                </a:cxn>
                <a:cxn ang="0">
                  <a:pos x="10" y="4"/>
                </a:cxn>
                <a:cxn ang="0">
                  <a:pos x="4" y="11"/>
                </a:cxn>
                <a:cxn ang="0">
                  <a:pos x="0" y="18"/>
                </a:cxn>
                <a:cxn ang="0">
                  <a:pos x="0" y="28"/>
                </a:cxn>
                <a:cxn ang="0">
                  <a:pos x="4" y="35"/>
                </a:cxn>
                <a:cxn ang="0">
                  <a:pos x="10" y="42"/>
                </a:cxn>
                <a:cxn ang="0">
                  <a:pos x="20" y="45"/>
                </a:cxn>
                <a:cxn ang="0">
                  <a:pos x="26" y="46"/>
                </a:cxn>
                <a:cxn ang="0">
                  <a:pos x="256" y="49"/>
                </a:cxn>
                <a:cxn ang="0">
                  <a:pos x="717" y="59"/>
                </a:cxn>
                <a:cxn ang="0">
                  <a:pos x="947" y="60"/>
                </a:cxn>
                <a:cxn ang="0">
                  <a:pos x="1009" y="60"/>
                </a:cxn>
                <a:cxn ang="0">
                  <a:pos x="1196" y="55"/>
                </a:cxn>
                <a:cxn ang="0">
                  <a:pos x="1320" y="56"/>
                </a:cxn>
                <a:cxn ang="0">
                  <a:pos x="1413" y="62"/>
                </a:cxn>
                <a:cxn ang="0">
                  <a:pos x="1443" y="66"/>
                </a:cxn>
                <a:cxn ang="0">
                  <a:pos x="1527" y="69"/>
                </a:cxn>
                <a:cxn ang="0">
                  <a:pos x="1610" y="68"/>
                </a:cxn>
                <a:cxn ang="0">
                  <a:pos x="1673" y="66"/>
                </a:cxn>
                <a:cxn ang="0">
                  <a:pos x="1707" y="67"/>
                </a:cxn>
                <a:cxn ang="0">
                  <a:pos x="1727" y="64"/>
                </a:cxn>
                <a:cxn ang="0">
                  <a:pos x="1725" y="62"/>
                </a:cxn>
                <a:cxn ang="0">
                  <a:pos x="1731" y="66"/>
                </a:cxn>
                <a:cxn ang="0">
                  <a:pos x="1741" y="68"/>
                </a:cxn>
                <a:cxn ang="0">
                  <a:pos x="1750" y="68"/>
                </a:cxn>
                <a:cxn ang="0">
                  <a:pos x="1763" y="62"/>
                </a:cxn>
                <a:cxn ang="0">
                  <a:pos x="1770" y="50"/>
                </a:cxn>
                <a:cxn ang="0">
                  <a:pos x="1771" y="42"/>
                </a:cxn>
                <a:cxn ang="0">
                  <a:pos x="1767" y="34"/>
                </a:cxn>
                <a:cxn ang="0">
                  <a:pos x="1763" y="29"/>
                </a:cxn>
              </a:cxnLst>
              <a:rect l="0" t="0" r="r" b="b"/>
              <a:pathLst>
                <a:path w="1771" h="69">
                  <a:moveTo>
                    <a:pt x="1763" y="29"/>
                  </a:moveTo>
                  <a:lnTo>
                    <a:pt x="1763" y="29"/>
                  </a:lnTo>
                  <a:lnTo>
                    <a:pt x="1754" y="24"/>
                  </a:lnTo>
                  <a:lnTo>
                    <a:pt x="1744" y="21"/>
                  </a:lnTo>
                  <a:lnTo>
                    <a:pt x="1732" y="18"/>
                  </a:lnTo>
                  <a:lnTo>
                    <a:pt x="1720" y="18"/>
                  </a:lnTo>
                  <a:lnTo>
                    <a:pt x="1695" y="18"/>
                  </a:lnTo>
                  <a:lnTo>
                    <a:pt x="1673" y="20"/>
                  </a:lnTo>
                  <a:lnTo>
                    <a:pt x="1673" y="20"/>
                  </a:lnTo>
                  <a:lnTo>
                    <a:pt x="1592" y="22"/>
                  </a:lnTo>
                  <a:lnTo>
                    <a:pt x="1510" y="22"/>
                  </a:lnTo>
                  <a:lnTo>
                    <a:pt x="1510" y="22"/>
                  </a:lnTo>
                  <a:lnTo>
                    <a:pt x="1481" y="22"/>
                  </a:lnTo>
                  <a:lnTo>
                    <a:pt x="1451" y="21"/>
                  </a:lnTo>
                  <a:lnTo>
                    <a:pt x="1392" y="17"/>
                  </a:lnTo>
                  <a:lnTo>
                    <a:pt x="1332" y="13"/>
                  </a:lnTo>
                  <a:lnTo>
                    <a:pt x="1303" y="12"/>
                  </a:lnTo>
                  <a:lnTo>
                    <a:pt x="1273" y="12"/>
                  </a:lnTo>
                  <a:lnTo>
                    <a:pt x="1273" y="12"/>
                  </a:lnTo>
                  <a:lnTo>
                    <a:pt x="1145" y="15"/>
                  </a:lnTo>
                  <a:lnTo>
                    <a:pt x="1016" y="16"/>
                  </a:lnTo>
                  <a:lnTo>
                    <a:pt x="1016" y="16"/>
                  </a:lnTo>
                  <a:lnTo>
                    <a:pt x="893" y="15"/>
                  </a:lnTo>
                  <a:lnTo>
                    <a:pt x="769" y="13"/>
                  </a:lnTo>
                  <a:lnTo>
                    <a:pt x="521" y="8"/>
                  </a:lnTo>
                  <a:lnTo>
                    <a:pt x="273" y="3"/>
                  </a:lnTo>
                  <a:lnTo>
                    <a:pt x="149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14" y="1"/>
                  </a:lnTo>
                  <a:lnTo>
                    <a:pt x="10" y="4"/>
                  </a:lnTo>
                  <a:lnTo>
                    <a:pt x="7" y="7"/>
                  </a:lnTo>
                  <a:lnTo>
                    <a:pt x="4" y="11"/>
                  </a:lnTo>
                  <a:lnTo>
                    <a:pt x="1" y="15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8"/>
                  </a:lnTo>
                  <a:lnTo>
                    <a:pt x="1" y="32"/>
                  </a:lnTo>
                  <a:lnTo>
                    <a:pt x="4" y="35"/>
                  </a:lnTo>
                  <a:lnTo>
                    <a:pt x="7" y="38"/>
                  </a:lnTo>
                  <a:lnTo>
                    <a:pt x="10" y="42"/>
                  </a:lnTo>
                  <a:lnTo>
                    <a:pt x="14" y="43"/>
                  </a:lnTo>
                  <a:lnTo>
                    <a:pt x="20" y="45"/>
                  </a:lnTo>
                  <a:lnTo>
                    <a:pt x="26" y="46"/>
                  </a:lnTo>
                  <a:lnTo>
                    <a:pt x="26" y="46"/>
                  </a:lnTo>
                  <a:lnTo>
                    <a:pt x="141" y="46"/>
                  </a:lnTo>
                  <a:lnTo>
                    <a:pt x="256" y="49"/>
                  </a:lnTo>
                  <a:lnTo>
                    <a:pt x="487" y="54"/>
                  </a:lnTo>
                  <a:lnTo>
                    <a:pt x="717" y="59"/>
                  </a:lnTo>
                  <a:lnTo>
                    <a:pt x="832" y="60"/>
                  </a:lnTo>
                  <a:lnTo>
                    <a:pt x="947" y="60"/>
                  </a:lnTo>
                  <a:lnTo>
                    <a:pt x="947" y="60"/>
                  </a:lnTo>
                  <a:lnTo>
                    <a:pt x="1009" y="60"/>
                  </a:lnTo>
                  <a:lnTo>
                    <a:pt x="1071" y="59"/>
                  </a:lnTo>
                  <a:lnTo>
                    <a:pt x="1196" y="55"/>
                  </a:lnTo>
                  <a:lnTo>
                    <a:pt x="1258" y="55"/>
                  </a:lnTo>
                  <a:lnTo>
                    <a:pt x="1320" y="56"/>
                  </a:lnTo>
                  <a:lnTo>
                    <a:pt x="1381" y="59"/>
                  </a:lnTo>
                  <a:lnTo>
                    <a:pt x="1413" y="62"/>
                  </a:lnTo>
                  <a:lnTo>
                    <a:pt x="1443" y="66"/>
                  </a:lnTo>
                  <a:lnTo>
                    <a:pt x="1443" y="66"/>
                  </a:lnTo>
                  <a:lnTo>
                    <a:pt x="1485" y="68"/>
                  </a:lnTo>
                  <a:lnTo>
                    <a:pt x="1527" y="69"/>
                  </a:lnTo>
                  <a:lnTo>
                    <a:pt x="1568" y="69"/>
                  </a:lnTo>
                  <a:lnTo>
                    <a:pt x="1610" y="68"/>
                  </a:lnTo>
                  <a:lnTo>
                    <a:pt x="1610" y="68"/>
                  </a:lnTo>
                  <a:lnTo>
                    <a:pt x="1673" y="66"/>
                  </a:lnTo>
                  <a:lnTo>
                    <a:pt x="1673" y="66"/>
                  </a:lnTo>
                  <a:lnTo>
                    <a:pt x="1707" y="67"/>
                  </a:lnTo>
                  <a:lnTo>
                    <a:pt x="1723" y="66"/>
                  </a:lnTo>
                  <a:lnTo>
                    <a:pt x="1727" y="64"/>
                  </a:lnTo>
                  <a:lnTo>
                    <a:pt x="1727" y="63"/>
                  </a:lnTo>
                  <a:lnTo>
                    <a:pt x="1725" y="62"/>
                  </a:lnTo>
                  <a:lnTo>
                    <a:pt x="1725" y="62"/>
                  </a:lnTo>
                  <a:lnTo>
                    <a:pt x="1731" y="66"/>
                  </a:lnTo>
                  <a:lnTo>
                    <a:pt x="1736" y="67"/>
                  </a:lnTo>
                  <a:lnTo>
                    <a:pt x="1741" y="68"/>
                  </a:lnTo>
                  <a:lnTo>
                    <a:pt x="1745" y="68"/>
                  </a:lnTo>
                  <a:lnTo>
                    <a:pt x="1750" y="68"/>
                  </a:lnTo>
                  <a:lnTo>
                    <a:pt x="1755" y="66"/>
                  </a:lnTo>
                  <a:lnTo>
                    <a:pt x="1763" y="62"/>
                  </a:lnTo>
                  <a:lnTo>
                    <a:pt x="1769" y="54"/>
                  </a:lnTo>
                  <a:lnTo>
                    <a:pt x="1770" y="50"/>
                  </a:lnTo>
                  <a:lnTo>
                    <a:pt x="1771" y="46"/>
                  </a:lnTo>
                  <a:lnTo>
                    <a:pt x="1771" y="42"/>
                  </a:lnTo>
                  <a:lnTo>
                    <a:pt x="1770" y="38"/>
                  </a:lnTo>
                  <a:lnTo>
                    <a:pt x="1767" y="34"/>
                  </a:lnTo>
                  <a:lnTo>
                    <a:pt x="1763" y="29"/>
                  </a:lnTo>
                  <a:lnTo>
                    <a:pt x="1763" y="29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7" name="Freeform 403"/>
            <p:cNvSpPr/>
            <p:nvPr/>
          </p:nvSpPr>
          <p:spPr bwMode="auto">
            <a:xfrm>
              <a:off x="5435601" y="1260476"/>
              <a:ext cx="180975" cy="381000"/>
            </a:xfrm>
            <a:custGeom>
              <a:avLst/>
              <a:gdLst/>
              <a:ahLst/>
              <a:cxnLst>
                <a:cxn ang="0">
                  <a:pos x="454" y="924"/>
                </a:cxn>
                <a:cxn ang="0">
                  <a:pos x="432" y="877"/>
                </a:cxn>
                <a:cxn ang="0">
                  <a:pos x="394" y="782"/>
                </a:cxn>
                <a:cxn ang="0">
                  <a:pos x="373" y="735"/>
                </a:cxn>
                <a:cxn ang="0">
                  <a:pos x="343" y="672"/>
                </a:cxn>
                <a:cxn ang="0">
                  <a:pos x="245" y="488"/>
                </a:cxn>
                <a:cxn ang="0">
                  <a:pos x="232" y="464"/>
                </a:cxn>
                <a:cxn ang="0">
                  <a:pos x="187" y="395"/>
                </a:cxn>
                <a:cxn ang="0">
                  <a:pos x="160" y="348"/>
                </a:cxn>
                <a:cxn ang="0">
                  <a:pos x="135" y="298"/>
                </a:cxn>
                <a:cxn ang="0">
                  <a:pos x="122" y="264"/>
                </a:cxn>
                <a:cxn ang="0">
                  <a:pos x="100" y="193"/>
                </a:cxn>
                <a:cxn ang="0">
                  <a:pos x="87" y="158"/>
                </a:cxn>
                <a:cxn ang="0">
                  <a:pos x="62" y="91"/>
                </a:cxn>
                <a:cxn ang="0">
                  <a:pos x="51" y="57"/>
                </a:cxn>
                <a:cxn ang="0">
                  <a:pos x="46" y="22"/>
                </a:cxn>
                <a:cxn ang="0">
                  <a:pos x="45" y="17"/>
                </a:cxn>
                <a:cxn ang="0">
                  <a:pos x="41" y="9"/>
                </a:cxn>
                <a:cxn ang="0">
                  <a:pos x="34" y="4"/>
                </a:cxn>
                <a:cxn ang="0">
                  <a:pos x="23" y="0"/>
                </a:cxn>
                <a:cxn ang="0">
                  <a:pos x="10" y="4"/>
                </a:cxn>
                <a:cxn ang="0">
                  <a:pos x="4" y="9"/>
                </a:cxn>
                <a:cxn ang="0">
                  <a:pos x="0" y="17"/>
                </a:cxn>
                <a:cxn ang="0">
                  <a:pos x="0" y="22"/>
                </a:cxn>
                <a:cxn ang="0">
                  <a:pos x="4" y="52"/>
                </a:cxn>
                <a:cxn ang="0">
                  <a:pos x="19" y="108"/>
                </a:cxn>
                <a:cxn ang="0">
                  <a:pos x="29" y="136"/>
                </a:cxn>
                <a:cxn ang="0">
                  <a:pos x="51" y="199"/>
                </a:cxn>
                <a:cxn ang="0">
                  <a:pos x="71" y="261"/>
                </a:cxn>
                <a:cxn ang="0">
                  <a:pos x="81" y="289"/>
                </a:cxn>
                <a:cxn ang="0">
                  <a:pos x="118" y="369"/>
                </a:cxn>
                <a:cxn ang="0">
                  <a:pos x="126" y="383"/>
                </a:cxn>
                <a:cxn ang="0">
                  <a:pos x="152" y="422"/>
                </a:cxn>
                <a:cxn ang="0">
                  <a:pos x="178" y="462"/>
                </a:cxn>
                <a:cxn ang="0">
                  <a:pos x="186" y="475"/>
                </a:cxn>
                <a:cxn ang="0">
                  <a:pos x="220" y="539"/>
                </a:cxn>
                <a:cxn ang="0">
                  <a:pos x="254" y="601"/>
                </a:cxn>
                <a:cxn ang="0">
                  <a:pos x="269" y="635"/>
                </a:cxn>
                <a:cxn ang="0">
                  <a:pos x="291" y="690"/>
                </a:cxn>
                <a:cxn ang="0">
                  <a:pos x="309" y="724"/>
                </a:cxn>
                <a:cxn ang="0">
                  <a:pos x="320" y="739"/>
                </a:cxn>
                <a:cxn ang="0">
                  <a:pos x="333" y="758"/>
                </a:cxn>
                <a:cxn ang="0">
                  <a:pos x="339" y="781"/>
                </a:cxn>
                <a:cxn ang="0">
                  <a:pos x="351" y="812"/>
                </a:cxn>
                <a:cxn ang="0">
                  <a:pos x="356" y="821"/>
                </a:cxn>
                <a:cxn ang="0">
                  <a:pos x="373" y="851"/>
                </a:cxn>
                <a:cxn ang="0">
                  <a:pos x="388" y="883"/>
                </a:cxn>
                <a:cxn ang="0">
                  <a:pos x="407" y="931"/>
                </a:cxn>
                <a:cxn ang="0">
                  <a:pos x="415" y="947"/>
                </a:cxn>
                <a:cxn ang="0">
                  <a:pos x="420" y="955"/>
                </a:cxn>
                <a:cxn ang="0">
                  <a:pos x="428" y="958"/>
                </a:cxn>
                <a:cxn ang="0">
                  <a:pos x="437" y="958"/>
                </a:cxn>
                <a:cxn ang="0">
                  <a:pos x="452" y="949"/>
                </a:cxn>
                <a:cxn ang="0">
                  <a:pos x="456" y="941"/>
                </a:cxn>
                <a:cxn ang="0">
                  <a:pos x="457" y="934"/>
                </a:cxn>
                <a:cxn ang="0">
                  <a:pos x="454" y="924"/>
                </a:cxn>
              </a:cxnLst>
              <a:rect l="0" t="0" r="r" b="b"/>
              <a:pathLst>
                <a:path w="457" h="958">
                  <a:moveTo>
                    <a:pt x="454" y="924"/>
                  </a:moveTo>
                  <a:lnTo>
                    <a:pt x="454" y="924"/>
                  </a:lnTo>
                  <a:lnTo>
                    <a:pt x="442" y="901"/>
                  </a:lnTo>
                  <a:lnTo>
                    <a:pt x="432" y="877"/>
                  </a:lnTo>
                  <a:lnTo>
                    <a:pt x="412" y="830"/>
                  </a:lnTo>
                  <a:lnTo>
                    <a:pt x="394" y="782"/>
                  </a:lnTo>
                  <a:lnTo>
                    <a:pt x="384" y="758"/>
                  </a:lnTo>
                  <a:lnTo>
                    <a:pt x="373" y="735"/>
                  </a:lnTo>
                  <a:lnTo>
                    <a:pt x="373" y="735"/>
                  </a:lnTo>
                  <a:lnTo>
                    <a:pt x="343" y="672"/>
                  </a:lnTo>
                  <a:lnTo>
                    <a:pt x="310" y="611"/>
                  </a:lnTo>
                  <a:lnTo>
                    <a:pt x="245" y="488"/>
                  </a:lnTo>
                  <a:lnTo>
                    <a:pt x="245" y="488"/>
                  </a:lnTo>
                  <a:lnTo>
                    <a:pt x="232" y="464"/>
                  </a:lnTo>
                  <a:lnTo>
                    <a:pt x="217" y="441"/>
                  </a:lnTo>
                  <a:lnTo>
                    <a:pt x="187" y="395"/>
                  </a:lnTo>
                  <a:lnTo>
                    <a:pt x="173" y="371"/>
                  </a:lnTo>
                  <a:lnTo>
                    <a:pt x="160" y="348"/>
                  </a:lnTo>
                  <a:lnTo>
                    <a:pt x="147" y="324"/>
                  </a:lnTo>
                  <a:lnTo>
                    <a:pt x="135" y="298"/>
                  </a:lnTo>
                  <a:lnTo>
                    <a:pt x="135" y="298"/>
                  </a:lnTo>
                  <a:lnTo>
                    <a:pt x="122" y="264"/>
                  </a:lnTo>
                  <a:lnTo>
                    <a:pt x="110" y="229"/>
                  </a:lnTo>
                  <a:lnTo>
                    <a:pt x="100" y="193"/>
                  </a:lnTo>
                  <a:lnTo>
                    <a:pt x="87" y="158"/>
                  </a:lnTo>
                  <a:lnTo>
                    <a:pt x="87" y="158"/>
                  </a:lnTo>
                  <a:lnTo>
                    <a:pt x="74" y="125"/>
                  </a:lnTo>
                  <a:lnTo>
                    <a:pt x="62" y="91"/>
                  </a:lnTo>
                  <a:lnTo>
                    <a:pt x="55" y="74"/>
                  </a:lnTo>
                  <a:lnTo>
                    <a:pt x="51" y="57"/>
                  </a:lnTo>
                  <a:lnTo>
                    <a:pt x="47" y="40"/>
                  </a:lnTo>
                  <a:lnTo>
                    <a:pt x="46" y="22"/>
                  </a:lnTo>
                  <a:lnTo>
                    <a:pt x="46" y="22"/>
                  </a:lnTo>
                  <a:lnTo>
                    <a:pt x="45" y="17"/>
                  </a:lnTo>
                  <a:lnTo>
                    <a:pt x="44" y="13"/>
                  </a:lnTo>
                  <a:lnTo>
                    <a:pt x="41" y="9"/>
                  </a:lnTo>
                  <a:lnTo>
                    <a:pt x="38" y="5"/>
                  </a:lnTo>
                  <a:lnTo>
                    <a:pt x="34" y="4"/>
                  </a:lnTo>
                  <a:lnTo>
                    <a:pt x="30" y="1"/>
                  </a:lnTo>
                  <a:lnTo>
                    <a:pt x="23" y="0"/>
                  </a:lnTo>
                  <a:lnTo>
                    <a:pt x="13" y="1"/>
                  </a:lnTo>
                  <a:lnTo>
                    <a:pt x="10" y="4"/>
                  </a:lnTo>
                  <a:lnTo>
                    <a:pt x="7" y="5"/>
                  </a:lnTo>
                  <a:lnTo>
                    <a:pt x="4" y="9"/>
                  </a:lnTo>
                  <a:lnTo>
                    <a:pt x="2" y="13"/>
                  </a:lnTo>
                  <a:lnTo>
                    <a:pt x="0" y="17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2" y="36"/>
                  </a:lnTo>
                  <a:lnTo>
                    <a:pt x="4" y="52"/>
                  </a:lnTo>
                  <a:lnTo>
                    <a:pt x="10" y="80"/>
                  </a:lnTo>
                  <a:lnTo>
                    <a:pt x="19" y="108"/>
                  </a:lnTo>
                  <a:lnTo>
                    <a:pt x="29" y="136"/>
                  </a:lnTo>
                  <a:lnTo>
                    <a:pt x="29" y="136"/>
                  </a:lnTo>
                  <a:lnTo>
                    <a:pt x="41" y="167"/>
                  </a:lnTo>
                  <a:lnTo>
                    <a:pt x="51" y="199"/>
                  </a:lnTo>
                  <a:lnTo>
                    <a:pt x="61" y="230"/>
                  </a:lnTo>
                  <a:lnTo>
                    <a:pt x="71" y="261"/>
                  </a:lnTo>
                  <a:lnTo>
                    <a:pt x="71" y="261"/>
                  </a:lnTo>
                  <a:lnTo>
                    <a:pt x="81" y="289"/>
                  </a:lnTo>
                  <a:lnTo>
                    <a:pt x="93" y="315"/>
                  </a:lnTo>
                  <a:lnTo>
                    <a:pt x="118" y="369"/>
                  </a:lnTo>
                  <a:lnTo>
                    <a:pt x="118" y="369"/>
                  </a:lnTo>
                  <a:lnTo>
                    <a:pt x="126" y="383"/>
                  </a:lnTo>
                  <a:lnTo>
                    <a:pt x="134" y="396"/>
                  </a:lnTo>
                  <a:lnTo>
                    <a:pt x="152" y="422"/>
                  </a:lnTo>
                  <a:lnTo>
                    <a:pt x="170" y="448"/>
                  </a:lnTo>
                  <a:lnTo>
                    <a:pt x="178" y="462"/>
                  </a:lnTo>
                  <a:lnTo>
                    <a:pt x="186" y="475"/>
                  </a:lnTo>
                  <a:lnTo>
                    <a:pt x="186" y="475"/>
                  </a:lnTo>
                  <a:lnTo>
                    <a:pt x="202" y="507"/>
                  </a:lnTo>
                  <a:lnTo>
                    <a:pt x="220" y="539"/>
                  </a:lnTo>
                  <a:lnTo>
                    <a:pt x="254" y="601"/>
                  </a:lnTo>
                  <a:lnTo>
                    <a:pt x="254" y="601"/>
                  </a:lnTo>
                  <a:lnTo>
                    <a:pt x="262" y="617"/>
                  </a:lnTo>
                  <a:lnTo>
                    <a:pt x="269" y="635"/>
                  </a:lnTo>
                  <a:lnTo>
                    <a:pt x="283" y="672"/>
                  </a:lnTo>
                  <a:lnTo>
                    <a:pt x="291" y="690"/>
                  </a:lnTo>
                  <a:lnTo>
                    <a:pt x="300" y="709"/>
                  </a:lnTo>
                  <a:lnTo>
                    <a:pt x="309" y="724"/>
                  </a:lnTo>
                  <a:lnTo>
                    <a:pt x="320" y="739"/>
                  </a:lnTo>
                  <a:lnTo>
                    <a:pt x="320" y="739"/>
                  </a:lnTo>
                  <a:lnTo>
                    <a:pt x="326" y="748"/>
                  </a:lnTo>
                  <a:lnTo>
                    <a:pt x="333" y="758"/>
                  </a:lnTo>
                  <a:lnTo>
                    <a:pt x="337" y="770"/>
                  </a:lnTo>
                  <a:lnTo>
                    <a:pt x="339" y="781"/>
                  </a:lnTo>
                  <a:lnTo>
                    <a:pt x="346" y="802"/>
                  </a:lnTo>
                  <a:lnTo>
                    <a:pt x="351" y="812"/>
                  </a:lnTo>
                  <a:lnTo>
                    <a:pt x="356" y="821"/>
                  </a:lnTo>
                  <a:lnTo>
                    <a:pt x="356" y="821"/>
                  </a:lnTo>
                  <a:lnTo>
                    <a:pt x="365" y="836"/>
                  </a:lnTo>
                  <a:lnTo>
                    <a:pt x="373" y="851"/>
                  </a:lnTo>
                  <a:lnTo>
                    <a:pt x="381" y="867"/>
                  </a:lnTo>
                  <a:lnTo>
                    <a:pt x="388" y="883"/>
                  </a:lnTo>
                  <a:lnTo>
                    <a:pt x="399" y="915"/>
                  </a:lnTo>
                  <a:lnTo>
                    <a:pt x="407" y="931"/>
                  </a:lnTo>
                  <a:lnTo>
                    <a:pt x="415" y="947"/>
                  </a:lnTo>
                  <a:lnTo>
                    <a:pt x="415" y="947"/>
                  </a:lnTo>
                  <a:lnTo>
                    <a:pt x="418" y="951"/>
                  </a:lnTo>
                  <a:lnTo>
                    <a:pt x="420" y="955"/>
                  </a:lnTo>
                  <a:lnTo>
                    <a:pt x="424" y="957"/>
                  </a:lnTo>
                  <a:lnTo>
                    <a:pt x="428" y="958"/>
                  </a:lnTo>
                  <a:lnTo>
                    <a:pt x="433" y="958"/>
                  </a:lnTo>
                  <a:lnTo>
                    <a:pt x="437" y="958"/>
                  </a:lnTo>
                  <a:lnTo>
                    <a:pt x="445" y="955"/>
                  </a:lnTo>
                  <a:lnTo>
                    <a:pt x="452" y="949"/>
                  </a:lnTo>
                  <a:lnTo>
                    <a:pt x="454" y="945"/>
                  </a:lnTo>
                  <a:lnTo>
                    <a:pt x="456" y="941"/>
                  </a:lnTo>
                  <a:lnTo>
                    <a:pt x="457" y="938"/>
                  </a:lnTo>
                  <a:lnTo>
                    <a:pt x="457" y="934"/>
                  </a:lnTo>
                  <a:lnTo>
                    <a:pt x="456" y="928"/>
                  </a:lnTo>
                  <a:lnTo>
                    <a:pt x="454" y="924"/>
                  </a:lnTo>
                  <a:lnTo>
                    <a:pt x="454" y="92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8" name="Freeform 404"/>
            <p:cNvSpPr/>
            <p:nvPr/>
          </p:nvSpPr>
          <p:spPr bwMode="auto">
            <a:xfrm>
              <a:off x="5607051" y="1260476"/>
              <a:ext cx="146050" cy="387350"/>
            </a:xfrm>
            <a:custGeom>
              <a:avLst/>
              <a:gdLst/>
              <a:ahLst/>
              <a:cxnLst>
                <a:cxn ang="0">
                  <a:pos x="321" y="22"/>
                </a:cxn>
                <a:cxn ang="0">
                  <a:pos x="310" y="85"/>
                </a:cxn>
                <a:cxn ang="0">
                  <a:pos x="292" y="148"/>
                </a:cxn>
                <a:cxn ang="0">
                  <a:pos x="249" y="271"/>
                </a:cxn>
                <a:cxn ang="0">
                  <a:pos x="229" y="333"/>
                </a:cxn>
                <a:cxn ang="0">
                  <a:pos x="189" y="458"/>
                </a:cxn>
                <a:cxn ang="0">
                  <a:pos x="173" y="520"/>
                </a:cxn>
                <a:cxn ang="0">
                  <a:pos x="166" y="553"/>
                </a:cxn>
                <a:cxn ang="0">
                  <a:pos x="148" y="617"/>
                </a:cxn>
                <a:cxn ang="0">
                  <a:pos x="126" y="680"/>
                </a:cxn>
                <a:cxn ang="0">
                  <a:pos x="98" y="741"/>
                </a:cxn>
                <a:cxn ang="0">
                  <a:pos x="84" y="771"/>
                </a:cxn>
                <a:cxn ang="0">
                  <a:pos x="59" y="812"/>
                </a:cxn>
                <a:cxn ang="0">
                  <a:pos x="30" y="856"/>
                </a:cxn>
                <a:cxn ang="0">
                  <a:pos x="12" y="893"/>
                </a:cxn>
                <a:cxn ang="0">
                  <a:pos x="4" y="917"/>
                </a:cxn>
                <a:cxn ang="0">
                  <a:pos x="0" y="939"/>
                </a:cxn>
                <a:cxn ang="0">
                  <a:pos x="2" y="951"/>
                </a:cxn>
                <a:cxn ang="0">
                  <a:pos x="4" y="960"/>
                </a:cxn>
                <a:cxn ang="0">
                  <a:pos x="11" y="968"/>
                </a:cxn>
                <a:cxn ang="0">
                  <a:pos x="26" y="973"/>
                </a:cxn>
                <a:cxn ang="0">
                  <a:pos x="38" y="969"/>
                </a:cxn>
                <a:cxn ang="0">
                  <a:pos x="45" y="964"/>
                </a:cxn>
                <a:cxn ang="0">
                  <a:pos x="47" y="956"/>
                </a:cxn>
                <a:cxn ang="0">
                  <a:pos x="47" y="951"/>
                </a:cxn>
                <a:cxn ang="0">
                  <a:pos x="50" y="928"/>
                </a:cxn>
                <a:cxn ang="0">
                  <a:pos x="59" y="905"/>
                </a:cxn>
                <a:cxn ang="0">
                  <a:pos x="84" y="862"/>
                </a:cxn>
                <a:cxn ang="0">
                  <a:pos x="119" y="802"/>
                </a:cxn>
                <a:cxn ang="0">
                  <a:pos x="151" y="739"/>
                </a:cxn>
                <a:cxn ang="0">
                  <a:pos x="164" y="713"/>
                </a:cxn>
                <a:cxn ang="0">
                  <a:pos x="185" y="658"/>
                </a:cxn>
                <a:cxn ang="0">
                  <a:pos x="202" y="601"/>
                </a:cxn>
                <a:cxn ang="0">
                  <a:pos x="221" y="515"/>
                </a:cxn>
                <a:cxn ang="0">
                  <a:pos x="229" y="484"/>
                </a:cxn>
                <a:cxn ang="0">
                  <a:pos x="246" y="421"/>
                </a:cxn>
                <a:cxn ang="0">
                  <a:pos x="278" y="328"/>
                </a:cxn>
                <a:cxn ang="0">
                  <a:pos x="299" y="265"/>
                </a:cxn>
                <a:cxn ang="0">
                  <a:pos x="339" y="145"/>
                </a:cxn>
                <a:cxn ang="0">
                  <a:pos x="357" y="84"/>
                </a:cxn>
                <a:cxn ang="0">
                  <a:pos x="367" y="22"/>
                </a:cxn>
                <a:cxn ang="0">
                  <a:pos x="367" y="17"/>
                </a:cxn>
                <a:cxn ang="0">
                  <a:pos x="364" y="9"/>
                </a:cxn>
                <a:cxn ang="0">
                  <a:pos x="357" y="4"/>
                </a:cxn>
                <a:cxn ang="0">
                  <a:pos x="346" y="0"/>
                </a:cxn>
                <a:cxn ang="0">
                  <a:pos x="333" y="4"/>
                </a:cxn>
                <a:cxn ang="0">
                  <a:pos x="326" y="9"/>
                </a:cxn>
                <a:cxn ang="0">
                  <a:pos x="322" y="17"/>
                </a:cxn>
                <a:cxn ang="0">
                  <a:pos x="321" y="22"/>
                </a:cxn>
              </a:cxnLst>
              <a:rect l="0" t="0" r="r" b="b"/>
              <a:pathLst>
                <a:path w="367" h="973">
                  <a:moveTo>
                    <a:pt x="321" y="22"/>
                  </a:moveTo>
                  <a:lnTo>
                    <a:pt x="321" y="22"/>
                  </a:lnTo>
                  <a:lnTo>
                    <a:pt x="317" y="53"/>
                  </a:lnTo>
                  <a:lnTo>
                    <a:pt x="310" y="85"/>
                  </a:lnTo>
                  <a:lnTo>
                    <a:pt x="302" y="116"/>
                  </a:lnTo>
                  <a:lnTo>
                    <a:pt x="292" y="148"/>
                  </a:lnTo>
                  <a:lnTo>
                    <a:pt x="270" y="210"/>
                  </a:lnTo>
                  <a:lnTo>
                    <a:pt x="249" y="271"/>
                  </a:lnTo>
                  <a:lnTo>
                    <a:pt x="249" y="271"/>
                  </a:lnTo>
                  <a:lnTo>
                    <a:pt x="229" y="333"/>
                  </a:lnTo>
                  <a:lnTo>
                    <a:pt x="208" y="395"/>
                  </a:lnTo>
                  <a:lnTo>
                    <a:pt x="189" y="458"/>
                  </a:lnTo>
                  <a:lnTo>
                    <a:pt x="181" y="489"/>
                  </a:lnTo>
                  <a:lnTo>
                    <a:pt x="173" y="520"/>
                  </a:lnTo>
                  <a:lnTo>
                    <a:pt x="173" y="520"/>
                  </a:lnTo>
                  <a:lnTo>
                    <a:pt x="166" y="553"/>
                  </a:lnTo>
                  <a:lnTo>
                    <a:pt x="157" y="586"/>
                  </a:lnTo>
                  <a:lnTo>
                    <a:pt x="148" y="617"/>
                  </a:lnTo>
                  <a:lnTo>
                    <a:pt x="138" y="650"/>
                  </a:lnTo>
                  <a:lnTo>
                    <a:pt x="126" y="680"/>
                  </a:lnTo>
                  <a:lnTo>
                    <a:pt x="113" y="711"/>
                  </a:lnTo>
                  <a:lnTo>
                    <a:pt x="98" y="741"/>
                  </a:lnTo>
                  <a:lnTo>
                    <a:pt x="84" y="771"/>
                  </a:lnTo>
                  <a:lnTo>
                    <a:pt x="84" y="771"/>
                  </a:lnTo>
                  <a:lnTo>
                    <a:pt x="72" y="791"/>
                  </a:lnTo>
                  <a:lnTo>
                    <a:pt x="59" y="812"/>
                  </a:lnTo>
                  <a:lnTo>
                    <a:pt x="45" y="834"/>
                  </a:lnTo>
                  <a:lnTo>
                    <a:pt x="30" y="856"/>
                  </a:lnTo>
                  <a:lnTo>
                    <a:pt x="17" y="880"/>
                  </a:lnTo>
                  <a:lnTo>
                    <a:pt x="12" y="893"/>
                  </a:lnTo>
                  <a:lnTo>
                    <a:pt x="8" y="905"/>
                  </a:lnTo>
                  <a:lnTo>
                    <a:pt x="4" y="917"/>
                  </a:lnTo>
                  <a:lnTo>
                    <a:pt x="2" y="928"/>
                  </a:lnTo>
                  <a:lnTo>
                    <a:pt x="0" y="939"/>
                  </a:lnTo>
                  <a:lnTo>
                    <a:pt x="2" y="951"/>
                  </a:lnTo>
                  <a:lnTo>
                    <a:pt x="2" y="951"/>
                  </a:lnTo>
                  <a:lnTo>
                    <a:pt x="3" y="956"/>
                  </a:lnTo>
                  <a:lnTo>
                    <a:pt x="4" y="960"/>
                  </a:lnTo>
                  <a:lnTo>
                    <a:pt x="7" y="964"/>
                  </a:lnTo>
                  <a:lnTo>
                    <a:pt x="11" y="968"/>
                  </a:lnTo>
                  <a:lnTo>
                    <a:pt x="17" y="972"/>
                  </a:lnTo>
                  <a:lnTo>
                    <a:pt x="26" y="973"/>
                  </a:lnTo>
                  <a:lnTo>
                    <a:pt x="34" y="972"/>
                  </a:lnTo>
                  <a:lnTo>
                    <a:pt x="38" y="969"/>
                  </a:lnTo>
                  <a:lnTo>
                    <a:pt x="42" y="968"/>
                  </a:lnTo>
                  <a:lnTo>
                    <a:pt x="45" y="964"/>
                  </a:lnTo>
                  <a:lnTo>
                    <a:pt x="46" y="960"/>
                  </a:lnTo>
                  <a:lnTo>
                    <a:pt x="47" y="956"/>
                  </a:lnTo>
                  <a:lnTo>
                    <a:pt x="47" y="951"/>
                  </a:lnTo>
                  <a:lnTo>
                    <a:pt x="47" y="951"/>
                  </a:lnTo>
                  <a:lnTo>
                    <a:pt x="47" y="940"/>
                  </a:lnTo>
                  <a:lnTo>
                    <a:pt x="50" y="928"/>
                  </a:lnTo>
                  <a:lnTo>
                    <a:pt x="54" y="917"/>
                  </a:lnTo>
                  <a:lnTo>
                    <a:pt x="59" y="905"/>
                  </a:lnTo>
                  <a:lnTo>
                    <a:pt x="72" y="881"/>
                  </a:lnTo>
                  <a:lnTo>
                    <a:pt x="84" y="862"/>
                  </a:lnTo>
                  <a:lnTo>
                    <a:pt x="84" y="862"/>
                  </a:lnTo>
                  <a:lnTo>
                    <a:pt x="119" y="802"/>
                  </a:lnTo>
                  <a:lnTo>
                    <a:pt x="135" y="770"/>
                  </a:lnTo>
                  <a:lnTo>
                    <a:pt x="151" y="739"/>
                  </a:lnTo>
                  <a:lnTo>
                    <a:pt x="151" y="739"/>
                  </a:lnTo>
                  <a:lnTo>
                    <a:pt x="164" y="713"/>
                  </a:lnTo>
                  <a:lnTo>
                    <a:pt x="174" y="685"/>
                  </a:lnTo>
                  <a:lnTo>
                    <a:pt x="185" y="658"/>
                  </a:lnTo>
                  <a:lnTo>
                    <a:pt x="193" y="629"/>
                  </a:lnTo>
                  <a:lnTo>
                    <a:pt x="202" y="601"/>
                  </a:lnTo>
                  <a:lnTo>
                    <a:pt x="208" y="573"/>
                  </a:lnTo>
                  <a:lnTo>
                    <a:pt x="221" y="515"/>
                  </a:lnTo>
                  <a:lnTo>
                    <a:pt x="221" y="515"/>
                  </a:lnTo>
                  <a:lnTo>
                    <a:pt x="229" y="484"/>
                  </a:lnTo>
                  <a:lnTo>
                    <a:pt x="237" y="452"/>
                  </a:lnTo>
                  <a:lnTo>
                    <a:pt x="246" y="421"/>
                  </a:lnTo>
                  <a:lnTo>
                    <a:pt x="257" y="390"/>
                  </a:lnTo>
                  <a:lnTo>
                    <a:pt x="278" y="328"/>
                  </a:lnTo>
                  <a:lnTo>
                    <a:pt x="299" y="265"/>
                  </a:lnTo>
                  <a:lnTo>
                    <a:pt x="299" y="265"/>
                  </a:lnTo>
                  <a:lnTo>
                    <a:pt x="320" y="207"/>
                  </a:lnTo>
                  <a:lnTo>
                    <a:pt x="339" y="145"/>
                  </a:lnTo>
                  <a:lnTo>
                    <a:pt x="350" y="115"/>
                  </a:lnTo>
                  <a:lnTo>
                    <a:pt x="357" y="84"/>
                  </a:lnTo>
                  <a:lnTo>
                    <a:pt x="363" y="53"/>
                  </a:lnTo>
                  <a:lnTo>
                    <a:pt x="367" y="22"/>
                  </a:lnTo>
                  <a:lnTo>
                    <a:pt x="367" y="22"/>
                  </a:lnTo>
                  <a:lnTo>
                    <a:pt x="367" y="17"/>
                  </a:lnTo>
                  <a:lnTo>
                    <a:pt x="365" y="13"/>
                  </a:lnTo>
                  <a:lnTo>
                    <a:pt x="364" y="9"/>
                  </a:lnTo>
                  <a:lnTo>
                    <a:pt x="361" y="5"/>
                  </a:lnTo>
                  <a:lnTo>
                    <a:pt x="357" y="4"/>
                  </a:lnTo>
                  <a:lnTo>
                    <a:pt x="354" y="1"/>
                  </a:lnTo>
                  <a:lnTo>
                    <a:pt x="346" y="0"/>
                  </a:lnTo>
                  <a:lnTo>
                    <a:pt x="337" y="1"/>
                  </a:lnTo>
                  <a:lnTo>
                    <a:pt x="333" y="4"/>
                  </a:lnTo>
                  <a:lnTo>
                    <a:pt x="330" y="5"/>
                  </a:lnTo>
                  <a:lnTo>
                    <a:pt x="326" y="9"/>
                  </a:lnTo>
                  <a:lnTo>
                    <a:pt x="323" y="13"/>
                  </a:lnTo>
                  <a:lnTo>
                    <a:pt x="322" y="17"/>
                  </a:lnTo>
                  <a:lnTo>
                    <a:pt x="321" y="22"/>
                  </a:lnTo>
                  <a:lnTo>
                    <a:pt x="321" y="2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9" name="Freeform 405"/>
            <p:cNvSpPr/>
            <p:nvPr/>
          </p:nvSpPr>
          <p:spPr bwMode="auto">
            <a:xfrm>
              <a:off x="5372101" y="1096963"/>
              <a:ext cx="247650" cy="176213"/>
            </a:xfrm>
            <a:custGeom>
              <a:avLst/>
              <a:gdLst/>
              <a:ahLst/>
              <a:cxnLst>
                <a:cxn ang="0">
                  <a:pos x="586" y="6"/>
                </a:cxn>
                <a:cxn ang="0">
                  <a:pos x="529" y="63"/>
                </a:cxn>
                <a:cxn ang="0">
                  <a:pos x="407" y="169"/>
                </a:cxn>
                <a:cxn ang="0">
                  <a:pos x="346" y="220"/>
                </a:cxn>
                <a:cxn ang="0">
                  <a:pos x="321" y="243"/>
                </a:cxn>
                <a:cxn ang="0">
                  <a:pos x="276" y="293"/>
                </a:cxn>
                <a:cxn ang="0">
                  <a:pos x="253" y="316"/>
                </a:cxn>
                <a:cxn ang="0">
                  <a:pos x="241" y="328"/>
                </a:cxn>
                <a:cxn ang="0">
                  <a:pos x="210" y="367"/>
                </a:cxn>
                <a:cxn ang="0">
                  <a:pos x="198" y="379"/>
                </a:cxn>
                <a:cxn ang="0">
                  <a:pos x="186" y="390"/>
                </a:cxn>
                <a:cxn ang="0">
                  <a:pos x="180" y="384"/>
                </a:cxn>
                <a:cxn ang="0">
                  <a:pos x="169" y="341"/>
                </a:cxn>
                <a:cxn ang="0">
                  <a:pos x="146" y="256"/>
                </a:cxn>
                <a:cxn ang="0">
                  <a:pos x="131" y="216"/>
                </a:cxn>
                <a:cxn ang="0">
                  <a:pos x="92" y="115"/>
                </a:cxn>
                <a:cxn ang="0">
                  <a:pos x="70" y="64"/>
                </a:cxn>
                <a:cxn ang="0">
                  <a:pos x="44" y="20"/>
                </a:cxn>
                <a:cxn ang="0">
                  <a:pos x="41" y="16"/>
                </a:cxn>
                <a:cxn ang="0">
                  <a:pos x="33" y="10"/>
                </a:cxn>
                <a:cxn ang="0">
                  <a:pos x="24" y="9"/>
                </a:cxn>
                <a:cxn ang="0">
                  <a:pos x="12" y="13"/>
                </a:cxn>
                <a:cxn ang="0">
                  <a:pos x="3" y="21"/>
                </a:cxn>
                <a:cxn ang="0">
                  <a:pos x="0" y="29"/>
                </a:cxn>
                <a:cxn ang="0">
                  <a:pos x="2" y="38"/>
                </a:cxn>
                <a:cxn ang="0">
                  <a:pos x="4" y="42"/>
                </a:cxn>
                <a:cxn ang="0">
                  <a:pos x="28" y="84"/>
                </a:cxn>
                <a:cxn ang="0">
                  <a:pos x="45" y="128"/>
                </a:cxn>
                <a:cxn ang="0">
                  <a:pos x="71" y="196"/>
                </a:cxn>
                <a:cxn ang="0">
                  <a:pos x="82" y="217"/>
                </a:cxn>
                <a:cxn ang="0">
                  <a:pos x="102" y="264"/>
                </a:cxn>
                <a:cxn ang="0">
                  <a:pos x="117" y="315"/>
                </a:cxn>
                <a:cxn ang="0">
                  <a:pos x="139" y="417"/>
                </a:cxn>
                <a:cxn ang="0">
                  <a:pos x="142" y="422"/>
                </a:cxn>
                <a:cxn ang="0">
                  <a:pos x="148" y="430"/>
                </a:cxn>
                <a:cxn ang="0">
                  <a:pos x="157" y="434"/>
                </a:cxn>
                <a:cxn ang="0">
                  <a:pos x="168" y="433"/>
                </a:cxn>
                <a:cxn ang="0">
                  <a:pos x="173" y="430"/>
                </a:cxn>
                <a:cxn ang="0">
                  <a:pos x="181" y="438"/>
                </a:cxn>
                <a:cxn ang="0">
                  <a:pos x="191" y="442"/>
                </a:cxn>
                <a:cxn ang="0">
                  <a:pos x="203" y="439"/>
                </a:cxn>
                <a:cxn ang="0">
                  <a:pos x="211" y="430"/>
                </a:cxn>
                <a:cxn ang="0">
                  <a:pos x="215" y="425"/>
                </a:cxn>
                <a:cxn ang="0">
                  <a:pos x="231" y="408"/>
                </a:cxn>
                <a:cxn ang="0">
                  <a:pos x="252" y="387"/>
                </a:cxn>
                <a:cxn ang="0">
                  <a:pos x="274" y="361"/>
                </a:cxn>
                <a:cxn ang="0">
                  <a:pos x="299" y="336"/>
                </a:cxn>
                <a:cxn ang="0">
                  <a:pos x="312" y="326"/>
                </a:cxn>
                <a:cxn ang="0">
                  <a:pos x="344" y="289"/>
                </a:cxn>
                <a:cxn ang="0">
                  <a:pos x="378" y="252"/>
                </a:cxn>
                <a:cxn ang="0">
                  <a:pos x="392" y="241"/>
                </a:cxn>
                <a:cxn ang="0">
                  <a:pos x="508" y="142"/>
                </a:cxn>
                <a:cxn ang="0">
                  <a:pos x="619" y="39"/>
                </a:cxn>
                <a:cxn ang="0">
                  <a:pos x="622" y="35"/>
                </a:cxn>
                <a:cxn ang="0">
                  <a:pos x="626" y="27"/>
                </a:cxn>
                <a:cxn ang="0">
                  <a:pos x="624" y="18"/>
                </a:cxn>
                <a:cxn ang="0">
                  <a:pos x="619" y="8"/>
                </a:cxn>
                <a:cxn ang="0">
                  <a:pos x="607" y="1"/>
                </a:cxn>
                <a:cxn ang="0">
                  <a:pos x="600" y="0"/>
                </a:cxn>
                <a:cxn ang="0">
                  <a:pos x="590" y="4"/>
                </a:cxn>
                <a:cxn ang="0">
                  <a:pos x="586" y="6"/>
                </a:cxn>
              </a:cxnLst>
              <a:rect l="0" t="0" r="r" b="b"/>
              <a:pathLst>
                <a:path w="626" h="442">
                  <a:moveTo>
                    <a:pt x="586" y="6"/>
                  </a:moveTo>
                  <a:lnTo>
                    <a:pt x="586" y="6"/>
                  </a:lnTo>
                  <a:lnTo>
                    <a:pt x="558" y="35"/>
                  </a:lnTo>
                  <a:lnTo>
                    <a:pt x="529" y="63"/>
                  </a:lnTo>
                  <a:lnTo>
                    <a:pt x="469" y="116"/>
                  </a:lnTo>
                  <a:lnTo>
                    <a:pt x="407" y="169"/>
                  </a:lnTo>
                  <a:lnTo>
                    <a:pt x="346" y="220"/>
                  </a:lnTo>
                  <a:lnTo>
                    <a:pt x="346" y="220"/>
                  </a:lnTo>
                  <a:lnTo>
                    <a:pt x="333" y="231"/>
                  </a:lnTo>
                  <a:lnTo>
                    <a:pt x="321" y="243"/>
                  </a:lnTo>
                  <a:lnTo>
                    <a:pt x="299" y="268"/>
                  </a:lnTo>
                  <a:lnTo>
                    <a:pt x="276" y="293"/>
                  </a:lnTo>
                  <a:lnTo>
                    <a:pt x="265" y="305"/>
                  </a:lnTo>
                  <a:lnTo>
                    <a:pt x="253" y="316"/>
                  </a:lnTo>
                  <a:lnTo>
                    <a:pt x="253" y="316"/>
                  </a:lnTo>
                  <a:lnTo>
                    <a:pt x="241" y="328"/>
                  </a:lnTo>
                  <a:lnTo>
                    <a:pt x="231" y="341"/>
                  </a:lnTo>
                  <a:lnTo>
                    <a:pt x="210" y="367"/>
                  </a:lnTo>
                  <a:lnTo>
                    <a:pt x="210" y="367"/>
                  </a:lnTo>
                  <a:lnTo>
                    <a:pt x="198" y="379"/>
                  </a:lnTo>
                  <a:lnTo>
                    <a:pt x="186" y="390"/>
                  </a:lnTo>
                  <a:lnTo>
                    <a:pt x="186" y="390"/>
                  </a:lnTo>
                  <a:lnTo>
                    <a:pt x="184" y="387"/>
                  </a:lnTo>
                  <a:lnTo>
                    <a:pt x="180" y="384"/>
                  </a:lnTo>
                  <a:lnTo>
                    <a:pt x="180" y="384"/>
                  </a:lnTo>
                  <a:lnTo>
                    <a:pt x="169" y="341"/>
                  </a:lnTo>
                  <a:lnTo>
                    <a:pt x="159" y="298"/>
                  </a:lnTo>
                  <a:lnTo>
                    <a:pt x="146" y="256"/>
                  </a:lnTo>
                  <a:lnTo>
                    <a:pt x="131" y="216"/>
                  </a:lnTo>
                  <a:lnTo>
                    <a:pt x="131" y="216"/>
                  </a:lnTo>
                  <a:lnTo>
                    <a:pt x="112" y="166"/>
                  </a:lnTo>
                  <a:lnTo>
                    <a:pt x="92" y="115"/>
                  </a:lnTo>
                  <a:lnTo>
                    <a:pt x="82" y="89"/>
                  </a:lnTo>
                  <a:lnTo>
                    <a:pt x="70" y="64"/>
                  </a:lnTo>
                  <a:lnTo>
                    <a:pt x="58" y="40"/>
                  </a:lnTo>
                  <a:lnTo>
                    <a:pt x="44" y="20"/>
                  </a:lnTo>
                  <a:lnTo>
                    <a:pt x="44" y="20"/>
                  </a:lnTo>
                  <a:lnTo>
                    <a:pt x="41" y="16"/>
                  </a:lnTo>
                  <a:lnTo>
                    <a:pt x="37" y="12"/>
                  </a:lnTo>
                  <a:lnTo>
                    <a:pt x="33" y="10"/>
                  </a:lnTo>
                  <a:lnTo>
                    <a:pt x="28" y="9"/>
                  </a:lnTo>
                  <a:lnTo>
                    <a:pt x="24" y="9"/>
                  </a:lnTo>
                  <a:lnTo>
                    <a:pt x="20" y="9"/>
                  </a:lnTo>
                  <a:lnTo>
                    <a:pt x="12" y="13"/>
                  </a:lnTo>
                  <a:lnTo>
                    <a:pt x="6" y="18"/>
                  </a:lnTo>
                  <a:lnTo>
                    <a:pt x="3" y="21"/>
                  </a:lnTo>
                  <a:lnTo>
                    <a:pt x="2" y="25"/>
                  </a:lnTo>
                  <a:lnTo>
                    <a:pt x="0" y="29"/>
                  </a:lnTo>
                  <a:lnTo>
                    <a:pt x="0" y="34"/>
                  </a:lnTo>
                  <a:lnTo>
                    <a:pt x="2" y="38"/>
                  </a:lnTo>
                  <a:lnTo>
                    <a:pt x="4" y="42"/>
                  </a:lnTo>
                  <a:lnTo>
                    <a:pt x="4" y="42"/>
                  </a:lnTo>
                  <a:lnTo>
                    <a:pt x="17" y="63"/>
                  </a:lnTo>
                  <a:lnTo>
                    <a:pt x="28" y="84"/>
                  </a:lnTo>
                  <a:lnTo>
                    <a:pt x="37" y="106"/>
                  </a:lnTo>
                  <a:lnTo>
                    <a:pt x="45" y="128"/>
                  </a:lnTo>
                  <a:lnTo>
                    <a:pt x="62" y="174"/>
                  </a:lnTo>
                  <a:lnTo>
                    <a:pt x="71" y="196"/>
                  </a:lnTo>
                  <a:lnTo>
                    <a:pt x="82" y="217"/>
                  </a:lnTo>
                  <a:lnTo>
                    <a:pt x="82" y="217"/>
                  </a:lnTo>
                  <a:lnTo>
                    <a:pt x="92" y="239"/>
                  </a:lnTo>
                  <a:lnTo>
                    <a:pt x="102" y="264"/>
                  </a:lnTo>
                  <a:lnTo>
                    <a:pt x="110" y="289"/>
                  </a:lnTo>
                  <a:lnTo>
                    <a:pt x="117" y="315"/>
                  </a:lnTo>
                  <a:lnTo>
                    <a:pt x="130" y="367"/>
                  </a:lnTo>
                  <a:lnTo>
                    <a:pt x="139" y="417"/>
                  </a:lnTo>
                  <a:lnTo>
                    <a:pt x="139" y="417"/>
                  </a:lnTo>
                  <a:lnTo>
                    <a:pt x="142" y="422"/>
                  </a:lnTo>
                  <a:lnTo>
                    <a:pt x="144" y="426"/>
                  </a:lnTo>
                  <a:lnTo>
                    <a:pt x="148" y="430"/>
                  </a:lnTo>
                  <a:lnTo>
                    <a:pt x="152" y="433"/>
                  </a:lnTo>
                  <a:lnTo>
                    <a:pt x="157" y="434"/>
                  </a:lnTo>
                  <a:lnTo>
                    <a:pt x="163" y="434"/>
                  </a:lnTo>
                  <a:lnTo>
                    <a:pt x="168" y="433"/>
                  </a:lnTo>
                  <a:lnTo>
                    <a:pt x="173" y="430"/>
                  </a:lnTo>
                  <a:lnTo>
                    <a:pt x="173" y="430"/>
                  </a:lnTo>
                  <a:lnTo>
                    <a:pt x="177" y="435"/>
                  </a:lnTo>
                  <a:lnTo>
                    <a:pt x="181" y="438"/>
                  </a:lnTo>
                  <a:lnTo>
                    <a:pt x="186" y="441"/>
                  </a:lnTo>
                  <a:lnTo>
                    <a:pt x="191" y="442"/>
                  </a:lnTo>
                  <a:lnTo>
                    <a:pt x="198" y="441"/>
                  </a:lnTo>
                  <a:lnTo>
                    <a:pt x="203" y="439"/>
                  </a:lnTo>
                  <a:lnTo>
                    <a:pt x="207" y="435"/>
                  </a:lnTo>
                  <a:lnTo>
                    <a:pt x="211" y="430"/>
                  </a:lnTo>
                  <a:lnTo>
                    <a:pt x="211" y="430"/>
                  </a:lnTo>
                  <a:lnTo>
                    <a:pt x="215" y="425"/>
                  </a:lnTo>
                  <a:lnTo>
                    <a:pt x="220" y="420"/>
                  </a:lnTo>
                  <a:lnTo>
                    <a:pt x="231" y="408"/>
                  </a:lnTo>
                  <a:lnTo>
                    <a:pt x="242" y="397"/>
                  </a:lnTo>
                  <a:lnTo>
                    <a:pt x="252" y="387"/>
                  </a:lnTo>
                  <a:lnTo>
                    <a:pt x="252" y="387"/>
                  </a:lnTo>
                  <a:lnTo>
                    <a:pt x="274" y="361"/>
                  </a:lnTo>
                  <a:lnTo>
                    <a:pt x="287" y="348"/>
                  </a:lnTo>
                  <a:lnTo>
                    <a:pt x="299" y="336"/>
                  </a:lnTo>
                  <a:lnTo>
                    <a:pt x="299" y="336"/>
                  </a:lnTo>
                  <a:lnTo>
                    <a:pt x="312" y="326"/>
                  </a:lnTo>
                  <a:lnTo>
                    <a:pt x="322" y="314"/>
                  </a:lnTo>
                  <a:lnTo>
                    <a:pt x="344" y="289"/>
                  </a:lnTo>
                  <a:lnTo>
                    <a:pt x="367" y="264"/>
                  </a:lnTo>
                  <a:lnTo>
                    <a:pt x="378" y="252"/>
                  </a:lnTo>
                  <a:lnTo>
                    <a:pt x="392" y="241"/>
                  </a:lnTo>
                  <a:lnTo>
                    <a:pt x="392" y="241"/>
                  </a:lnTo>
                  <a:lnTo>
                    <a:pt x="450" y="192"/>
                  </a:lnTo>
                  <a:lnTo>
                    <a:pt x="508" y="142"/>
                  </a:lnTo>
                  <a:lnTo>
                    <a:pt x="564" y="91"/>
                  </a:lnTo>
                  <a:lnTo>
                    <a:pt x="619" y="39"/>
                  </a:lnTo>
                  <a:lnTo>
                    <a:pt x="619" y="39"/>
                  </a:lnTo>
                  <a:lnTo>
                    <a:pt x="622" y="35"/>
                  </a:lnTo>
                  <a:lnTo>
                    <a:pt x="624" y="31"/>
                  </a:lnTo>
                  <a:lnTo>
                    <a:pt x="626" y="27"/>
                  </a:lnTo>
                  <a:lnTo>
                    <a:pt x="626" y="22"/>
                  </a:lnTo>
                  <a:lnTo>
                    <a:pt x="624" y="18"/>
                  </a:lnTo>
                  <a:lnTo>
                    <a:pt x="623" y="14"/>
                  </a:lnTo>
                  <a:lnTo>
                    <a:pt x="619" y="8"/>
                  </a:lnTo>
                  <a:lnTo>
                    <a:pt x="611" y="3"/>
                  </a:lnTo>
                  <a:lnTo>
                    <a:pt x="607" y="1"/>
                  </a:lnTo>
                  <a:lnTo>
                    <a:pt x="603" y="0"/>
                  </a:lnTo>
                  <a:lnTo>
                    <a:pt x="600" y="0"/>
                  </a:lnTo>
                  <a:lnTo>
                    <a:pt x="596" y="1"/>
                  </a:lnTo>
                  <a:lnTo>
                    <a:pt x="590" y="4"/>
                  </a:lnTo>
                  <a:lnTo>
                    <a:pt x="586" y="6"/>
                  </a:lnTo>
                  <a:lnTo>
                    <a:pt x="586" y="6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90" name="Freeform 407"/>
            <p:cNvSpPr/>
            <p:nvPr/>
          </p:nvSpPr>
          <p:spPr bwMode="auto">
            <a:xfrm>
              <a:off x="5599113" y="1095375"/>
              <a:ext cx="249238" cy="177800"/>
            </a:xfrm>
            <a:custGeom>
              <a:avLst/>
              <a:gdLst/>
              <a:ahLst/>
              <a:cxnLst>
                <a:cxn ang="0">
                  <a:pos x="577" y="76"/>
                </a:cxn>
                <a:cxn ang="0">
                  <a:pos x="538" y="154"/>
                </a:cxn>
                <a:cxn ang="0">
                  <a:pos x="474" y="255"/>
                </a:cxn>
                <a:cxn ang="0">
                  <a:pos x="426" y="320"/>
                </a:cxn>
                <a:cxn ang="0">
                  <a:pos x="403" y="358"/>
                </a:cxn>
                <a:cxn ang="0">
                  <a:pos x="382" y="385"/>
                </a:cxn>
                <a:cxn ang="0">
                  <a:pos x="367" y="394"/>
                </a:cxn>
                <a:cxn ang="0">
                  <a:pos x="348" y="386"/>
                </a:cxn>
                <a:cxn ang="0">
                  <a:pos x="317" y="344"/>
                </a:cxn>
                <a:cxn ang="0">
                  <a:pos x="278" y="286"/>
                </a:cxn>
                <a:cxn ang="0">
                  <a:pos x="224" y="225"/>
                </a:cxn>
                <a:cxn ang="0">
                  <a:pos x="151" y="140"/>
                </a:cxn>
                <a:cxn ang="0">
                  <a:pos x="99" y="72"/>
                </a:cxn>
                <a:cxn ang="0">
                  <a:pos x="59" y="35"/>
                </a:cxn>
                <a:cxn ang="0">
                  <a:pos x="49" y="22"/>
                </a:cxn>
                <a:cxn ang="0">
                  <a:pos x="38" y="8"/>
                </a:cxn>
                <a:cxn ang="0">
                  <a:pos x="27" y="0"/>
                </a:cxn>
                <a:cxn ang="0">
                  <a:pos x="15" y="1"/>
                </a:cxn>
                <a:cxn ang="0">
                  <a:pos x="2" y="18"/>
                </a:cxn>
                <a:cxn ang="0">
                  <a:pos x="2" y="31"/>
                </a:cxn>
                <a:cxn ang="0">
                  <a:pos x="6" y="39"/>
                </a:cxn>
                <a:cxn ang="0">
                  <a:pos x="122" y="178"/>
                </a:cxn>
                <a:cxn ang="0">
                  <a:pos x="182" y="247"/>
                </a:cxn>
                <a:cxn ang="0">
                  <a:pos x="246" y="319"/>
                </a:cxn>
                <a:cxn ang="0">
                  <a:pos x="266" y="352"/>
                </a:cxn>
                <a:cxn ang="0">
                  <a:pos x="287" y="387"/>
                </a:cxn>
                <a:cxn ang="0">
                  <a:pos x="326" y="430"/>
                </a:cxn>
                <a:cxn ang="0">
                  <a:pos x="346" y="446"/>
                </a:cxn>
                <a:cxn ang="0">
                  <a:pos x="359" y="449"/>
                </a:cxn>
                <a:cxn ang="0">
                  <a:pos x="375" y="441"/>
                </a:cxn>
                <a:cxn ang="0">
                  <a:pos x="392" y="438"/>
                </a:cxn>
                <a:cxn ang="0">
                  <a:pos x="401" y="430"/>
                </a:cxn>
                <a:cxn ang="0">
                  <a:pos x="411" y="419"/>
                </a:cxn>
                <a:cxn ang="0">
                  <a:pos x="435" y="390"/>
                </a:cxn>
                <a:cxn ang="0">
                  <a:pos x="499" y="301"/>
                </a:cxn>
                <a:cxn ang="0">
                  <a:pos x="535" y="243"/>
                </a:cxn>
                <a:cxn ang="0">
                  <a:pos x="606" y="124"/>
                </a:cxn>
                <a:cxn ang="0">
                  <a:pos x="631" y="60"/>
                </a:cxn>
                <a:cxn ang="0">
                  <a:pos x="631" y="50"/>
                </a:cxn>
                <a:cxn ang="0">
                  <a:pos x="626" y="39"/>
                </a:cxn>
                <a:cxn ang="0">
                  <a:pos x="606" y="31"/>
                </a:cxn>
                <a:cxn ang="0">
                  <a:pos x="594" y="35"/>
                </a:cxn>
                <a:cxn ang="0">
                  <a:pos x="586" y="48"/>
                </a:cxn>
              </a:cxnLst>
              <a:rect l="0" t="0" r="r" b="b"/>
              <a:pathLst>
                <a:path w="631" h="449">
                  <a:moveTo>
                    <a:pt x="586" y="48"/>
                  </a:moveTo>
                  <a:lnTo>
                    <a:pt x="586" y="48"/>
                  </a:lnTo>
                  <a:lnTo>
                    <a:pt x="577" y="76"/>
                  </a:lnTo>
                  <a:lnTo>
                    <a:pt x="567" y="102"/>
                  </a:lnTo>
                  <a:lnTo>
                    <a:pt x="552" y="130"/>
                  </a:lnTo>
                  <a:lnTo>
                    <a:pt x="538" y="154"/>
                  </a:lnTo>
                  <a:lnTo>
                    <a:pt x="507" y="205"/>
                  </a:lnTo>
                  <a:lnTo>
                    <a:pt x="474" y="255"/>
                  </a:lnTo>
                  <a:lnTo>
                    <a:pt x="474" y="255"/>
                  </a:lnTo>
                  <a:lnTo>
                    <a:pt x="463" y="272"/>
                  </a:lnTo>
                  <a:lnTo>
                    <a:pt x="452" y="288"/>
                  </a:lnTo>
                  <a:lnTo>
                    <a:pt x="426" y="320"/>
                  </a:lnTo>
                  <a:lnTo>
                    <a:pt x="426" y="320"/>
                  </a:lnTo>
                  <a:lnTo>
                    <a:pt x="415" y="337"/>
                  </a:lnTo>
                  <a:lnTo>
                    <a:pt x="403" y="358"/>
                  </a:lnTo>
                  <a:lnTo>
                    <a:pt x="397" y="369"/>
                  </a:lnTo>
                  <a:lnTo>
                    <a:pt x="389" y="378"/>
                  </a:lnTo>
                  <a:lnTo>
                    <a:pt x="382" y="385"/>
                  </a:lnTo>
                  <a:lnTo>
                    <a:pt x="375" y="390"/>
                  </a:lnTo>
                  <a:lnTo>
                    <a:pt x="375" y="390"/>
                  </a:lnTo>
                  <a:lnTo>
                    <a:pt x="367" y="394"/>
                  </a:lnTo>
                  <a:lnTo>
                    <a:pt x="361" y="399"/>
                  </a:lnTo>
                  <a:lnTo>
                    <a:pt x="361" y="399"/>
                  </a:lnTo>
                  <a:lnTo>
                    <a:pt x="348" y="386"/>
                  </a:lnTo>
                  <a:lnTo>
                    <a:pt x="338" y="373"/>
                  </a:lnTo>
                  <a:lnTo>
                    <a:pt x="327" y="358"/>
                  </a:lnTo>
                  <a:lnTo>
                    <a:pt x="317" y="344"/>
                  </a:lnTo>
                  <a:lnTo>
                    <a:pt x="299" y="315"/>
                  </a:lnTo>
                  <a:lnTo>
                    <a:pt x="278" y="286"/>
                  </a:lnTo>
                  <a:lnTo>
                    <a:pt x="278" y="286"/>
                  </a:lnTo>
                  <a:lnTo>
                    <a:pt x="261" y="266"/>
                  </a:lnTo>
                  <a:lnTo>
                    <a:pt x="242" y="246"/>
                  </a:lnTo>
                  <a:lnTo>
                    <a:pt x="224" y="225"/>
                  </a:lnTo>
                  <a:lnTo>
                    <a:pt x="206" y="205"/>
                  </a:lnTo>
                  <a:lnTo>
                    <a:pt x="206" y="205"/>
                  </a:lnTo>
                  <a:lnTo>
                    <a:pt x="151" y="140"/>
                  </a:lnTo>
                  <a:lnTo>
                    <a:pt x="125" y="106"/>
                  </a:lnTo>
                  <a:lnTo>
                    <a:pt x="99" y="72"/>
                  </a:lnTo>
                  <a:lnTo>
                    <a:pt x="99" y="72"/>
                  </a:lnTo>
                  <a:lnTo>
                    <a:pt x="89" y="60"/>
                  </a:lnTo>
                  <a:lnTo>
                    <a:pt x="82" y="52"/>
                  </a:lnTo>
                  <a:lnTo>
                    <a:pt x="59" y="35"/>
                  </a:lnTo>
                  <a:lnTo>
                    <a:pt x="59" y="35"/>
                  </a:lnTo>
                  <a:lnTo>
                    <a:pt x="54" y="29"/>
                  </a:lnTo>
                  <a:lnTo>
                    <a:pt x="49" y="22"/>
                  </a:lnTo>
                  <a:lnTo>
                    <a:pt x="44" y="14"/>
                  </a:lnTo>
                  <a:lnTo>
                    <a:pt x="38" y="8"/>
                  </a:lnTo>
                  <a:lnTo>
                    <a:pt x="38" y="8"/>
                  </a:lnTo>
                  <a:lnTo>
                    <a:pt x="34" y="4"/>
                  </a:lnTo>
                  <a:lnTo>
                    <a:pt x="30" y="1"/>
                  </a:lnTo>
                  <a:lnTo>
                    <a:pt x="27" y="0"/>
                  </a:lnTo>
                  <a:lnTo>
                    <a:pt x="23" y="0"/>
                  </a:lnTo>
                  <a:lnTo>
                    <a:pt x="19" y="0"/>
                  </a:lnTo>
                  <a:lnTo>
                    <a:pt x="15" y="1"/>
                  </a:lnTo>
                  <a:lnTo>
                    <a:pt x="8" y="7"/>
                  </a:lnTo>
                  <a:lnTo>
                    <a:pt x="3" y="14"/>
                  </a:lnTo>
                  <a:lnTo>
                    <a:pt x="2" y="18"/>
                  </a:lnTo>
                  <a:lnTo>
                    <a:pt x="0" y="22"/>
                  </a:lnTo>
                  <a:lnTo>
                    <a:pt x="0" y="26"/>
                  </a:lnTo>
                  <a:lnTo>
                    <a:pt x="2" y="31"/>
                  </a:lnTo>
                  <a:lnTo>
                    <a:pt x="3" y="35"/>
                  </a:lnTo>
                  <a:lnTo>
                    <a:pt x="6" y="39"/>
                  </a:lnTo>
                  <a:lnTo>
                    <a:pt x="6" y="39"/>
                  </a:lnTo>
                  <a:lnTo>
                    <a:pt x="44" y="84"/>
                  </a:lnTo>
                  <a:lnTo>
                    <a:pt x="83" y="130"/>
                  </a:lnTo>
                  <a:lnTo>
                    <a:pt x="122" y="178"/>
                  </a:lnTo>
                  <a:lnTo>
                    <a:pt x="161" y="224"/>
                  </a:lnTo>
                  <a:lnTo>
                    <a:pt x="161" y="224"/>
                  </a:lnTo>
                  <a:lnTo>
                    <a:pt x="182" y="247"/>
                  </a:lnTo>
                  <a:lnTo>
                    <a:pt x="204" y="271"/>
                  </a:lnTo>
                  <a:lnTo>
                    <a:pt x="225" y="294"/>
                  </a:lnTo>
                  <a:lnTo>
                    <a:pt x="246" y="319"/>
                  </a:lnTo>
                  <a:lnTo>
                    <a:pt x="246" y="319"/>
                  </a:lnTo>
                  <a:lnTo>
                    <a:pt x="257" y="335"/>
                  </a:lnTo>
                  <a:lnTo>
                    <a:pt x="266" y="352"/>
                  </a:lnTo>
                  <a:lnTo>
                    <a:pt x="276" y="370"/>
                  </a:lnTo>
                  <a:lnTo>
                    <a:pt x="287" y="387"/>
                  </a:lnTo>
                  <a:lnTo>
                    <a:pt x="287" y="387"/>
                  </a:lnTo>
                  <a:lnTo>
                    <a:pt x="299" y="403"/>
                  </a:lnTo>
                  <a:lnTo>
                    <a:pt x="312" y="417"/>
                  </a:lnTo>
                  <a:lnTo>
                    <a:pt x="326" y="430"/>
                  </a:lnTo>
                  <a:lnTo>
                    <a:pt x="341" y="443"/>
                  </a:lnTo>
                  <a:lnTo>
                    <a:pt x="341" y="443"/>
                  </a:lnTo>
                  <a:lnTo>
                    <a:pt x="346" y="446"/>
                  </a:lnTo>
                  <a:lnTo>
                    <a:pt x="350" y="447"/>
                  </a:lnTo>
                  <a:lnTo>
                    <a:pt x="355" y="449"/>
                  </a:lnTo>
                  <a:lnTo>
                    <a:pt x="359" y="449"/>
                  </a:lnTo>
                  <a:lnTo>
                    <a:pt x="363" y="447"/>
                  </a:lnTo>
                  <a:lnTo>
                    <a:pt x="368" y="446"/>
                  </a:lnTo>
                  <a:lnTo>
                    <a:pt x="375" y="441"/>
                  </a:lnTo>
                  <a:lnTo>
                    <a:pt x="375" y="441"/>
                  </a:lnTo>
                  <a:lnTo>
                    <a:pt x="384" y="441"/>
                  </a:lnTo>
                  <a:lnTo>
                    <a:pt x="392" y="438"/>
                  </a:lnTo>
                  <a:lnTo>
                    <a:pt x="395" y="437"/>
                  </a:lnTo>
                  <a:lnTo>
                    <a:pt x="398" y="433"/>
                  </a:lnTo>
                  <a:lnTo>
                    <a:pt x="401" y="430"/>
                  </a:lnTo>
                  <a:lnTo>
                    <a:pt x="402" y="425"/>
                  </a:lnTo>
                  <a:lnTo>
                    <a:pt x="402" y="425"/>
                  </a:lnTo>
                  <a:lnTo>
                    <a:pt x="411" y="419"/>
                  </a:lnTo>
                  <a:lnTo>
                    <a:pt x="419" y="409"/>
                  </a:lnTo>
                  <a:lnTo>
                    <a:pt x="435" y="390"/>
                  </a:lnTo>
                  <a:lnTo>
                    <a:pt x="435" y="390"/>
                  </a:lnTo>
                  <a:lnTo>
                    <a:pt x="467" y="347"/>
                  </a:lnTo>
                  <a:lnTo>
                    <a:pt x="484" y="324"/>
                  </a:lnTo>
                  <a:lnTo>
                    <a:pt x="499" y="301"/>
                  </a:lnTo>
                  <a:lnTo>
                    <a:pt x="499" y="301"/>
                  </a:lnTo>
                  <a:lnTo>
                    <a:pt x="517" y="272"/>
                  </a:lnTo>
                  <a:lnTo>
                    <a:pt x="535" y="243"/>
                  </a:lnTo>
                  <a:lnTo>
                    <a:pt x="573" y="184"/>
                  </a:lnTo>
                  <a:lnTo>
                    <a:pt x="590" y="154"/>
                  </a:lnTo>
                  <a:lnTo>
                    <a:pt x="606" y="124"/>
                  </a:lnTo>
                  <a:lnTo>
                    <a:pt x="620" y="93"/>
                  </a:lnTo>
                  <a:lnTo>
                    <a:pt x="626" y="76"/>
                  </a:lnTo>
                  <a:lnTo>
                    <a:pt x="631" y="60"/>
                  </a:lnTo>
                  <a:lnTo>
                    <a:pt x="631" y="60"/>
                  </a:lnTo>
                  <a:lnTo>
                    <a:pt x="631" y="55"/>
                  </a:lnTo>
                  <a:lnTo>
                    <a:pt x="631" y="50"/>
                  </a:lnTo>
                  <a:lnTo>
                    <a:pt x="630" y="46"/>
                  </a:lnTo>
                  <a:lnTo>
                    <a:pt x="628" y="42"/>
                  </a:lnTo>
                  <a:lnTo>
                    <a:pt x="626" y="39"/>
                  </a:lnTo>
                  <a:lnTo>
                    <a:pt x="622" y="37"/>
                  </a:lnTo>
                  <a:lnTo>
                    <a:pt x="614" y="33"/>
                  </a:lnTo>
                  <a:lnTo>
                    <a:pt x="606" y="31"/>
                  </a:lnTo>
                  <a:lnTo>
                    <a:pt x="602" y="33"/>
                  </a:lnTo>
                  <a:lnTo>
                    <a:pt x="598" y="34"/>
                  </a:lnTo>
                  <a:lnTo>
                    <a:pt x="594" y="35"/>
                  </a:lnTo>
                  <a:lnTo>
                    <a:pt x="590" y="39"/>
                  </a:lnTo>
                  <a:lnTo>
                    <a:pt x="588" y="43"/>
                  </a:lnTo>
                  <a:lnTo>
                    <a:pt x="586" y="48"/>
                  </a:lnTo>
                  <a:lnTo>
                    <a:pt x="586" y="4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61" name="文本框 160"/>
          <p:cNvSpPr txBox="1"/>
          <p:nvPr/>
        </p:nvSpPr>
        <p:spPr>
          <a:xfrm>
            <a:off x="6637671" y="3140572"/>
            <a:ext cx="1553157" cy="46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40">
                <a:solidFill>
                  <a:schemeClr val="bg1"/>
                </a:solidFill>
                <a:cs typeface="+mn-ea"/>
                <a:sym typeface="+mn-lt"/>
              </a:rPr>
              <a:t>第</a:t>
            </a:r>
            <a:r>
              <a:rPr lang="en-US" altLang="zh-CN" sz="2440">
                <a:solidFill>
                  <a:schemeClr val="bg1"/>
                </a:solidFill>
                <a:cs typeface="+mn-ea"/>
                <a:sym typeface="+mn-lt"/>
              </a:rPr>
              <a:t>11</a:t>
            </a:r>
            <a:r>
              <a:rPr lang="zh-CN" altLang="en-US" sz="2440">
                <a:solidFill>
                  <a:schemeClr val="bg1"/>
                </a:solidFill>
                <a:cs typeface="+mn-ea"/>
                <a:sym typeface="+mn-lt"/>
              </a:rPr>
              <a:t>章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00"/>
                            </p:stCondLst>
                            <p:childTnLst>
                              <p:par>
                                <p:cTn id="3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0" grpId="0"/>
      <p:bldP spid="16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A7A9E53-8EC5-5992-D310-566A65C9305D}"/>
              </a:ext>
            </a:extLst>
          </p:cNvPr>
          <p:cNvSpPr txBox="1"/>
          <p:nvPr/>
        </p:nvSpPr>
        <p:spPr>
          <a:xfrm>
            <a:off x="4471008" y="356910"/>
            <a:ext cx="2458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>
                <a:solidFill>
                  <a:schemeClr val="accent3"/>
                </a:solidFill>
              </a:rPr>
              <a:t>QWidget</a:t>
            </a:r>
            <a:r>
              <a:rPr lang="zh-CN" altLang="en-US" sz="2000" b="1">
                <a:solidFill>
                  <a:schemeClr val="accent3"/>
                </a:solidFill>
              </a:rPr>
              <a:t>和</a:t>
            </a:r>
            <a:r>
              <a:rPr lang="en-US" altLang="zh-CN" sz="2000" b="1">
                <a:solidFill>
                  <a:schemeClr val="accent3"/>
                </a:solidFill>
              </a:rPr>
              <a:t>QWindow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88C09B7-8A93-8CB5-3A12-5C632C4F4340}"/>
              </a:ext>
            </a:extLst>
          </p:cNvPr>
          <p:cNvSpPr txBox="1"/>
          <p:nvPr/>
        </p:nvSpPr>
        <p:spPr>
          <a:xfrm>
            <a:off x="549798" y="871012"/>
            <a:ext cx="9578050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bg1"/>
                </a:solidFill>
              </a:rPr>
              <a:t>Q</a:t>
            </a:r>
            <a:r>
              <a:rPr lang="en-US" altLang="zh-CN">
                <a:solidFill>
                  <a:schemeClr val="bg1"/>
                </a:solidFill>
              </a:rPr>
              <a:t>Widget</a:t>
            </a:r>
            <a:r>
              <a:rPr lang="zh-CN" altLang="en-US">
                <a:solidFill>
                  <a:schemeClr val="bg1"/>
                </a:solidFill>
              </a:rPr>
              <a:t>：是桌面环境中典型的用户界面元素，在Windows、Linux和macOS上提供了本机外观。用于创建大型桌面应用程序。</a:t>
            </a:r>
            <a:endParaRPr lang="en-US" altLang="zh-CN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>
                <a:solidFill>
                  <a:schemeClr val="bg1"/>
                </a:solidFill>
              </a:rPr>
              <a:t>QWindow</a:t>
            </a:r>
            <a:r>
              <a:rPr lang="zh-CN" altLang="en-US" b="1">
                <a:solidFill>
                  <a:schemeClr val="bg1"/>
                </a:solidFill>
              </a:rPr>
              <a:t>：</a:t>
            </a:r>
            <a:r>
              <a:rPr lang="zh-CN" altLang="en-US">
                <a:solidFill>
                  <a:schemeClr val="bg1"/>
                </a:solidFill>
              </a:rPr>
              <a:t>表示底层窗口系统中的窗口。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>
              <a:solidFill>
                <a:schemeClr val="accent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>
              <a:solidFill>
                <a:schemeClr val="accent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>
              <a:solidFill>
                <a:schemeClr val="accent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>
              <a:solidFill>
                <a:schemeClr val="accent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>
              <a:solidFill>
                <a:schemeClr val="accent5"/>
              </a:solidFill>
            </a:endParaRPr>
          </a:p>
          <a:p>
            <a:r>
              <a:rPr lang="en-US" altLang="zh-CN" b="1">
                <a:solidFill>
                  <a:schemeClr val="accent5"/>
                </a:solidFill>
              </a:rPr>
              <a:t>QWidget</a:t>
            </a:r>
            <a:r>
              <a:rPr lang="zh-CN" altLang="en-US" b="1">
                <a:solidFill>
                  <a:schemeClr val="accent5"/>
                </a:solidFill>
              </a:rPr>
              <a:t>和</a:t>
            </a:r>
            <a:r>
              <a:rPr lang="en-US" altLang="zh-CN" b="1">
                <a:solidFill>
                  <a:schemeClr val="accent5"/>
                </a:solidFill>
              </a:rPr>
              <a:t>QWindow</a:t>
            </a:r>
            <a:r>
              <a:rPr lang="zh-CN" altLang="en-US" b="1">
                <a:solidFill>
                  <a:schemeClr val="accent5"/>
                </a:solidFill>
              </a:rPr>
              <a:t>有什么差别？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3C891DC-66FE-13A9-5F7F-500117AB8D15}"/>
              </a:ext>
            </a:extLst>
          </p:cNvPr>
          <p:cNvSpPr txBox="1"/>
          <p:nvPr/>
        </p:nvSpPr>
        <p:spPr>
          <a:xfrm>
            <a:off x="6229940" y="3966666"/>
            <a:ext cx="3768942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en-US" dirty="0">
                <a:highlight>
                  <a:srgbClr val="FF0000"/>
                </a:highlight>
              </a:rPr>
              <a:t>QSurface</a:t>
            </a:r>
            <a:r>
              <a:rPr lang="en-US" altLang="zh-CN" dirty="0"/>
              <a:t>:</a:t>
            </a:r>
            <a:r>
              <a:rPr lang="zh-CN" altLang="en-US" dirty="0"/>
              <a:t>是</a:t>
            </a:r>
            <a:r>
              <a:rPr lang="en-US" altLang="zh-CN" dirty="0"/>
              <a:t>Qt</a:t>
            </a:r>
            <a:r>
              <a:rPr lang="zh-CN" altLang="en-US" dirty="0"/>
              <a:t>中可渲染表面的抽象。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718D73D-01AD-D7D6-A7C6-79FB2C3E4A14}"/>
              </a:ext>
            </a:extLst>
          </p:cNvPr>
          <p:cNvSpPr txBox="1"/>
          <p:nvPr/>
        </p:nvSpPr>
        <p:spPr>
          <a:xfrm>
            <a:off x="772896" y="3991437"/>
            <a:ext cx="3698112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dirty="0" err="1">
                <a:highlight>
                  <a:srgbClr val="FF0000"/>
                </a:highlight>
              </a:rPr>
              <a:t>QPaintDevice</a:t>
            </a:r>
            <a:r>
              <a:rPr lang="zh-CN" altLang="en-US" dirty="0"/>
              <a:t>：是可以使用</a:t>
            </a:r>
            <a:r>
              <a:rPr lang="en-US" altLang="zh-CN" dirty="0" err="1"/>
              <a:t>QPainter</a:t>
            </a:r>
            <a:r>
              <a:rPr lang="zh-CN" altLang="en-US" dirty="0"/>
              <a:t>进行绘制的对象的基类</a:t>
            </a:r>
            <a:r>
              <a:rPr lang="en-US" altLang="zh-CN" dirty="0"/>
              <a:t> </a:t>
            </a:r>
            <a:r>
              <a:rPr lang="zh-CN" altLang="en-US" dirty="0"/>
              <a:t>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084BA22-FEB1-2DA8-161E-EBE91AE1FD7D}"/>
              </a:ext>
            </a:extLst>
          </p:cNvPr>
          <p:cNvSpPr txBox="1"/>
          <p:nvPr/>
        </p:nvSpPr>
        <p:spPr>
          <a:xfrm>
            <a:off x="988782" y="8408248"/>
            <a:ext cx="4286784" cy="253787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/>
              <a:t>QBackingStore</a:t>
            </a:r>
            <a:r>
              <a:rPr lang="zh-CN" altLang="en-US"/>
              <a:t>允许使用</a:t>
            </a:r>
            <a:r>
              <a:rPr lang="en-US" altLang="zh-CN"/>
              <a:t>QPainter</a:t>
            </a:r>
            <a:r>
              <a:rPr lang="zh-CN" altLang="en-US"/>
              <a:t>在具有</a:t>
            </a:r>
            <a:r>
              <a:rPr lang="en-US" altLang="zh-CN">
                <a:solidFill>
                  <a:schemeClr val="bg1"/>
                </a:solidFill>
                <a:highlight>
                  <a:srgbClr val="FF0000"/>
                </a:highlight>
              </a:rPr>
              <a:t>QSurface::RasterSurface</a:t>
            </a:r>
            <a:r>
              <a:rPr lang="zh-CN" altLang="en-US"/>
              <a:t>类型的</a:t>
            </a:r>
            <a:r>
              <a:rPr lang="en-US" altLang="zh-CN"/>
              <a:t>QWindow</a:t>
            </a:r>
            <a:r>
              <a:rPr lang="zh-CN" altLang="en-US"/>
              <a:t>上绘制。</a:t>
            </a:r>
            <a:endParaRPr lang="en-US" altLang="zh-CN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在</a:t>
            </a:r>
            <a:r>
              <a:rPr lang="en-US" altLang="zh-CN"/>
              <a:t>QWindow</a:t>
            </a:r>
            <a:r>
              <a:rPr lang="zh-CN" altLang="en-US"/>
              <a:t>对象中可以通过</a:t>
            </a:r>
            <a:r>
              <a:rPr lang="en-US" altLang="zh-CN">
                <a:solidFill>
                  <a:srgbClr val="00677C"/>
                </a:solidFill>
                <a:effectLst/>
              </a:rPr>
              <a:t>setSurfaceType</a:t>
            </a:r>
            <a:r>
              <a:rPr lang="zh-CN" altLang="en-US"/>
              <a:t>进行设置，</a:t>
            </a:r>
            <a:r>
              <a:rPr lang="en-US" altLang="zh-CN">
                <a:solidFill>
                  <a:srgbClr val="800080"/>
                </a:solidFill>
                <a:effectLst/>
              </a:rPr>
              <a:t>QSurface</a:t>
            </a:r>
            <a:r>
              <a:rPr lang="en-US" altLang="zh-CN"/>
              <a:t>::</a:t>
            </a:r>
            <a:r>
              <a:rPr lang="en-US" altLang="zh-CN">
                <a:solidFill>
                  <a:srgbClr val="800080"/>
                </a:solidFill>
                <a:effectLst/>
              </a:rPr>
              <a:t>RasterSurface</a:t>
            </a:r>
            <a:r>
              <a:rPr lang="zh-CN" altLang="en-US">
                <a:solidFill>
                  <a:srgbClr val="800080"/>
                </a:solidFill>
                <a:effectLst/>
              </a:rPr>
              <a:t>为默认值。</a:t>
            </a:r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3869880-51F9-AB83-87CD-CA8A58049320}"/>
              </a:ext>
            </a:extLst>
          </p:cNvPr>
          <p:cNvSpPr txBox="1"/>
          <p:nvPr/>
        </p:nvSpPr>
        <p:spPr>
          <a:xfrm>
            <a:off x="5478608" y="8412628"/>
            <a:ext cx="4282953" cy="2585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" panose="020B0604020202020204" pitchFamily="34" charset="0"/>
              </a:rPr>
              <a:t>enum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</a:rPr>
              <a:t>SurfaceType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FF0000"/>
                </a:highlight>
                <a:latin typeface="Arial Unicode MS"/>
              </a:rPr>
              <a:t>RasterSurface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Arial Unicode MS"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highlight>
                <a:srgbClr val="FF0000"/>
              </a:highlight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OpenGLSurface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RasterGLSurface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OpenVGSurface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VulkanSurface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MetalSurface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Direct3DSurface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};</a:t>
            </a:r>
            <a:endParaRPr kumimoji="0" lang="zh-CN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6152830-99F3-9A13-7BDC-C4CC1C131546}"/>
              </a:ext>
            </a:extLst>
          </p:cNvPr>
          <p:cNvSpPr/>
          <p:nvPr/>
        </p:nvSpPr>
        <p:spPr>
          <a:xfrm>
            <a:off x="4686300" y="4453101"/>
            <a:ext cx="1019175" cy="55088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QObject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17B2559-DBDE-0953-67CE-A2EA389FEDAB}"/>
              </a:ext>
            </a:extLst>
          </p:cNvPr>
          <p:cNvSpPr/>
          <p:nvPr/>
        </p:nvSpPr>
        <p:spPr>
          <a:xfrm>
            <a:off x="3476702" y="5846035"/>
            <a:ext cx="1162087" cy="6096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QWidget</a:t>
            </a:r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C96EE8C-AF6C-13D5-8752-3FCF7E291719}"/>
              </a:ext>
            </a:extLst>
          </p:cNvPr>
          <p:cNvSpPr/>
          <p:nvPr/>
        </p:nvSpPr>
        <p:spPr>
          <a:xfrm>
            <a:off x="5848216" y="5836308"/>
            <a:ext cx="1162087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QWindow</a:t>
            </a:r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C05D5AD-0C22-06F5-F7C1-3A1A856ECF77}"/>
              </a:ext>
            </a:extLst>
          </p:cNvPr>
          <p:cNvSpPr/>
          <p:nvPr/>
        </p:nvSpPr>
        <p:spPr>
          <a:xfrm>
            <a:off x="658532" y="5042088"/>
            <a:ext cx="1608743" cy="6096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QDialog</a:t>
            </a:r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7004AB8-08A8-C1CF-F87D-62B8C840FBFB}"/>
              </a:ext>
            </a:extLst>
          </p:cNvPr>
          <p:cNvSpPr/>
          <p:nvPr/>
        </p:nvSpPr>
        <p:spPr>
          <a:xfrm>
            <a:off x="648099" y="5860037"/>
            <a:ext cx="1619176" cy="6096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QMainWindow</a:t>
            </a:r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08653B2-241A-6755-7101-C8DB468F957D}"/>
              </a:ext>
            </a:extLst>
          </p:cNvPr>
          <p:cNvSpPr/>
          <p:nvPr/>
        </p:nvSpPr>
        <p:spPr>
          <a:xfrm>
            <a:off x="625156" y="6677987"/>
            <a:ext cx="1642119" cy="6096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QFrame</a:t>
            </a:r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CFB868E-4E70-F278-E103-11478F1FBE08}"/>
              </a:ext>
            </a:extLst>
          </p:cNvPr>
          <p:cNvSpPr/>
          <p:nvPr/>
        </p:nvSpPr>
        <p:spPr>
          <a:xfrm>
            <a:off x="7679547" y="5838415"/>
            <a:ext cx="2356157" cy="599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QPaintDeviceWindow</a:t>
            </a:r>
            <a:endParaRPr lang="zh-CN" altLang="en-US"/>
          </a:p>
        </p:txBody>
      </p:sp>
      <p:cxnSp>
        <p:nvCxnSpPr>
          <p:cNvPr id="7" name="连接符: 肘形 6">
            <a:extLst>
              <a:ext uri="{FF2B5EF4-FFF2-40B4-BE49-F238E27FC236}">
                <a16:creationId xmlns:a16="http://schemas.microsoft.com/office/drawing/2014/main" id="{5206B9BA-EBC4-5243-C2CB-CBA7DD7484DC}"/>
              </a:ext>
            </a:extLst>
          </p:cNvPr>
          <p:cNvCxnSpPr>
            <a:cxnSpLocks/>
            <a:stCxn id="18" idx="3"/>
            <a:endCxn id="5" idx="1"/>
          </p:cNvCxnSpPr>
          <p:nvPr/>
        </p:nvCxnSpPr>
        <p:spPr>
          <a:xfrm>
            <a:off x="2267275" y="5346888"/>
            <a:ext cx="1209427" cy="80394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9DA471A-9526-5949-AAAF-31DB3C00FA05}"/>
              </a:ext>
            </a:extLst>
          </p:cNvPr>
          <p:cNvCxnSpPr>
            <a:stCxn id="19" idx="3"/>
            <a:endCxn id="5" idx="1"/>
          </p:cNvCxnSpPr>
          <p:nvPr/>
        </p:nvCxnSpPr>
        <p:spPr>
          <a:xfrm flipV="1">
            <a:off x="2267275" y="6150835"/>
            <a:ext cx="1209427" cy="140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连接符: 肘形 31">
            <a:extLst>
              <a:ext uri="{FF2B5EF4-FFF2-40B4-BE49-F238E27FC236}">
                <a16:creationId xmlns:a16="http://schemas.microsoft.com/office/drawing/2014/main" id="{BD977ED0-0EB6-6F42-80D0-D40A75CA08F0}"/>
              </a:ext>
            </a:extLst>
          </p:cNvPr>
          <p:cNvCxnSpPr>
            <a:cxnSpLocks/>
            <a:stCxn id="20" idx="3"/>
            <a:endCxn id="5" idx="1"/>
          </p:cNvCxnSpPr>
          <p:nvPr/>
        </p:nvCxnSpPr>
        <p:spPr>
          <a:xfrm flipV="1">
            <a:off x="2267275" y="6150835"/>
            <a:ext cx="1209427" cy="831952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F71460CE-DD63-EEA2-E5C5-AD87E03A5376}"/>
              </a:ext>
            </a:extLst>
          </p:cNvPr>
          <p:cNvCxnSpPr>
            <a:stCxn id="5" idx="0"/>
            <a:endCxn id="4" idx="2"/>
          </p:cNvCxnSpPr>
          <p:nvPr/>
        </p:nvCxnSpPr>
        <p:spPr>
          <a:xfrm flipV="1">
            <a:off x="4057746" y="5003988"/>
            <a:ext cx="1138142" cy="8420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11792F00-C981-5E64-2485-86E6E05EBEDF}"/>
              </a:ext>
            </a:extLst>
          </p:cNvPr>
          <p:cNvCxnSpPr>
            <a:stCxn id="5" idx="0"/>
            <a:endCxn id="25" idx="2"/>
          </p:cNvCxnSpPr>
          <p:nvPr/>
        </p:nvCxnSpPr>
        <p:spPr>
          <a:xfrm flipH="1" flipV="1">
            <a:off x="2621952" y="4637768"/>
            <a:ext cx="1435794" cy="1208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C2F843E4-F2EE-CE11-81DE-C4C61079F847}"/>
              </a:ext>
            </a:extLst>
          </p:cNvPr>
          <p:cNvCxnSpPr>
            <a:stCxn id="13" idx="0"/>
            <a:endCxn id="4" idx="2"/>
          </p:cNvCxnSpPr>
          <p:nvPr/>
        </p:nvCxnSpPr>
        <p:spPr>
          <a:xfrm flipH="1" flipV="1">
            <a:off x="5195888" y="5003988"/>
            <a:ext cx="1233372" cy="832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948F0641-66EE-2166-527C-9F000ACDC8A7}"/>
              </a:ext>
            </a:extLst>
          </p:cNvPr>
          <p:cNvCxnSpPr>
            <a:stCxn id="13" idx="0"/>
            <a:endCxn id="24" idx="2"/>
          </p:cNvCxnSpPr>
          <p:nvPr/>
        </p:nvCxnSpPr>
        <p:spPr>
          <a:xfrm flipV="1">
            <a:off x="6429260" y="4335998"/>
            <a:ext cx="1685151" cy="15003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AC869D08-ED02-821D-2355-65B7A6A66561}"/>
              </a:ext>
            </a:extLst>
          </p:cNvPr>
          <p:cNvCxnSpPr>
            <a:stCxn id="19" idx="3"/>
            <a:endCxn id="5" idx="1"/>
          </p:cNvCxnSpPr>
          <p:nvPr/>
        </p:nvCxnSpPr>
        <p:spPr>
          <a:xfrm flipV="1">
            <a:off x="2267275" y="6150835"/>
            <a:ext cx="1209427" cy="140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16A8F5FC-775B-E9C7-0586-A32473F273DA}"/>
              </a:ext>
            </a:extLst>
          </p:cNvPr>
          <p:cNvSpPr txBox="1"/>
          <p:nvPr/>
        </p:nvSpPr>
        <p:spPr>
          <a:xfrm>
            <a:off x="795882" y="2128719"/>
            <a:ext cx="9080082" cy="129137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应用程序通常将QWidget用于其UI，而不是直接使用QWindow。</a:t>
            </a:r>
            <a:endParaRPr lang="en-US" altLang="zh-CN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尽管如此，当想要将依赖关系保持在最小或想要直接使用</a:t>
            </a:r>
            <a:r>
              <a:rPr lang="en-US" altLang="zh-CN"/>
              <a:t>OpenGL</a:t>
            </a:r>
            <a:r>
              <a:rPr lang="zh-CN" altLang="en-US"/>
              <a:t>时，仍然可以使用</a:t>
            </a:r>
            <a:r>
              <a:rPr lang="en-US" altLang="zh-CN"/>
              <a:t>QBackingStore</a:t>
            </a:r>
            <a:r>
              <a:rPr lang="zh-CN" altLang="en-US"/>
              <a:t>或</a:t>
            </a:r>
            <a:r>
              <a:rPr lang="en-US" altLang="zh-CN"/>
              <a:t>QOpenGLContext</a:t>
            </a:r>
            <a:r>
              <a:rPr lang="zh-CN" altLang="en-US"/>
              <a:t>直接渲染到</a:t>
            </a:r>
            <a:r>
              <a:rPr lang="en-US" altLang="zh-CN"/>
              <a:t>QWindow</a:t>
            </a:r>
            <a:r>
              <a:rPr lang="zh-CN" altLang="en-US"/>
              <a:t>。</a:t>
            </a:r>
          </a:p>
        </p:txBody>
      </p:sp>
      <p:cxnSp>
        <p:nvCxnSpPr>
          <p:cNvPr id="23" name="连接符: 肘形 22">
            <a:extLst>
              <a:ext uri="{FF2B5EF4-FFF2-40B4-BE49-F238E27FC236}">
                <a16:creationId xmlns:a16="http://schemas.microsoft.com/office/drawing/2014/main" id="{31CBAB15-52DB-024F-4B08-1ECD75FD4B13}"/>
              </a:ext>
            </a:extLst>
          </p:cNvPr>
          <p:cNvCxnSpPr>
            <a:cxnSpLocks/>
            <a:stCxn id="22" idx="1"/>
            <a:endCxn id="13" idx="3"/>
          </p:cNvCxnSpPr>
          <p:nvPr/>
        </p:nvCxnSpPr>
        <p:spPr>
          <a:xfrm rot="10800000" flipV="1">
            <a:off x="7010303" y="6138352"/>
            <a:ext cx="669244" cy="275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F8DA7A1C-4236-15E0-3A28-59B9038B0C83}"/>
              </a:ext>
            </a:extLst>
          </p:cNvPr>
          <p:cNvSpPr/>
          <p:nvPr/>
        </p:nvSpPr>
        <p:spPr>
          <a:xfrm>
            <a:off x="7679546" y="6673592"/>
            <a:ext cx="2356157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QOpenGLWindow</a:t>
            </a:r>
            <a:endParaRPr lang="zh-CN" altLang="en-US"/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02DC263B-4F87-0CFD-FBDB-CA1692978E72}"/>
              </a:ext>
            </a:extLst>
          </p:cNvPr>
          <p:cNvCxnSpPr>
            <a:cxnSpLocks/>
            <a:stCxn id="43" idx="0"/>
            <a:endCxn id="22" idx="2"/>
          </p:cNvCxnSpPr>
          <p:nvPr/>
        </p:nvCxnSpPr>
        <p:spPr>
          <a:xfrm flipV="1">
            <a:off x="8857625" y="6438288"/>
            <a:ext cx="1" cy="2353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矩形 62">
            <a:extLst>
              <a:ext uri="{FF2B5EF4-FFF2-40B4-BE49-F238E27FC236}">
                <a16:creationId xmlns:a16="http://schemas.microsoft.com/office/drawing/2014/main" id="{4577A935-BE6D-ED1C-E25A-B79D26A2DCE1}"/>
              </a:ext>
            </a:extLst>
          </p:cNvPr>
          <p:cNvSpPr/>
          <p:nvPr/>
        </p:nvSpPr>
        <p:spPr>
          <a:xfrm>
            <a:off x="7681473" y="4846344"/>
            <a:ext cx="2356157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QRasterWindow </a:t>
            </a:r>
            <a:endParaRPr lang="zh-CN" altLang="en-US"/>
          </a:p>
        </p:txBody>
      </p: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CC041411-8005-D464-98DE-94E1C98DBEC7}"/>
              </a:ext>
            </a:extLst>
          </p:cNvPr>
          <p:cNvCxnSpPr>
            <a:stCxn id="63" idx="2"/>
            <a:endCxn id="22" idx="0"/>
          </p:cNvCxnSpPr>
          <p:nvPr/>
        </p:nvCxnSpPr>
        <p:spPr>
          <a:xfrm flipH="1">
            <a:off x="8857626" y="5455944"/>
            <a:ext cx="1926" cy="3824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矩形 69">
            <a:extLst>
              <a:ext uri="{FF2B5EF4-FFF2-40B4-BE49-F238E27FC236}">
                <a16:creationId xmlns:a16="http://schemas.microsoft.com/office/drawing/2014/main" id="{80DF1B8E-61D3-2FE5-9A05-9CC01BB22099}"/>
              </a:ext>
            </a:extLst>
          </p:cNvPr>
          <p:cNvSpPr/>
          <p:nvPr/>
        </p:nvSpPr>
        <p:spPr>
          <a:xfrm>
            <a:off x="201332" y="7504986"/>
            <a:ext cx="2065943" cy="6096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QOpenGLWidget</a:t>
            </a:r>
            <a:endParaRPr lang="zh-CN" altLang="en-US"/>
          </a:p>
        </p:txBody>
      </p:sp>
      <p:cxnSp>
        <p:nvCxnSpPr>
          <p:cNvPr id="74" name="连接符: 肘形 73">
            <a:extLst>
              <a:ext uri="{FF2B5EF4-FFF2-40B4-BE49-F238E27FC236}">
                <a16:creationId xmlns:a16="http://schemas.microsoft.com/office/drawing/2014/main" id="{2F4ACA46-0635-CBD3-3E75-696AEC880196}"/>
              </a:ext>
            </a:extLst>
          </p:cNvPr>
          <p:cNvCxnSpPr>
            <a:stCxn id="70" idx="3"/>
            <a:endCxn id="5" idx="1"/>
          </p:cNvCxnSpPr>
          <p:nvPr/>
        </p:nvCxnSpPr>
        <p:spPr>
          <a:xfrm flipV="1">
            <a:off x="2267275" y="6150835"/>
            <a:ext cx="1209427" cy="165895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文本框 74">
            <a:extLst>
              <a:ext uri="{FF2B5EF4-FFF2-40B4-BE49-F238E27FC236}">
                <a16:creationId xmlns:a16="http://schemas.microsoft.com/office/drawing/2014/main" id="{A6B06803-8C94-DDB7-3D8A-A437A0DA6FC5}"/>
              </a:ext>
            </a:extLst>
          </p:cNvPr>
          <p:cNvSpPr txBox="1"/>
          <p:nvPr/>
        </p:nvSpPr>
        <p:spPr>
          <a:xfrm>
            <a:off x="3644659" y="7404968"/>
            <a:ext cx="5045009" cy="87588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与</a:t>
            </a:r>
            <a:r>
              <a:rPr lang="en-US" altLang="zh-CN"/>
              <a:t>QOpenGLWidget</a:t>
            </a:r>
            <a:r>
              <a:rPr lang="zh-CN" altLang="en-US"/>
              <a:t>不同，</a:t>
            </a:r>
            <a:r>
              <a:rPr lang="en-US" altLang="zh-CN"/>
              <a:t>QOpenGLWindow</a:t>
            </a:r>
            <a:r>
              <a:rPr lang="zh-CN" altLang="en-US"/>
              <a:t>对</a:t>
            </a:r>
            <a:r>
              <a:rPr lang="en-US" altLang="zh-CN"/>
              <a:t>widget</a:t>
            </a:r>
            <a:r>
              <a:rPr lang="zh-CN" altLang="en-US"/>
              <a:t>模块没有依赖性，提供了更好的性能。</a:t>
            </a:r>
          </a:p>
        </p:txBody>
      </p:sp>
    </p:spTree>
    <p:extLst>
      <p:ext uri="{BB962C8B-B14F-4D97-AF65-F5344CB8AC3E}">
        <p14:creationId xmlns:p14="http://schemas.microsoft.com/office/powerpoint/2010/main" val="3600324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23649018-39A6-DFCD-EB34-F6C24569FA6F}"/>
              </a:ext>
            </a:extLst>
          </p:cNvPr>
          <p:cNvSpPr txBox="1"/>
          <p:nvPr/>
        </p:nvSpPr>
        <p:spPr>
          <a:xfrm>
            <a:off x="900748" y="4640591"/>
            <a:ext cx="9077801" cy="36933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class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RasterWindow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public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QWindow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{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Q_OBJECT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public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explicit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RasterWindow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QWindow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parent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nullptr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virtual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1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render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highlight>
                  <a:srgbClr val="FFFF00"/>
                </a:highlight>
              </a:rPr>
              <a:t>QPainter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  <a:highlight>
                  <a:srgbClr val="FFFF00"/>
                </a:highlight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</a:rPr>
              <a:t>*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  <a:highlight>
                  <a:srgbClr val="FFFF00"/>
                </a:highlight>
              </a:rPr>
              <a:t>painter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public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slots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renderNow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protected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1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resizeEvent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QResizeEvent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event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override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1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exposeEvent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QExposeEvent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event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override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private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QScopedPointer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&lt;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highlight>
                  <a:srgbClr val="FFFF00"/>
                </a:highlight>
              </a:rPr>
              <a:t>QBackingStore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m_backingStore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};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D8249A9-C11C-EA72-148F-6BF10EC63077}"/>
              </a:ext>
            </a:extLst>
          </p:cNvPr>
          <p:cNvSpPr txBox="1"/>
          <p:nvPr/>
        </p:nvSpPr>
        <p:spPr>
          <a:xfrm>
            <a:off x="646589" y="672217"/>
            <a:ext cx="93319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</a:rPr>
              <a:t>这个例子展示了如何使用QPaint</a:t>
            </a:r>
            <a:r>
              <a:rPr lang="en-US" altLang="zh-CN" dirty="0">
                <a:solidFill>
                  <a:schemeClr val="bg1"/>
                </a:solidFill>
              </a:rPr>
              <a:t>er</a:t>
            </a:r>
            <a:r>
              <a:rPr lang="zh-CN" altLang="en-US" dirty="0">
                <a:solidFill>
                  <a:schemeClr val="bg1"/>
                </a:solidFill>
              </a:rPr>
              <a:t>基于QWindow进行渲染。</a:t>
            </a:r>
            <a:endParaRPr lang="en-US" altLang="zh-CN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err="1">
                <a:solidFill>
                  <a:schemeClr val="bg1"/>
                </a:solidFill>
              </a:rPr>
              <a:t>QBackingStore</a:t>
            </a:r>
            <a:r>
              <a:rPr lang="zh-CN" altLang="en-US" dirty="0">
                <a:solidFill>
                  <a:schemeClr val="bg1"/>
                </a:solidFill>
              </a:rPr>
              <a:t>允许使用</a:t>
            </a:r>
            <a:r>
              <a:rPr lang="en-US" altLang="zh-CN" dirty="0" err="1">
                <a:solidFill>
                  <a:schemeClr val="bg1"/>
                </a:solidFill>
              </a:rPr>
              <a:t>QPainter</a:t>
            </a:r>
            <a:r>
              <a:rPr lang="zh-CN" altLang="en-US" dirty="0">
                <a:solidFill>
                  <a:schemeClr val="bg1"/>
                </a:solidFill>
              </a:rPr>
              <a:t>在具有</a:t>
            </a:r>
            <a:r>
              <a:rPr lang="en-US" altLang="zh-CN" dirty="0" err="1">
                <a:solidFill>
                  <a:schemeClr val="bg1"/>
                </a:solidFill>
              </a:rPr>
              <a:t>RasterSurface</a:t>
            </a:r>
            <a:r>
              <a:rPr lang="zh-CN" altLang="en-US" dirty="0">
                <a:solidFill>
                  <a:schemeClr val="bg1"/>
                </a:solidFill>
              </a:rPr>
              <a:t>类型的</a:t>
            </a:r>
            <a:r>
              <a:rPr lang="en-US" altLang="zh-CN" dirty="0" err="1">
                <a:solidFill>
                  <a:schemeClr val="bg1"/>
                </a:solidFill>
              </a:rPr>
              <a:t>QWindow</a:t>
            </a:r>
            <a:r>
              <a:rPr lang="zh-CN" altLang="en-US" dirty="0">
                <a:solidFill>
                  <a:schemeClr val="bg1"/>
                </a:solidFill>
              </a:rPr>
              <a:t>上绘制。</a:t>
            </a:r>
            <a:endParaRPr lang="en-US" altLang="zh-CN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err="1">
                <a:solidFill>
                  <a:schemeClr val="bg1"/>
                </a:solidFill>
              </a:rPr>
              <a:t>QBackingStore</a:t>
            </a:r>
            <a:r>
              <a:rPr lang="zh-CN" altLang="en-US" dirty="0">
                <a:solidFill>
                  <a:schemeClr val="bg1"/>
                </a:solidFill>
              </a:rPr>
              <a:t>类为</a:t>
            </a:r>
            <a:r>
              <a:rPr lang="en-US" altLang="zh-CN" dirty="0" err="1">
                <a:solidFill>
                  <a:schemeClr val="bg1"/>
                </a:solidFill>
              </a:rPr>
              <a:t>QWindow</a:t>
            </a:r>
            <a:r>
              <a:rPr lang="zh-CN" altLang="en-US" dirty="0">
                <a:solidFill>
                  <a:schemeClr val="bg1"/>
                </a:solidFill>
              </a:rPr>
              <a:t>提供绘图区域。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75A5A29-227D-8806-4CD5-7DFB31FFBC3C}"/>
              </a:ext>
            </a:extLst>
          </p:cNvPr>
          <p:cNvSpPr txBox="1"/>
          <p:nvPr/>
        </p:nvSpPr>
        <p:spPr>
          <a:xfrm>
            <a:off x="4505865" y="272107"/>
            <a:ext cx="20321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>
                <a:solidFill>
                  <a:schemeClr val="accent3"/>
                </a:solidFill>
              </a:rPr>
              <a:t>渲染到</a:t>
            </a:r>
            <a:r>
              <a:rPr lang="en-US" altLang="zh-CN" sz="2000" b="1">
                <a:solidFill>
                  <a:schemeClr val="accent3"/>
                </a:solidFill>
              </a:rPr>
              <a:t>QWindow</a:t>
            </a:r>
            <a:endParaRPr lang="zh-CN" altLang="en-US" sz="2000" b="1" dirty="0">
              <a:solidFill>
                <a:schemeClr val="accent3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6C6A32A-1EA7-8C64-24B1-A6746A5A3F35}"/>
              </a:ext>
            </a:extLst>
          </p:cNvPr>
          <p:cNvSpPr txBox="1"/>
          <p:nvPr/>
        </p:nvSpPr>
        <p:spPr>
          <a:xfrm>
            <a:off x="900748" y="1718658"/>
            <a:ext cx="9077801" cy="2585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main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argc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char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argv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QGuiApplication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app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argc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argv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RasterWindow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window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window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show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return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app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exec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9EC45AA-98B4-15E8-8F6D-587BFE4B9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4558" y="1718658"/>
            <a:ext cx="3353991" cy="246139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2A29BDF-671A-5303-3E32-D3072ACE5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3365" y="2110731"/>
            <a:ext cx="4453315" cy="738664"/>
          </a:xfrm>
          <a:prstGeom prst="rect">
            <a:avLst/>
          </a:prstGeom>
          <a:solidFill>
            <a:srgbClr val="F7F7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Söhne Mono"/>
              </a:rPr>
              <a:t>QBackingStore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ea typeface="Söhne"/>
              </a:rPr>
              <a:t> 是 Qt 中用于绘制和渲染图形的类。它提供了一个与设备无关的缓冲区，用于在内存中绘制图形，并且可以将这些图形快速地复制到屏幕上</a:t>
            </a:r>
            <a:r>
              <a:rPr kumimoji="0" lang="zh-CN" altLang="zh-CN" sz="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9721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D988DCE5-7E9C-27B7-4A18-266D3C266A3B}"/>
              </a:ext>
            </a:extLst>
          </p:cNvPr>
          <p:cNvSpPr txBox="1"/>
          <p:nvPr/>
        </p:nvSpPr>
        <p:spPr>
          <a:xfrm>
            <a:off x="773668" y="826235"/>
            <a:ext cx="9077801" cy="1061829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RasterWindow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RasterWindow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QWindow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parent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QWindow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parent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m_backingStore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QBackingStore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))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//setSurfaceType(QSurface::RasterSurface);//默认值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setGeometry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100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100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300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200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RasterWindow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1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resizeEvent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QResizeEvent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resizeEvent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{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m_backingStore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-&gt;resize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resizeEvent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size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zh-CN" b="0" i="0" u="none" strike="noStrike" cap="none" normalizeH="0" baseline="0" dirty="0">
              <a:ln>
                <a:noFill/>
              </a:ln>
              <a:solidFill>
                <a:srgbClr val="00008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RasterWindow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1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exposeEvent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QExposeEvent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*) {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isExposed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())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renderNow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RasterWindow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renderNow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 {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(!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isExposed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())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return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QRect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rect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width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height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()); 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//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Söhne"/>
              </a:rPr>
              <a:t>管理和操作矩形区域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highlight>
                  <a:srgbClr val="FFFF00"/>
                </a:highlight>
              </a:rPr>
              <a:t>m_backingStore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  <a:highlight>
                  <a:srgbClr val="FFFF00"/>
                </a:highlight>
              </a:rPr>
              <a:t>-&gt;beginPaint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  <a:highlight>
                  <a:srgbClr val="FFFF00"/>
                </a:highlight>
              </a:rPr>
              <a:t>rect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</a:rPr>
              <a:t>); </a:t>
            </a: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QPaintDevice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device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m_backingStore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-&gt;paintDevice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QPainter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painter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device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painter.begin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();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1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render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(&amp;</a:t>
            </a:r>
            <a:r>
              <a:rPr kumimoji="0" lang="zh-CN" altLang="zh-CN" b="0" i="1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painter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zh-CN" b="0" i="0" u="none" strike="noStrike" cap="none" normalizeH="0" baseline="0" dirty="0">
              <a:ln>
                <a:noFill/>
              </a:ln>
              <a:solidFill>
                <a:srgbClr val="092E64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painter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end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highlight>
                  <a:srgbClr val="FFFF00"/>
                </a:highlight>
              </a:rPr>
              <a:t>m_backingStore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  <a:highlight>
                  <a:srgbClr val="FFFF00"/>
                </a:highlight>
              </a:rPr>
              <a:t>-&gt;endPaint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</a:rPr>
              <a:t>();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m_backingStore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-&gt;flush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rect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b="0" i="0" u="none" strike="noStrike" cap="none" normalizeH="0" baseline="0" dirty="0">
              <a:ln>
                <a:noFill/>
              </a:ln>
              <a:solidFill>
                <a:srgbClr val="00008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RasterWindow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1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render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QPainter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painter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       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painter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fillRect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width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height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QGradient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NightFade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painter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drawText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QRectF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width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height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()),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			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AlignCenter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QStringLiteral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"QWindow"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986D4C7-058F-BA45-8B5F-E7BB64334F6E}"/>
              </a:ext>
            </a:extLst>
          </p:cNvPr>
          <p:cNvSpPr txBox="1"/>
          <p:nvPr/>
        </p:nvSpPr>
        <p:spPr>
          <a:xfrm>
            <a:off x="5457462" y="7628642"/>
            <a:ext cx="3536066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paintDevice</a:t>
            </a:r>
            <a:r>
              <a:rPr lang="zh-CN" altLang="en-US"/>
              <a:t>仅在调用beginPaint（）和endPaint（）之间有效。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D7E88F3-F448-B0D1-697B-644F2E51FDB8}"/>
              </a:ext>
            </a:extLst>
          </p:cNvPr>
          <p:cNvSpPr txBox="1"/>
          <p:nvPr/>
        </p:nvSpPr>
        <p:spPr>
          <a:xfrm>
            <a:off x="6315403" y="3174563"/>
            <a:ext cx="3536066" cy="12003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kumimoji="0" lang="zh-CN" altLang="zh-CN" b="1" i="1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resizeEvent</a:t>
            </a:r>
            <a:r>
              <a:rPr lang="zh-CN" altLang="en-US"/>
              <a:t>在窗口显示在屏幕之前调用，并且在调整大小时也会调用。使用它来调整后缓冲区的大小，并将渲染延迟到</a:t>
            </a:r>
            <a:r>
              <a:rPr kumimoji="0" lang="zh-CN" altLang="zh-CN" b="1" i="1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exposeEvent</a:t>
            </a:r>
            <a:r>
              <a:rPr lang="zh-CN" altLang="en-US"/>
              <a:t>。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C1EB6F4-7AC9-8F18-D9EF-041289205053}"/>
              </a:ext>
            </a:extLst>
          </p:cNvPr>
          <p:cNvSpPr/>
          <p:nvPr/>
        </p:nvSpPr>
        <p:spPr>
          <a:xfrm>
            <a:off x="6187440" y="5168304"/>
            <a:ext cx="3413760" cy="7975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i="0" dirty="0" err="1">
                <a:solidFill>
                  <a:srgbClr val="111827"/>
                </a:solidFill>
                <a:effectLst/>
                <a:latin typeface="Söhne Mono"/>
              </a:rPr>
              <a:t>QPaintDevice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Söhne"/>
              </a:rPr>
              <a:t>绘制提供了一个通用（不同设备）的接口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82747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23649018-39A6-DFCD-EB34-F6C24569FA6F}"/>
              </a:ext>
            </a:extLst>
          </p:cNvPr>
          <p:cNvSpPr txBox="1"/>
          <p:nvPr/>
        </p:nvSpPr>
        <p:spPr>
          <a:xfrm>
            <a:off x="970196" y="4964682"/>
            <a:ext cx="9077801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AnalogClock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AnalogClock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QWidget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parent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QWidget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parent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QTimer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timer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QTimer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008000"/>
                </a:solidFill>
                <a:effectLst/>
              </a:rPr>
              <a:t>//</a:t>
            </a:r>
            <a:r>
              <a:rPr lang="en-US" altLang="zh-CN" dirty="0" err="1">
                <a:solidFill>
                  <a:srgbClr val="008000"/>
                </a:solidFill>
                <a:effectLst/>
              </a:rPr>
              <a:t>QOverload</a:t>
            </a:r>
            <a:r>
              <a:rPr lang="en-US" altLang="zh-CN" dirty="0">
                <a:solidFill>
                  <a:srgbClr val="008000"/>
                </a:solidFill>
                <a:effectLst/>
              </a:rPr>
              <a:t>&lt;&gt;::of</a:t>
            </a:r>
            <a:r>
              <a:rPr lang="zh-CN" altLang="en-US" dirty="0">
                <a:solidFill>
                  <a:srgbClr val="008000"/>
                </a:solidFill>
                <a:effectLst/>
              </a:rPr>
              <a:t>指定的那个重载函数的版本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connect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timer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&amp;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QTimer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timeout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		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QOverload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&lt;&gt;::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of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(&amp;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AnalogClock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update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timer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start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1000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resize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200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200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D8249A9-C11C-EA72-148F-6BF10EC63077}"/>
              </a:ext>
            </a:extLst>
          </p:cNvPr>
          <p:cNvSpPr txBox="1"/>
          <p:nvPr/>
        </p:nvSpPr>
        <p:spPr>
          <a:xfrm>
            <a:off x="646589" y="853201"/>
            <a:ext cx="93319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</a:rPr>
              <a:t>我们可以基于</a:t>
            </a:r>
            <a:r>
              <a:rPr lang="en-US" altLang="zh-CN" dirty="0" err="1">
                <a:solidFill>
                  <a:schemeClr val="bg1"/>
                </a:solidFill>
              </a:rPr>
              <a:t>RasterWindow</a:t>
            </a:r>
            <a:r>
              <a:rPr lang="zh-CN" altLang="en-US" dirty="0">
                <a:solidFill>
                  <a:schemeClr val="bg1"/>
                </a:solidFill>
              </a:rPr>
              <a:t>的基础之上，通过</a:t>
            </a:r>
            <a:r>
              <a:rPr lang="en-US" altLang="zh-CN" dirty="0" err="1">
                <a:solidFill>
                  <a:schemeClr val="bg1"/>
                </a:solidFill>
              </a:rPr>
              <a:t>QBackingStore</a:t>
            </a:r>
            <a:r>
              <a:rPr lang="zh-CN" altLang="en-US" dirty="0">
                <a:solidFill>
                  <a:schemeClr val="bg1"/>
                </a:solidFill>
              </a:rPr>
              <a:t>在</a:t>
            </a:r>
            <a:r>
              <a:rPr lang="en-US" altLang="zh-CN" dirty="0" err="1">
                <a:solidFill>
                  <a:schemeClr val="bg1"/>
                </a:solidFill>
              </a:rPr>
              <a:t>QWindow</a:t>
            </a:r>
            <a:r>
              <a:rPr lang="zh-CN" altLang="en-US" dirty="0">
                <a:solidFill>
                  <a:schemeClr val="bg1"/>
                </a:solidFill>
              </a:rPr>
              <a:t>上绘制时钟。</a:t>
            </a:r>
            <a:endParaRPr lang="en-US" altLang="zh-CN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</a:rPr>
              <a:t>也可以跳过上面的步骤，在</a:t>
            </a:r>
            <a:r>
              <a:rPr lang="en-US" altLang="zh-CN" dirty="0" err="1">
                <a:solidFill>
                  <a:srgbClr val="C00000"/>
                </a:solidFill>
              </a:rPr>
              <a:t>QRasterWindow</a:t>
            </a:r>
            <a:r>
              <a:rPr lang="zh-CN" altLang="en-US" dirty="0">
                <a:solidFill>
                  <a:schemeClr val="bg1"/>
                </a:solidFill>
              </a:rPr>
              <a:t>或</a:t>
            </a:r>
            <a:r>
              <a:rPr lang="en-US" altLang="zh-CN" dirty="0" err="1">
                <a:solidFill>
                  <a:schemeClr val="bg1"/>
                </a:solidFill>
              </a:rPr>
              <a:t>QWidget</a:t>
            </a:r>
            <a:r>
              <a:rPr lang="zh-CN" altLang="en-US" dirty="0">
                <a:solidFill>
                  <a:schemeClr val="bg1"/>
                </a:solidFill>
              </a:rPr>
              <a:t>上进行绘制。</a:t>
            </a:r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75A5A29-227D-8806-4CD5-7DFB31FFBC3C}"/>
              </a:ext>
            </a:extLst>
          </p:cNvPr>
          <p:cNvSpPr txBox="1"/>
          <p:nvPr/>
        </p:nvSpPr>
        <p:spPr>
          <a:xfrm>
            <a:off x="5012161" y="272107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>
                <a:solidFill>
                  <a:schemeClr val="accent3"/>
                </a:solidFill>
              </a:rPr>
              <a:t>绘制时钟</a:t>
            </a:r>
            <a:endParaRPr lang="zh-CN" altLang="en-US" sz="2000" b="1" dirty="0">
              <a:solidFill>
                <a:schemeClr val="accent3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6C6A32A-1EA7-8C64-24B1-A6746A5A3F35}"/>
              </a:ext>
            </a:extLst>
          </p:cNvPr>
          <p:cNvSpPr txBox="1"/>
          <p:nvPr/>
        </p:nvSpPr>
        <p:spPr>
          <a:xfrm>
            <a:off x="970196" y="2042749"/>
            <a:ext cx="9077801" cy="2585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main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argc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char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argv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[])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QApplication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app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argc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argv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AnalogClock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clock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clock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show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return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app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exec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7249B81-DB85-EE00-C381-E7BF9F353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2843" y="1961072"/>
            <a:ext cx="2324100" cy="2667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8CB8A6C-6C58-1C8C-2D38-F2EB44B6D2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2843" y="4628072"/>
            <a:ext cx="2324100" cy="262890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65BA1B69-B1BE-6018-E8B7-CC344A6C04A6}"/>
              </a:ext>
            </a:extLst>
          </p:cNvPr>
          <p:cNvSpPr txBox="1"/>
          <p:nvPr/>
        </p:nvSpPr>
        <p:spPr>
          <a:xfrm>
            <a:off x="7961789" y="6635991"/>
            <a:ext cx="22051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>
                <a:solidFill>
                  <a:schemeClr val="bg1"/>
                </a:solidFill>
                <a:highlight>
                  <a:srgbClr val="0000FF"/>
                </a:highlight>
              </a:rPr>
              <a:t>QRasterWindow</a:t>
            </a:r>
            <a:r>
              <a:rPr lang="zh-CN" altLang="en-US">
                <a:solidFill>
                  <a:schemeClr val="bg1"/>
                </a:solidFill>
                <a:highlight>
                  <a:srgbClr val="0000FF"/>
                </a:highlight>
              </a:rPr>
              <a:t>版本</a:t>
            </a:r>
            <a:endParaRPr lang="en-US" altLang="zh-CN">
              <a:solidFill>
                <a:schemeClr val="bg1"/>
              </a:solidFill>
              <a:highlight>
                <a:srgbClr val="0000FF"/>
              </a:highlight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BC03260-C7FC-689B-3796-5FFC6AFDEC2C}"/>
              </a:ext>
            </a:extLst>
          </p:cNvPr>
          <p:cNvSpPr txBox="1"/>
          <p:nvPr/>
        </p:nvSpPr>
        <p:spPr>
          <a:xfrm>
            <a:off x="8058015" y="4077756"/>
            <a:ext cx="18937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>
                <a:solidFill>
                  <a:schemeClr val="bg1"/>
                </a:solidFill>
                <a:highlight>
                  <a:srgbClr val="0000FF"/>
                </a:highlight>
              </a:rPr>
              <a:t>QWidget</a:t>
            </a:r>
            <a:r>
              <a:rPr lang="zh-CN" altLang="en-US">
                <a:solidFill>
                  <a:schemeClr val="bg1"/>
                </a:solidFill>
                <a:highlight>
                  <a:srgbClr val="0000FF"/>
                </a:highlight>
              </a:rPr>
              <a:t>版本</a:t>
            </a:r>
          </a:p>
        </p:txBody>
      </p:sp>
      <p:grpSp>
        <p:nvGrpSpPr>
          <p:cNvPr id="197" name="组合 196">
            <a:extLst>
              <a:ext uri="{FF2B5EF4-FFF2-40B4-BE49-F238E27FC236}">
                <a16:creationId xmlns:a16="http://schemas.microsoft.com/office/drawing/2014/main" id="{3E016C1F-41D5-B3B4-44AD-3C093D4BC83D}"/>
              </a:ext>
            </a:extLst>
          </p:cNvPr>
          <p:cNvGrpSpPr/>
          <p:nvPr/>
        </p:nvGrpSpPr>
        <p:grpSpPr>
          <a:xfrm>
            <a:off x="8312160" y="3070800"/>
            <a:ext cx="634320" cy="378000"/>
            <a:chOff x="8312160" y="3070800"/>
            <a:chExt cx="634320" cy="37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95" name="墨迹 194">
                  <a:extLst>
                    <a:ext uri="{FF2B5EF4-FFF2-40B4-BE49-F238E27FC236}">
                      <a16:creationId xmlns:a16="http://schemas.microsoft.com/office/drawing/2014/main" id="{CA72C237-46E9-230E-12FF-4A4E3E48DF5C}"/>
                    </a:ext>
                  </a:extLst>
                </p14:cNvPr>
                <p14:cNvContentPartPr/>
                <p14:nvPr/>
              </p14:nvContentPartPr>
              <p14:xfrm>
                <a:off x="8745600" y="3070800"/>
                <a:ext cx="200880" cy="193680"/>
              </p14:xfrm>
            </p:contentPart>
          </mc:Choice>
          <mc:Fallback xmlns="">
            <p:pic>
              <p:nvPicPr>
                <p:cNvPr id="195" name="墨迹 194">
                  <a:extLst>
                    <a:ext uri="{FF2B5EF4-FFF2-40B4-BE49-F238E27FC236}">
                      <a16:creationId xmlns:a16="http://schemas.microsoft.com/office/drawing/2014/main" id="{CA72C237-46E9-230E-12FF-4A4E3E48DF5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736960" y="3062160"/>
                  <a:ext cx="21852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96" name="墨迹 195">
                  <a:extLst>
                    <a:ext uri="{FF2B5EF4-FFF2-40B4-BE49-F238E27FC236}">
                      <a16:creationId xmlns:a16="http://schemas.microsoft.com/office/drawing/2014/main" id="{2E927E40-4C32-FBEB-8DC7-3A55CF04F6FA}"/>
                    </a:ext>
                  </a:extLst>
                </p14:cNvPr>
                <p14:cNvContentPartPr/>
                <p14:nvPr/>
              </p14:nvContentPartPr>
              <p14:xfrm>
                <a:off x="8312160" y="3198960"/>
                <a:ext cx="252000" cy="249840"/>
              </p14:xfrm>
            </p:contentPart>
          </mc:Choice>
          <mc:Fallback xmlns="">
            <p:pic>
              <p:nvPicPr>
                <p:cNvPr id="196" name="墨迹 195">
                  <a:extLst>
                    <a:ext uri="{FF2B5EF4-FFF2-40B4-BE49-F238E27FC236}">
                      <a16:creationId xmlns:a16="http://schemas.microsoft.com/office/drawing/2014/main" id="{2E927E40-4C32-FBEB-8DC7-3A55CF04F6F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303520" y="3189960"/>
                  <a:ext cx="269640" cy="267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9" name="墨迹 198">
                <a:extLst>
                  <a:ext uri="{FF2B5EF4-FFF2-40B4-BE49-F238E27FC236}">
                    <a16:creationId xmlns:a16="http://schemas.microsoft.com/office/drawing/2014/main" id="{A3E04F15-1101-881B-71DA-A94EF8B58F4B}"/>
                  </a:ext>
                </a:extLst>
              </p14:cNvPr>
              <p14:cNvContentPartPr/>
              <p14:nvPr/>
            </p14:nvContentPartPr>
            <p14:xfrm>
              <a:off x="9471360" y="2583000"/>
              <a:ext cx="84960" cy="45000"/>
            </p14:xfrm>
          </p:contentPart>
        </mc:Choice>
        <mc:Fallback xmlns="">
          <p:pic>
            <p:nvPicPr>
              <p:cNvPr id="199" name="墨迹 198">
                <a:extLst>
                  <a:ext uri="{FF2B5EF4-FFF2-40B4-BE49-F238E27FC236}">
                    <a16:creationId xmlns:a16="http://schemas.microsoft.com/office/drawing/2014/main" id="{A3E04F15-1101-881B-71DA-A94EF8B58F4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462360" y="2574000"/>
                <a:ext cx="102600" cy="62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02" name="组合 201">
            <a:extLst>
              <a:ext uri="{FF2B5EF4-FFF2-40B4-BE49-F238E27FC236}">
                <a16:creationId xmlns:a16="http://schemas.microsoft.com/office/drawing/2014/main" id="{8948A253-E77C-E61C-1DBD-8FDEAD0E7C24}"/>
              </a:ext>
            </a:extLst>
          </p:cNvPr>
          <p:cNvGrpSpPr/>
          <p:nvPr/>
        </p:nvGrpSpPr>
        <p:grpSpPr>
          <a:xfrm>
            <a:off x="8976000" y="2278080"/>
            <a:ext cx="115200" cy="205560"/>
            <a:chOff x="8976000" y="2278080"/>
            <a:chExt cx="115200" cy="20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98" name="墨迹 197">
                  <a:extLst>
                    <a:ext uri="{FF2B5EF4-FFF2-40B4-BE49-F238E27FC236}">
                      <a16:creationId xmlns:a16="http://schemas.microsoft.com/office/drawing/2014/main" id="{70A988C3-4B98-6212-ACB3-5589A7BDFFD5}"/>
                    </a:ext>
                  </a:extLst>
                </p14:cNvPr>
                <p14:cNvContentPartPr/>
                <p14:nvPr/>
              </p14:nvContentPartPr>
              <p14:xfrm>
                <a:off x="9006600" y="2476440"/>
                <a:ext cx="84600" cy="360"/>
              </p14:xfrm>
            </p:contentPart>
          </mc:Choice>
          <mc:Fallback xmlns="">
            <p:pic>
              <p:nvPicPr>
                <p:cNvPr id="198" name="墨迹 197">
                  <a:extLst>
                    <a:ext uri="{FF2B5EF4-FFF2-40B4-BE49-F238E27FC236}">
                      <a16:creationId xmlns:a16="http://schemas.microsoft.com/office/drawing/2014/main" id="{70A988C3-4B98-6212-ACB3-5589A7BDFFD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997600" y="2467440"/>
                  <a:ext cx="1022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00" name="墨迹 199">
                  <a:extLst>
                    <a:ext uri="{FF2B5EF4-FFF2-40B4-BE49-F238E27FC236}">
                      <a16:creationId xmlns:a16="http://schemas.microsoft.com/office/drawing/2014/main" id="{1E0707A5-7FC6-988C-29E1-6D9CCC0DC5D7}"/>
                    </a:ext>
                  </a:extLst>
                </p14:cNvPr>
                <p14:cNvContentPartPr/>
                <p14:nvPr/>
              </p14:nvContentPartPr>
              <p14:xfrm>
                <a:off x="8976000" y="2284200"/>
                <a:ext cx="8280" cy="183960"/>
              </p14:xfrm>
            </p:contentPart>
          </mc:Choice>
          <mc:Fallback xmlns="">
            <p:pic>
              <p:nvPicPr>
                <p:cNvPr id="200" name="墨迹 199">
                  <a:extLst>
                    <a:ext uri="{FF2B5EF4-FFF2-40B4-BE49-F238E27FC236}">
                      <a16:creationId xmlns:a16="http://schemas.microsoft.com/office/drawing/2014/main" id="{1E0707A5-7FC6-988C-29E1-6D9CCC0DC5D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967000" y="2275200"/>
                  <a:ext cx="2592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01" name="墨迹 200">
                  <a:extLst>
                    <a:ext uri="{FF2B5EF4-FFF2-40B4-BE49-F238E27FC236}">
                      <a16:creationId xmlns:a16="http://schemas.microsoft.com/office/drawing/2014/main" id="{66790052-88F9-9ECA-D854-EBF5AFA8F292}"/>
                    </a:ext>
                  </a:extLst>
                </p14:cNvPr>
                <p14:cNvContentPartPr/>
                <p14:nvPr/>
              </p14:nvContentPartPr>
              <p14:xfrm>
                <a:off x="9022080" y="2278080"/>
                <a:ext cx="62640" cy="205560"/>
              </p14:xfrm>
            </p:contentPart>
          </mc:Choice>
          <mc:Fallback xmlns="">
            <p:pic>
              <p:nvPicPr>
                <p:cNvPr id="201" name="墨迹 200">
                  <a:extLst>
                    <a:ext uri="{FF2B5EF4-FFF2-40B4-BE49-F238E27FC236}">
                      <a16:creationId xmlns:a16="http://schemas.microsoft.com/office/drawing/2014/main" id="{66790052-88F9-9ECA-D854-EBF5AFA8F29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013080" y="2269080"/>
                  <a:ext cx="80280" cy="223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34" name="墨迹 233">
                <a:extLst>
                  <a:ext uri="{FF2B5EF4-FFF2-40B4-BE49-F238E27FC236}">
                    <a16:creationId xmlns:a16="http://schemas.microsoft.com/office/drawing/2014/main" id="{9104BBF2-5188-3E55-5A6E-F474979E6554}"/>
                  </a:ext>
                </a:extLst>
              </p14:cNvPr>
              <p14:cNvContentPartPr/>
              <p14:nvPr/>
            </p14:nvContentPartPr>
            <p14:xfrm>
              <a:off x="8861520" y="3382200"/>
              <a:ext cx="266760" cy="199080"/>
            </p14:xfrm>
          </p:contentPart>
        </mc:Choice>
        <mc:Fallback xmlns="">
          <p:pic>
            <p:nvPicPr>
              <p:cNvPr id="234" name="墨迹 233">
                <a:extLst>
                  <a:ext uri="{FF2B5EF4-FFF2-40B4-BE49-F238E27FC236}">
                    <a16:creationId xmlns:a16="http://schemas.microsoft.com/office/drawing/2014/main" id="{9104BBF2-5188-3E55-5A6E-F474979E655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852880" y="3373560"/>
                <a:ext cx="28440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35" name="墨迹 234">
                <a:extLst>
                  <a:ext uri="{FF2B5EF4-FFF2-40B4-BE49-F238E27FC236}">
                    <a16:creationId xmlns:a16="http://schemas.microsoft.com/office/drawing/2014/main" id="{0DD9C8BC-DAF4-689E-6972-8F77153C3CFA}"/>
                  </a:ext>
                </a:extLst>
              </p14:cNvPr>
              <p14:cNvContentPartPr/>
              <p14:nvPr/>
            </p14:nvContentPartPr>
            <p14:xfrm>
              <a:off x="9311520" y="3543120"/>
              <a:ext cx="360" cy="360"/>
            </p14:xfrm>
          </p:contentPart>
        </mc:Choice>
        <mc:Fallback xmlns="">
          <p:pic>
            <p:nvPicPr>
              <p:cNvPr id="235" name="墨迹 234">
                <a:extLst>
                  <a:ext uri="{FF2B5EF4-FFF2-40B4-BE49-F238E27FC236}">
                    <a16:creationId xmlns:a16="http://schemas.microsoft.com/office/drawing/2014/main" id="{0DD9C8BC-DAF4-689E-6972-8F77153C3CF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302520" y="353412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36" name="墨迹 235">
                <a:extLst>
                  <a:ext uri="{FF2B5EF4-FFF2-40B4-BE49-F238E27FC236}">
                    <a16:creationId xmlns:a16="http://schemas.microsoft.com/office/drawing/2014/main" id="{6F5494A3-76A9-1981-97B4-E1308B190E5E}"/>
                  </a:ext>
                </a:extLst>
              </p14:cNvPr>
              <p14:cNvContentPartPr/>
              <p14:nvPr/>
            </p14:nvContentPartPr>
            <p14:xfrm>
              <a:off x="2346960" y="6271080"/>
              <a:ext cx="360" cy="360"/>
            </p14:xfrm>
          </p:contentPart>
        </mc:Choice>
        <mc:Fallback xmlns="">
          <p:pic>
            <p:nvPicPr>
              <p:cNvPr id="236" name="墨迹 235">
                <a:extLst>
                  <a:ext uri="{FF2B5EF4-FFF2-40B4-BE49-F238E27FC236}">
                    <a16:creationId xmlns:a16="http://schemas.microsoft.com/office/drawing/2014/main" id="{6F5494A3-76A9-1981-97B4-E1308B190E5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337960" y="6262080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28453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5F0CFF19-C722-30EC-9155-EF6994859F91}"/>
              </a:ext>
            </a:extLst>
          </p:cNvPr>
          <p:cNvSpPr txBox="1"/>
          <p:nvPr/>
        </p:nvSpPr>
        <p:spPr>
          <a:xfrm>
            <a:off x="562999" y="705314"/>
            <a:ext cx="9477815" cy="114492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AnalogClock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1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paintEvent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QPaintEvent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*)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static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const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QPoint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hourHand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[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3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]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QPoint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7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8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),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QPoint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(-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7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8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),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QPoint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40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};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static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const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QPoint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minuteHand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[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3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]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QPoint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7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8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),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QPoint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(-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7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8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),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QPoint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70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}; </a:t>
            </a: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QColor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hourColor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127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127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QColor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minuteColor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127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127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191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side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qMin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width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height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QTime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time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QTime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currentTime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QPainter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painter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painter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setRenderHint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QPainter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Antialiasing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  <a:highlight>
                  <a:srgbClr val="FFFF00"/>
                </a:highlight>
              </a:rPr>
              <a:t>painter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</a:rPr>
              <a:t>.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  <a:highlight>
                  <a:srgbClr val="FFFF00"/>
                </a:highlight>
              </a:rPr>
              <a:t>translate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  <a:highlight>
                  <a:srgbClr val="FFFF00"/>
                </a:highlight>
              </a:rPr>
              <a:t>width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</a:rPr>
              <a:t>()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  <a:highlight>
                  <a:srgbClr val="FFFF00"/>
                </a:highlight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</a:rPr>
              <a:t>/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  <a:highlight>
                  <a:srgbClr val="FFFF00"/>
                </a:highlight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00"/>
                </a:highlight>
              </a:rPr>
              <a:t>2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  <a:highlight>
                  <a:srgbClr val="FFFF00"/>
                </a:highlight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  <a:highlight>
                  <a:srgbClr val="FFFF00"/>
                </a:highlight>
              </a:rPr>
              <a:t>height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</a:rPr>
              <a:t>()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  <a:highlight>
                  <a:srgbClr val="FFFF00"/>
                </a:highlight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</a:rPr>
              <a:t>/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  <a:highlight>
                  <a:srgbClr val="FFFF00"/>
                </a:highlight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00"/>
                </a:highlight>
              </a:rPr>
              <a:t>2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</a:rPr>
              <a:t>); </a:t>
            </a: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painter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scale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side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200.0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side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200.0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painter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setPen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NoPen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painter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setBrush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hourColor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painter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save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painter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rotate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30.0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time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hour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+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time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minute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60.0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)));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painter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drawConvexPolygon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hourHand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3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zh-CN" b="0" i="0" u="none" strike="noStrike" cap="none" normalizeH="0" baseline="0" dirty="0">
              <a:ln>
                <a:noFill/>
              </a:ln>
              <a:solidFill>
                <a:srgbClr val="092E64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painter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restore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painter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setPen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hourColor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for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i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i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&lt;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12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++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i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painter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drawLine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88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96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painter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rotate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30.0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painter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setPen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NoPen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painter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setBrush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minuteColor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painter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save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painter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rotate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6.0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time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minute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+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time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second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60.0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));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painter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drawConvexPolygon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minuteHand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3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painter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restore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painter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setPen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minuteColor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for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j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j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&lt;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60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++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j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j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%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5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!=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painter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drawLine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92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96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painter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rotate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6.0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E103CC4-6E7D-9B45-2B83-E0A6E0C41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218" y="1992413"/>
            <a:ext cx="2741842" cy="2450040"/>
          </a:xfrm>
          <a:prstGeom prst="rect">
            <a:avLst/>
          </a:prstGeom>
        </p:spPr>
      </p:pic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015794B2-BBA5-60DA-9DC9-B43B84D75AC7}"/>
              </a:ext>
            </a:extLst>
          </p:cNvPr>
          <p:cNvCxnSpPr/>
          <p:nvPr/>
        </p:nvCxnSpPr>
        <p:spPr>
          <a:xfrm>
            <a:off x="5006340" y="3657600"/>
            <a:ext cx="17373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5" name="墨迹 144">
                <a:extLst>
                  <a:ext uri="{FF2B5EF4-FFF2-40B4-BE49-F238E27FC236}">
                    <a16:creationId xmlns:a16="http://schemas.microsoft.com/office/drawing/2014/main" id="{16C3AECF-1E5E-5375-2DE7-DF62F8DA6DB6}"/>
                  </a:ext>
                </a:extLst>
              </p14:cNvPr>
              <p14:cNvContentPartPr/>
              <p14:nvPr/>
            </p14:nvContentPartPr>
            <p14:xfrm>
              <a:off x="8531040" y="3528000"/>
              <a:ext cx="79920" cy="306000"/>
            </p14:xfrm>
          </p:contentPart>
        </mc:Choice>
        <mc:Fallback xmlns="">
          <p:pic>
            <p:nvPicPr>
              <p:cNvPr id="145" name="墨迹 144">
                <a:extLst>
                  <a:ext uri="{FF2B5EF4-FFF2-40B4-BE49-F238E27FC236}">
                    <a16:creationId xmlns:a16="http://schemas.microsoft.com/office/drawing/2014/main" id="{16C3AECF-1E5E-5375-2DE7-DF62F8DA6DB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522040" y="3519000"/>
                <a:ext cx="97560" cy="32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6" name="墨迹 145">
                <a:extLst>
                  <a:ext uri="{FF2B5EF4-FFF2-40B4-BE49-F238E27FC236}">
                    <a16:creationId xmlns:a16="http://schemas.microsoft.com/office/drawing/2014/main" id="{3F764FF6-DA7E-7C76-5C71-1C645CD4F28F}"/>
                  </a:ext>
                </a:extLst>
              </p14:cNvPr>
              <p14:cNvContentPartPr/>
              <p14:nvPr/>
            </p14:nvContentPartPr>
            <p14:xfrm>
              <a:off x="8290560" y="3939480"/>
              <a:ext cx="175320" cy="152640"/>
            </p14:xfrm>
          </p:contentPart>
        </mc:Choice>
        <mc:Fallback xmlns="">
          <p:pic>
            <p:nvPicPr>
              <p:cNvPr id="146" name="墨迹 145">
                <a:extLst>
                  <a:ext uri="{FF2B5EF4-FFF2-40B4-BE49-F238E27FC236}">
                    <a16:creationId xmlns:a16="http://schemas.microsoft.com/office/drawing/2014/main" id="{3F764FF6-DA7E-7C76-5C71-1C645CD4F28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281560" y="3930480"/>
                <a:ext cx="192960" cy="17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7" name="墨迹 146">
                <a:extLst>
                  <a:ext uri="{FF2B5EF4-FFF2-40B4-BE49-F238E27FC236}">
                    <a16:creationId xmlns:a16="http://schemas.microsoft.com/office/drawing/2014/main" id="{F2ACDB2F-E2B4-2C65-5D49-41BC12196FA6}"/>
                  </a:ext>
                </a:extLst>
              </p14:cNvPr>
              <p14:cNvContentPartPr/>
              <p14:nvPr/>
            </p14:nvContentPartPr>
            <p14:xfrm>
              <a:off x="7516920" y="4194360"/>
              <a:ext cx="87840" cy="12240"/>
            </p14:xfrm>
          </p:contentPart>
        </mc:Choice>
        <mc:Fallback xmlns="">
          <p:pic>
            <p:nvPicPr>
              <p:cNvPr id="147" name="墨迹 146">
                <a:extLst>
                  <a:ext uri="{FF2B5EF4-FFF2-40B4-BE49-F238E27FC236}">
                    <a16:creationId xmlns:a16="http://schemas.microsoft.com/office/drawing/2014/main" id="{F2ACDB2F-E2B4-2C65-5D49-41BC12196FA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508280" y="4185360"/>
                <a:ext cx="10548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48" name="墨迹 147">
                <a:extLst>
                  <a:ext uri="{FF2B5EF4-FFF2-40B4-BE49-F238E27FC236}">
                    <a16:creationId xmlns:a16="http://schemas.microsoft.com/office/drawing/2014/main" id="{42A62315-1911-0018-E945-50B255D3B246}"/>
                  </a:ext>
                </a:extLst>
              </p14:cNvPr>
              <p14:cNvContentPartPr/>
              <p14:nvPr/>
            </p14:nvContentPartPr>
            <p14:xfrm>
              <a:off x="7726080" y="2240280"/>
              <a:ext cx="8640" cy="190080"/>
            </p14:xfrm>
          </p:contentPart>
        </mc:Choice>
        <mc:Fallback xmlns="">
          <p:pic>
            <p:nvPicPr>
              <p:cNvPr id="148" name="墨迹 147">
                <a:extLst>
                  <a:ext uri="{FF2B5EF4-FFF2-40B4-BE49-F238E27FC236}">
                    <a16:creationId xmlns:a16="http://schemas.microsoft.com/office/drawing/2014/main" id="{42A62315-1911-0018-E945-50B255D3B24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717080" y="2231280"/>
                <a:ext cx="26280" cy="20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50" name="墨迹 149">
                <a:extLst>
                  <a:ext uri="{FF2B5EF4-FFF2-40B4-BE49-F238E27FC236}">
                    <a16:creationId xmlns:a16="http://schemas.microsoft.com/office/drawing/2014/main" id="{1A869790-CE1F-2A3A-E292-DD01A46ED795}"/>
                  </a:ext>
                </a:extLst>
              </p14:cNvPr>
              <p14:cNvContentPartPr/>
              <p14:nvPr/>
            </p14:nvContentPartPr>
            <p14:xfrm>
              <a:off x="8541840" y="3253320"/>
              <a:ext cx="151200" cy="20520"/>
            </p14:xfrm>
          </p:contentPart>
        </mc:Choice>
        <mc:Fallback xmlns="">
          <p:pic>
            <p:nvPicPr>
              <p:cNvPr id="150" name="墨迹 149">
                <a:extLst>
                  <a:ext uri="{FF2B5EF4-FFF2-40B4-BE49-F238E27FC236}">
                    <a16:creationId xmlns:a16="http://schemas.microsoft.com/office/drawing/2014/main" id="{1A869790-CE1F-2A3A-E292-DD01A46ED79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532840" y="3244320"/>
                <a:ext cx="16884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52" name="墨迹 151">
                <a:extLst>
                  <a:ext uri="{FF2B5EF4-FFF2-40B4-BE49-F238E27FC236}">
                    <a16:creationId xmlns:a16="http://schemas.microsoft.com/office/drawing/2014/main" id="{80B84607-26B8-15A2-14BE-0E1D85D80ACF}"/>
                  </a:ext>
                </a:extLst>
              </p14:cNvPr>
              <p14:cNvContentPartPr/>
              <p14:nvPr/>
            </p14:nvContentPartPr>
            <p14:xfrm>
              <a:off x="7802760" y="3276360"/>
              <a:ext cx="15840" cy="203400"/>
            </p14:xfrm>
          </p:contentPart>
        </mc:Choice>
        <mc:Fallback xmlns="">
          <p:pic>
            <p:nvPicPr>
              <p:cNvPr id="152" name="墨迹 151">
                <a:extLst>
                  <a:ext uri="{FF2B5EF4-FFF2-40B4-BE49-F238E27FC236}">
                    <a16:creationId xmlns:a16="http://schemas.microsoft.com/office/drawing/2014/main" id="{80B84607-26B8-15A2-14BE-0E1D85D80AC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793760" y="3267360"/>
                <a:ext cx="33480" cy="2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44" name="墨迹 143">
                <a:extLst>
                  <a:ext uri="{FF2B5EF4-FFF2-40B4-BE49-F238E27FC236}">
                    <a16:creationId xmlns:a16="http://schemas.microsoft.com/office/drawing/2014/main" id="{4365EAC5-559A-C493-03D1-7C0E579664C3}"/>
                  </a:ext>
                </a:extLst>
              </p14:cNvPr>
              <p14:cNvContentPartPr/>
              <p14:nvPr/>
            </p14:nvContentPartPr>
            <p14:xfrm>
              <a:off x="8618160" y="3398400"/>
              <a:ext cx="360" cy="1800"/>
            </p14:xfrm>
          </p:contentPart>
        </mc:Choice>
        <mc:Fallback xmlns="">
          <p:pic>
            <p:nvPicPr>
              <p:cNvPr id="144" name="墨迹 143">
                <a:extLst>
                  <a:ext uri="{FF2B5EF4-FFF2-40B4-BE49-F238E27FC236}">
                    <a16:creationId xmlns:a16="http://schemas.microsoft.com/office/drawing/2014/main" id="{4365EAC5-559A-C493-03D1-7C0E579664C3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609160" y="3389400"/>
                <a:ext cx="1800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53" name="墨迹 152">
                <a:extLst>
                  <a:ext uri="{FF2B5EF4-FFF2-40B4-BE49-F238E27FC236}">
                    <a16:creationId xmlns:a16="http://schemas.microsoft.com/office/drawing/2014/main" id="{15392675-8BE4-BF78-2182-8E3EFF21615B}"/>
                  </a:ext>
                </a:extLst>
              </p14:cNvPr>
              <p14:cNvContentPartPr/>
              <p14:nvPr/>
            </p14:nvContentPartPr>
            <p14:xfrm>
              <a:off x="8487120" y="3207960"/>
              <a:ext cx="36720" cy="235800"/>
            </p14:xfrm>
          </p:contentPart>
        </mc:Choice>
        <mc:Fallback xmlns="">
          <p:pic>
            <p:nvPicPr>
              <p:cNvPr id="153" name="墨迹 152">
                <a:extLst>
                  <a:ext uri="{FF2B5EF4-FFF2-40B4-BE49-F238E27FC236}">
                    <a16:creationId xmlns:a16="http://schemas.microsoft.com/office/drawing/2014/main" id="{15392675-8BE4-BF78-2182-8E3EFF21615B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478480" y="3198960"/>
                <a:ext cx="54360" cy="253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60" name="组合 159">
            <a:extLst>
              <a:ext uri="{FF2B5EF4-FFF2-40B4-BE49-F238E27FC236}">
                <a16:creationId xmlns:a16="http://schemas.microsoft.com/office/drawing/2014/main" id="{754296A0-38FC-7ACF-E0D7-F0EF07C88575}"/>
              </a:ext>
            </a:extLst>
          </p:cNvPr>
          <p:cNvGrpSpPr/>
          <p:nvPr/>
        </p:nvGrpSpPr>
        <p:grpSpPr>
          <a:xfrm>
            <a:off x="8351040" y="2931840"/>
            <a:ext cx="203040" cy="194760"/>
            <a:chOff x="8351040" y="2931840"/>
            <a:chExt cx="203040" cy="19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55" name="墨迹 154">
                  <a:extLst>
                    <a:ext uri="{FF2B5EF4-FFF2-40B4-BE49-F238E27FC236}">
                      <a16:creationId xmlns:a16="http://schemas.microsoft.com/office/drawing/2014/main" id="{6DFEF072-2266-1F66-5D2B-F904B2F2E1DE}"/>
                    </a:ext>
                  </a:extLst>
                </p14:cNvPr>
                <p14:cNvContentPartPr/>
                <p14:nvPr/>
              </p14:nvContentPartPr>
              <p14:xfrm>
                <a:off x="8351040" y="2931840"/>
                <a:ext cx="66600" cy="180720"/>
              </p14:xfrm>
            </p:contentPart>
          </mc:Choice>
          <mc:Fallback xmlns="">
            <p:pic>
              <p:nvPicPr>
                <p:cNvPr id="155" name="墨迹 154">
                  <a:extLst>
                    <a:ext uri="{FF2B5EF4-FFF2-40B4-BE49-F238E27FC236}">
                      <a16:creationId xmlns:a16="http://schemas.microsoft.com/office/drawing/2014/main" id="{6DFEF072-2266-1F66-5D2B-F904B2F2E1D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342400" y="2922840"/>
                  <a:ext cx="8424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56" name="墨迹 155">
                  <a:extLst>
                    <a:ext uri="{FF2B5EF4-FFF2-40B4-BE49-F238E27FC236}">
                      <a16:creationId xmlns:a16="http://schemas.microsoft.com/office/drawing/2014/main" id="{4BCADE07-1A30-FA13-540E-8C5B8DA87F13}"/>
                    </a:ext>
                  </a:extLst>
                </p14:cNvPr>
                <p14:cNvContentPartPr/>
                <p14:nvPr/>
              </p14:nvContentPartPr>
              <p14:xfrm>
                <a:off x="8469840" y="2956320"/>
                <a:ext cx="63000" cy="170280"/>
              </p14:xfrm>
            </p:contentPart>
          </mc:Choice>
          <mc:Fallback xmlns="">
            <p:pic>
              <p:nvPicPr>
                <p:cNvPr id="156" name="墨迹 155">
                  <a:extLst>
                    <a:ext uri="{FF2B5EF4-FFF2-40B4-BE49-F238E27FC236}">
                      <a16:creationId xmlns:a16="http://schemas.microsoft.com/office/drawing/2014/main" id="{4BCADE07-1A30-FA13-540E-8C5B8DA87F1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460840" y="2947320"/>
                  <a:ext cx="8064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57" name="墨迹 156">
                  <a:extLst>
                    <a:ext uri="{FF2B5EF4-FFF2-40B4-BE49-F238E27FC236}">
                      <a16:creationId xmlns:a16="http://schemas.microsoft.com/office/drawing/2014/main" id="{50FFF3FB-3270-ABE7-E094-F628FB7C16C7}"/>
                    </a:ext>
                  </a:extLst>
                </p14:cNvPr>
                <p14:cNvContentPartPr/>
                <p14:nvPr/>
              </p14:nvContentPartPr>
              <p14:xfrm>
                <a:off x="8526720" y="2941200"/>
                <a:ext cx="27360" cy="9360"/>
              </p14:xfrm>
            </p:contentPart>
          </mc:Choice>
          <mc:Fallback xmlns="">
            <p:pic>
              <p:nvPicPr>
                <p:cNvPr id="157" name="墨迹 156">
                  <a:extLst>
                    <a:ext uri="{FF2B5EF4-FFF2-40B4-BE49-F238E27FC236}">
                      <a16:creationId xmlns:a16="http://schemas.microsoft.com/office/drawing/2014/main" id="{50FFF3FB-3270-ABE7-E094-F628FB7C16C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517720" y="2932200"/>
                  <a:ext cx="45000" cy="27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58" name="墨迹 157">
                <a:extLst>
                  <a:ext uri="{FF2B5EF4-FFF2-40B4-BE49-F238E27FC236}">
                    <a16:creationId xmlns:a16="http://schemas.microsoft.com/office/drawing/2014/main" id="{F0B93375-0FA2-4227-F079-FB5BE0ADD4D8}"/>
                  </a:ext>
                </a:extLst>
              </p14:cNvPr>
              <p14:cNvContentPartPr/>
              <p14:nvPr/>
            </p14:nvContentPartPr>
            <p14:xfrm>
              <a:off x="8791680" y="3139200"/>
              <a:ext cx="9360" cy="120960"/>
            </p14:xfrm>
          </p:contentPart>
        </mc:Choice>
        <mc:Fallback xmlns="">
          <p:pic>
            <p:nvPicPr>
              <p:cNvPr id="158" name="墨迹 157">
                <a:extLst>
                  <a:ext uri="{FF2B5EF4-FFF2-40B4-BE49-F238E27FC236}">
                    <a16:creationId xmlns:a16="http://schemas.microsoft.com/office/drawing/2014/main" id="{F0B93375-0FA2-4227-F079-FB5BE0ADD4D8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783040" y="3130200"/>
                <a:ext cx="27000" cy="13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59" name="墨迹 158">
                <a:extLst>
                  <a:ext uri="{FF2B5EF4-FFF2-40B4-BE49-F238E27FC236}">
                    <a16:creationId xmlns:a16="http://schemas.microsoft.com/office/drawing/2014/main" id="{AA772BEF-7865-6AF1-8BD2-B81293F6690F}"/>
                  </a:ext>
                </a:extLst>
              </p14:cNvPr>
              <p14:cNvContentPartPr/>
              <p14:nvPr/>
            </p14:nvContentPartPr>
            <p14:xfrm>
              <a:off x="8712840" y="2864880"/>
              <a:ext cx="81000" cy="192960"/>
            </p14:xfrm>
          </p:contentPart>
        </mc:Choice>
        <mc:Fallback xmlns="">
          <p:pic>
            <p:nvPicPr>
              <p:cNvPr id="159" name="墨迹 158">
                <a:extLst>
                  <a:ext uri="{FF2B5EF4-FFF2-40B4-BE49-F238E27FC236}">
                    <a16:creationId xmlns:a16="http://schemas.microsoft.com/office/drawing/2014/main" id="{AA772BEF-7865-6AF1-8BD2-B81293F6690F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703840" y="2855880"/>
                <a:ext cx="98640" cy="210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3" name="组合 162">
            <a:extLst>
              <a:ext uri="{FF2B5EF4-FFF2-40B4-BE49-F238E27FC236}">
                <a16:creationId xmlns:a16="http://schemas.microsoft.com/office/drawing/2014/main" id="{F6B1067D-48E2-D426-965D-9DB4C5802572}"/>
              </a:ext>
            </a:extLst>
          </p:cNvPr>
          <p:cNvGrpSpPr/>
          <p:nvPr/>
        </p:nvGrpSpPr>
        <p:grpSpPr>
          <a:xfrm>
            <a:off x="3634680" y="9730440"/>
            <a:ext cx="802800" cy="78120"/>
            <a:chOff x="3634680" y="9730440"/>
            <a:chExt cx="802800" cy="7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61" name="墨迹 160">
                  <a:extLst>
                    <a:ext uri="{FF2B5EF4-FFF2-40B4-BE49-F238E27FC236}">
                      <a16:creationId xmlns:a16="http://schemas.microsoft.com/office/drawing/2014/main" id="{7C51BC15-E0B6-3CA8-6B1B-1DAEA74DEA37}"/>
                    </a:ext>
                  </a:extLst>
                </p14:cNvPr>
                <p14:cNvContentPartPr/>
                <p14:nvPr/>
              </p14:nvContentPartPr>
              <p14:xfrm>
                <a:off x="3764280" y="9745920"/>
                <a:ext cx="2160" cy="7920"/>
              </p14:xfrm>
            </p:contentPart>
          </mc:Choice>
          <mc:Fallback xmlns="">
            <p:pic>
              <p:nvPicPr>
                <p:cNvPr id="161" name="墨迹 160">
                  <a:extLst>
                    <a:ext uri="{FF2B5EF4-FFF2-40B4-BE49-F238E27FC236}">
                      <a16:creationId xmlns:a16="http://schemas.microsoft.com/office/drawing/2014/main" id="{7C51BC15-E0B6-3CA8-6B1B-1DAEA74DEA37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755280" y="9736920"/>
                  <a:ext cx="198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62" name="墨迹 161">
                  <a:extLst>
                    <a:ext uri="{FF2B5EF4-FFF2-40B4-BE49-F238E27FC236}">
                      <a16:creationId xmlns:a16="http://schemas.microsoft.com/office/drawing/2014/main" id="{91A8FEC1-918D-19AD-C4CD-C4E64A5AC0FB}"/>
                    </a:ext>
                  </a:extLst>
                </p14:cNvPr>
                <p14:cNvContentPartPr/>
                <p14:nvPr/>
              </p14:nvContentPartPr>
              <p14:xfrm>
                <a:off x="3634680" y="9730440"/>
                <a:ext cx="802800" cy="78120"/>
              </p14:xfrm>
            </p:contentPart>
          </mc:Choice>
          <mc:Fallback xmlns="">
            <p:pic>
              <p:nvPicPr>
                <p:cNvPr id="162" name="墨迹 161">
                  <a:extLst>
                    <a:ext uri="{FF2B5EF4-FFF2-40B4-BE49-F238E27FC236}">
                      <a16:creationId xmlns:a16="http://schemas.microsoft.com/office/drawing/2014/main" id="{91A8FEC1-918D-19AD-C4CD-C4E64A5AC0F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625680" y="9721440"/>
                  <a:ext cx="820440" cy="9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组合 165">
            <a:extLst>
              <a:ext uri="{FF2B5EF4-FFF2-40B4-BE49-F238E27FC236}">
                <a16:creationId xmlns:a16="http://schemas.microsoft.com/office/drawing/2014/main" id="{89E924E2-D8C3-0995-A941-606DA4FF8282}"/>
              </a:ext>
            </a:extLst>
          </p:cNvPr>
          <p:cNvGrpSpPr/>
          <p:nvPr/>
        </p:nvGrpSpPr>
        <p:grpSpPr>
          <a:xfrm>
            <a:off x="8534280" y="3254760"/>
            <a:ext cx="164160" cy="37800"/>
            <a:chOff x="8534280" y="3254760"/>
            <a:chExt cx="164160" cy="3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42" name="墨迹 141">
                  <a:extLst>
                    <a:ext uri="{FF2B5EF4-FFF2-40B4-BE49-F238E27FC236}">
                      <a16:creationId xmlns:a16="http://schemas.microsoft.com/office/drawing/2014/main" id="{423CE72E-0BE1-F2A1-EDBB-0A79CBD08A79}"/>
                    </a:ext>
                  </a:extLst>
                </p14:cNvPr>
                <p14:cNvContentPartPr/>
                <p14:nvPr/>
              </p14:nvContentPartPr>
              <p14:xfrm>
                <a:off x="8534280" y="3254760"/>
                <a:ext cx="136800" cy="21600"/>
              </p14:xfrm>
            </p:contentPart>
          </mc:Choice>
          <mc:Fallback xmlns="">
            <p:pic>
              <p:nvPicPr>
                <p:cNvPr id="142" name="墨迹 141">
                  <a:extLst>
                    <a:ext uri="{FF2B5EF4-FFF2-40B4-BE49-F238E27FC236}">
                      <a16:creationId xmlns:a16="http://schemas.microsoft.com/office/drawing/2014/main" id="{423CE72E-0BE1-F2A1-EDBB-0A79CBD08A7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525280" y="3246120"/>
                  <a:ext cx="1544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43" name="墨迹 142">
                  <a:extLst>
                    <a:ext uri="{FF2B5EF4-FFF2-40B4-BE49-F238E27FC236}">
                      <a16:creationId xmlns:a16="http://schemas.microsoft.com/office/drawing/2014/main" id="{89A465D3-DB1D-0C2B-8577-BBC276855098}"/>
                    </a:ext>
                  </a:extLst>
                </p14:cNvPr>
                <p14:cNvContentPartPr/>
                <p14:nvPr/>
              </p14:nvContentPartPr>
              <p14:xfrm>
                <a:off x="8534280" y="3260520"/>
                <a:ext cx="164160" cy="32040"/>
              </p14:xfrm>
            </p:contentPart>
          </mc:Choice>
          <mc:Fallback xmlns="">
            <p:pic>
              <p:nvPicPr>
                <p:cNvPr id="143" name="墨迹 142">
                  <a:extLst>
                    <a:ext uri="{FF2B5EF4-FFF2-40B4-BE49-F238E27FC236}">
                      <a16:creationId xmlns:a16="http://schemas.microsoft.com/office/drawing/2014/main" id="{89A465D3-DB1D-0C2B-8577-BBC27685509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525280" y="3251520"/>
                  <a:ext cx="1818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64" name="墨迹 163">
                  <a:extLst>
                    <a:ext uri="{FF2B5EF4-FFF2-40B4-BE49-F238E27FC236}">
                      <a16:creationId xmlns:a16="http://schemas.microsoft.com/office/drawing/2014/main" id="{F2118CCB-A41E-102F-26A9-FF6219084C2D}"/>
                    </a:ext>
                  </a:extLst>
                </p14:cNvPr>
                <p14:cNvContentPartPr/>
                <p14:nvPr/>
              </p14:nvContentPartPr>
              <p14:xfrm>
                <a:off x="8679000" y="3276360"/>
                <a:ext cx="360" cy="360"/>
              </p14:xfrm>
            </p:contentPart>
          </mc:Choice>
          <mc:Fallback xmlns="">
            <p:pic>
              <p:nvPicPr>
                <p:cNvPr id="164" name="墨迹 163">
                  <a:extLst>
                    <a:ext uri="{FF2B5EF4-FFF2-40B4-BE49-F238E27FC236}">
                      <a16:creationId xmlns:a16="http://schemas.microsoft.com/office/drawing/2014/main" id="{F2118CCB-A41E-102F-26A9-FF6219084C2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670000" y="326736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165" name="墨迹 164">
                  <a:extLst>
                    <a:ext uri="{FF2B5EF4-FFF2-40B4-BE49-F238E27FC236}">
                      <a16:creationId xmlns:a16="http://schemas.microsoft.com/office/drawing/2014/main" id="{75827976-DA78-337A-4D23-7F6C89B8DF30}"/>
                    </a:ext>
                  </a:extLst>
                </p14:cNvPr>
                <p14:cNvContentPartPr/>
                <p14:nvPr/>
              </p14:nvContentPartPr>
              <p14:xfrm>
                <a:off x="8656320" y="3276360"/>
                <a:ext cx="360" cy="360"/>
              </p14:xfrm>
            </p:contentPart>
          </mc:Choice>
          <mc:Fallback xmlns="">
            <p:pic>
              <p:nvPicPr>
                <p:cNvPr id="165" name="墨迹 164">
                  <a:extLst>
                    <a:ext uri="{FF2B5EF4-FFF2-40B4-BE49-F238E27FC236}">
                      <a16:creationId xmlns:a16="http://schemas.microsoft.com/office/drawing/2014/main" id="{75827976-DA78-337A-4D23-7F6C89B8DF30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647320" y="326736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95304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A7A9E53-8EC5-5992-D310-566A65C9305D}"/>
              </a:ext>
            </a:extLst>
          </p:cNvPr>
          <p:cNvSpPr txBox="1"/>
          <p:nvPr/>
        </p:nvSpPr>
        <p:spPr>
          <a:xfrm>
            <a:off x="4813959" y="219222"/>
            <a:ext cx="10342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>
                <a:solidFill>
                  <a:schemeClr val="accent3"/>
                </a:solidFill>
              </a:rPr>
              <a:t>QDialog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2519CFD-B523-BC3C-7BC8-8A60F1C98816}"/>
              </a:ext>
            </a:extLst>
          </p:cNvPr>
          <p:cNvSpPr/>
          <p:nvPr/>
        </p:nvSpPr>
        <p:spPr>
          <a:xfrm>
            <a:off x="5385923" y="774208"/>
            <a:ext cx="1797856" cy="5575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QObject</a:t>
            </a:r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6FC956A-D18D-07FE-DE2E-1DDC6EEC3E07}"/>
              </a:ext>
            </a:extLst>
          </p:cNvPr>
          <p:cNvSpPr/>
          <p:nvPr/>
        </p:nvSpPr>
        <p:spPr>
          <a:xfrm>
            <a:off x="6578717" y="1974857"/>
            <a:ext cx="1797856" cy="5575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QWidget</a:t>
            </a:r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1BEE438-A790-E763-201B-6A6E23BDB683}"/>
              </a:ext>
            </a:extLst>
          </p:cNvPr>
          <p:cNvSpPr/>
          <p:nvPr/>
        </p:nvSpPr>
        <p:spPr>
          <a:xfrm>
            <a:off x="7903369" y="732020"/>
            <a:ext cx="1797856" cy="5575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QPaintDevice</a:t>
            </a:r>
            <a:endParaRPr lang="zh-CN" altLang="en-US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D74B76BA-EEB3-B5DA-988F-ADCA13C62526}"/>
              </a:ext>
            </a:extLst>
          </p:cNvPr>
          <p:cNvCxnSpPr>
            <a:stCxn id="35" idx="0"/>
            <a:endCxn id="6" idx="2"/>
          </p:cNvCxnSpPr>
          <p:nvPr/>
        </p:nvCxnSpPr>
        <p:spPr>
          <a:xfrm flipH="1" flipV="1">
            <a:off x="6284851" y="1331748"/>
            <a:ext cx="1192794" cy="6431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C49E6918-925D-BA65-FCB6-E6702C8507F9}"/>
              </a:ext>
            </a:extLst>
          </p:cNvPr>
          <p:cNvCxnSpPr>
            <a:stCxn id="35" idx="0"/>
            <a:endCxn id="36" idx="2"/>
          </p:cNvCxnSpPr>
          <p:nvPr/>
        </p:nvCxnSpPr>
        <p:spPr>
          <a:xfrm flipV="1">
            <a:off x="7477645" y="1289560"/>
            <a:ext cx="1324652" cy="685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>
            <a:extLst>
              <a:ext uri="{FF2B5EF4-FFF2-40B4-BE49-F238E27FC236}">
                <a16:creationId xmlns:a16="http://schemas.microsoft.com/office/drawing/2014/main" id="{E588F2A2-7BB9-98A8-1524-0F7066C0BE7A}"/>
              </a:ext>
            </a:extLst>
          </p:cNvPr>
          <p:cNvSpPr/>
          <p:nvPr/>
        </p:nvSpPr>
        <p:spPr>
          <a:xfrm>
            <a:off x="6578717" y="3238802"/>
            <a:ext cx="1797856" cy="5575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QDialog</a:t>
            </a:r>
            <a:endParaRPr lang="zh-CN" altLang="en-US"/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54029769-E5D4-FAE7-F6B4-F07ECEB89857}"/>
              </a:ext>
            </a:extLst>
          </p:cNvPr>
          <p:cNvCxnSpPr>
            <a:cxnSpLocks/>
            <a:stCxn id="46" idx="0"/>
            <a:endCxn id="35" idx="2"/>
          </p:cNvCxnSpPr>
          <p:nvPr/>
        </p:nvCxnSpPr>
        <p:spPr>
          <a:xfrm flipV="1">
            <a:off x="7477645" y="2532397"/>
            <a:ext cx="0" cy="7064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 55">
            <a:extLst>
              <a:ext uri="{FF2B5EF4-FFF2-40B4-BE49-F238E27FC236}">
                <a16:creationId xmlns:a16="http://schemas.microsoft.com/office/drawing/2014/main" id="{02FC76A2-DB4D-52EE-91DE-12BB756820A3}"/>
              </a:ext>
            </a:extLst>
          </p:cNvPr>
          <p:cNvSpPr/>
          <p:nvPr/>
        </p:nvSpPr>
        <p:spPr>
          <a:xfrm>
            <a:off x="5124882" y="4322424"/>
            <a:ext cx="1797856" cy="5575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QColorDialog</a:t>
            </a:r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D1A380DF-C6FD-23AE-3E30-99E60B362320}"/>
              </a:ext>
            </a:extLst>
          </p:cNvPr>
          <p:cNvSpPr/>
          <p:nvPr/>
        </p:nvSpPr>
        <p:spPr>
          <a:xfrm>
            <a:off x="8429913" y="4336082"/>
            <a:ext cx="1797856" cy="5575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QMessageBox</a:t>
            </a:r>
            <a:endParaRPr lang="zh-CN" altLang="en-US"/>
          </a:p>
        </p:txBody>
      </p: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D4C0F510-4D92-9145-63ED-81149573E723}"/>
              </a:ext>
            </a:extLst>
          </p:cNvPr>
          <p:cNvCxnSpPr>
            <a:stCxn id="56" idx="0"/>
            <a:endCxn id="46" idx="2"/>
          </p:cNvCxnSpPr>
          <p:nvPr/>
        </p:nvCxnSpPr>
        <p:spPr>
          <a:xfrm flipV="1">
            <a:off x="6023810" y="3796342"/>
            <a:ext cx="1453835" cy="5260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3377E4DD-11E8-A530-56F1-D4B9733442B9}"/>
              </a:ext>
            </a:extLst>
          </p:cNvPr>
          <p:cNvCxnSpPr>
            <a:stCxn id="57" idx="0"/>
            <a:endCxn id="46" idx="2"/>
          </p:cNvCxnSpPr>
          <p:nvPr/>
        </p:nvCxnSpPr>
        <p:spPr>
          <a:xfrm flipH="1" flipV="1">
            <a:off x="7477645" y="3796342"/>
            <a:ext cx="1851196" cy="5397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10BBB0C0-4BC4-BACB-FAF4-13E7F5AFF95D}"/>
              </a:ext>
            </a:extLst>
          </p:cNvPr>
          <p:cNvSpPr txBox="1"/>
          <p:nvPr/>
        </p:nvSpPr>
        <p:spPr>
          <a:xfrm>
            <a:off x="7190845" y="4336082"/>
            <a:ext cx="5533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solidFill>
                  <a:schemeClr val="bg1"/>
                </a:solidFill>
              </a:rPr>
              <a:t>……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EECFB287-1D7C-C9F8-5F2A-9424C134685F}"/>
              </a:ext>
            </a:extLst>
          </p:cNvPr>
          <p:cNvSpPr txBox="1"/>
          <p:nvPr/>
        </p:nvSpPr>
        <p:spPr>
          <a:xfrm>
            <a:off x="501826" y="774208"/>
            <a:ext cx="4737164" cy="21223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对话窗口是一个顶级窗口，主要用于短期任务和与用户的简短通信。</a:t>
            </a:r>
            <a:endParaRPr lang="en-US" altLang="zh-CN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QDialogs可以是模态的，也可以是非模态的</a:t>
            </a:r>
            <a:endParaRPr lang="en-US" altLang="zh-CN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QDialogs可以提供返回值，并且可以有默认按钮。</a:t>
            </a:r>
          </a:p>
        </p:txBody>
      </p:sp>
      <p:pic>
        <p:nvPicPr>
          <p:cNvPr id="68" name="图片 67">
            <a:extLst>
              <a:ext uri="{FF2B5EF4-FFF2-40B4-BE49-F238E27FC236}">
                <a16:creationId xmlns:a16="http://schemas.microsoft.com/office/drawing/2014/main" id="{74D9AB56-133A-D78B-E5E3-9C7067C5E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975" y="3238802"/>
            <a:ext cx="2286000" cy="14097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DF7D737-EFC5-0D28-45B6-5DCC0F4C9F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5060" y="6229478"/>
            <a:ext cx="6181725" cy="733425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96BD19E-08B2-A7D6-4F47-33CADFE8BB01}"/>
              </a:ext>
            </a:extLst>
          </p:cNvPr>
          <p:cNvSpPr txBox="1"/>
          <p:nvPr/>
        </p:nvSpPr>
        <p:spPr>
          <a:xfrm>
            <a:off x="1125415" y="5662246"/>
            <a:ext cx="35221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solidFill>
                  <a:schemeClr val="bg1"/>
                </a:solidFill>
              </a:rPr>
              <a:t>Qt</a:t>
            </a:r>
            <a:r>
              <a:rPr lang="zh-CN" altLang="en-US" sz="2000">
                <a:solidFill>
                  <a:schemeClr val="bg1"/>
                </a:solidFill>
              </a:rPr>
              <a:t>中包含很多内置的对话框：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5479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A7A9E53-8EC5-5992-D310-566A65C9305D}"/>
              </a:ext>
            </a:extLst>
          </p:cNvPr>
          <p:cNvSpPr txBox="1"/>
          <p:nvPr/>
        </p:nvSpPr>
        <p:spPr>
          <a:xfrm>
            <a:off x="4813959" y="219222"/>
            <a:ext cx="21130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>
                <a:solidFill>
                  <a:schemeClr val="accent3"/>
                </a:solidFill>
              </a:rPr>
              <a:t>标准对话框</a:t>
            </a:r>
            <a:r>
              <a:rPr lang="en-US" altLang="zh-CN" sz="2000" b="1">
                <a:solidFill>
                  <a:schemeClr val="accent3"/>
                </a:solidFill>
              </a:rPr>
              <a:t>Demo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77A16D9-0291-BFB0-2B0D-78A51DDCF396}"/>
              </a:ext>
            </a:extLst>
          </p:cNvPr>
          <p:cNvSpPr txBox="1"/>
          <p:nvPr/>
        </p:nvSpPr>
        <p:spPr>
          <a:xfrm>
            <a:off x="773723" y="826477"/>
            <a:ext cx="79821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chemeClr val="bg1"/>
                </a:solidFill>
              </a:rPr>
              <a:t>基于</a:t>
            </a:r>
            <a:r>
              <a:rPr lang="en-US" altLang="zh-CN" sz="2000">
                <a:solidFill>
                  <a:schemeClr val="bg1"/>
                </a:solidFill>
              </a:rPr>
              <a:t>QDialog</a:t>
            </a:r>
            <a:r>
              <a:rPr lang="zh-CN" altLang="en-US" sz="2000">
                <a:solidFill>
                  <a:schemeClr val="bg1"/>
                </a:solidFill>
              </a:rPr>
              <a:t>创建工程，在</a:t>
            </a:r>
            <a:r>
              <a:rPr lang="en-US" altLang="zh-CN" sz="2000">
                <a:solidFill>
                  <a:schemeClr val="bg1"/>
                </a:solidFill>
              </a:rPr>
              <a:t>ui</a:t>
            </a:r>
            <a:r>
              <a:rPr lang="zh-CN" altLang="en-US" sz="2000">
                <a:solidFill>
                  <a:schemeClr val="bg1"/>
                </a:solidFill>
              </a:rPr>
              <a:t>文件中创建</a:t>
            </a:r>
            <a:r>
              <a:rPr lang="en-US" altLang="zh-CN" sz="2000">
                <a:solidFill>
                  <a:schemeClr val="bg1"/>
                </a:solidFill>
              </a:rPr>
              <a:t>toolbox</a:t>
            </a:r>
            <a:r>
              <a:rPr lang="zh-CN" altLang="en-US" sz="2000">
                <a:solidFill>
                  <a:schemeClr val="bg1"/>
                </a:solidFill>
              </a:rPr>
              <a:t>，并添加相关控件；</a:t>
            </a:r>
            <a:endParaRPr lang="en-US" altLang="zh-CN" sz="200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chemeClr val="bg1"/>
                </a:solidFill>
              </a:rPr>
              <a:t>在构造函数中修改</a:t>
            </a:r>
            <a:r>
              <a:rPr lang="en-US" altLang="zh-CN" sz="2000">
                <a:solidFill>
                  <a:schemeClr val="bg1"/>
                </a:solidFill>
              </a:rPr>
              <a:t>page</a:t>
            </a:r>
            <a:r>
              <a:rPr lang="zh-CN" altLang="en-US" sz="2000">
                <a:solidFill>
                  <a:schemeClr val="bg1"/>
                </a:solidFill>
              </a:rPr>
              <a:t>的名称：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946E700-02A2-E857-E86D-07433F37BB38}"/>
              </a:ext>
            </a:extLst>
          </p:cNvPr>
          <p:cNvSpPr txBox="1"/>
          <p:nvPr/>
        </p:nvSpPr>
        <p:spPr>
          <a:xfrm>
            <a:off x="4813959" y="1607822"/>
            <a:ext cx="5134707" cy="3970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>
                <a:solidFill>
                  <a:srgbClr val="000080"/>
                </a:solidFill>
                <a:effectLst/>
              </a:rPr>
              <a:t>#include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>
                <a:solidFill>
                  <a:srgbClr val="008000"/>
                </a:solidFill>
                <a:effectLst/>
              </a:rPr>
              <a:t>&lt;QtWidgets&gt;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Dialog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Dialog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parent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QDialog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parent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Dialog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setupUi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toolBox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setItemText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"输入对话框"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toolBox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setItemText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"颜色对话框"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toolBox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setItemText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2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"字体对话框"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toolBox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setItemText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3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"文件对话框"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toolBox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setItemText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4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"消息对话框"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toolBox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setCurrentIndex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5058C761-0400-7898-EF82-38A86F41E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723" y="1607822"/>
            <a:ext cx="3959985" cy="4514691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94FA5DAD-790D-A9D9-7CED-5B7CADF4E097}"/>
              </a:ext>
            </a:extLst>
          </p:cNvPr>
          <p:cNvSpPr txBox="1"/>
          <p:nvPr/>
        </p:nvSpPr>
        <p:spPr>
          <a:xfrm>
            <a:off x="4733708" y="5553853"/>
            <a:ext cx="5538051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/>
              <a:t>toolbox</a:t>
            </a:r>
            <a:r>
              <a:rPr lang="zh-CN" altLang="en-US"/>
              <a:t>：当前</a:t>
            </a:r>
            <a:r>
              <a:rPr lang="en-US" altLang="zh-CN"/>
              <a:t>item</a:t>
            </a:r>
            <a:r>
              <a:rPr lang="zh-CN" altLang="en-US"/>
              <a:t>显示在当前</a:t>
            </a:r>
            <a:r>
              <a:rPr lang="en-US" altLang="zh-CN"/>
              <a:t>tab</a:t>
            </a:r>
            <a:r>
              <a:rPr lang="zh-CN" altLang="en-US"/>
              <a:t>的下方。每个</a:t>
            </a:r>
            <a:r>
              <a:rPr lang="en-US" altLang="zh-CN"/>
              <a:t>tab</a:t>
            </a:r>
            <a:r>
              <a:rPr lang="zh-CN" altLang="en-US"/>
              <a:t>都有一个索引位置。每个</a:t>
            </a:r>
            <a:r>
              <a:rPr lang="en-US" altLang="zh-CN"/>
              <a:t>item</a:t>
            </a:r>
            <a:r>
              <a:rPr lang="zh-CN" altLang="en-US"/>
              <a:t>都是QWidget。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D561347-F225-0797-2D0F-85D4A52A26DC}"/>
              </a:ext>
            </a:extLst>
          </p:cNvPr>
          <p:cNvSpPr txBox="1"/>
          <p:nvPr/>
        </p:nvSpPr>
        <p:spPr>
          <a:xfrm>
            <a:off x="1315293" y="6558240"/>
            <a:ext cx="2157119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CN">
                <a:solidFill>
                  <a:schemeClr val="bg1"/>
                </a:solidFill>
                <a:effectLst/>
              </a:rPr>
              <a:t>QWidget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62742441-3D80-63BB-8C57-A874DB812D8F}"/>
              </a:ext>
            </a:extLst>
          </p:cNvPr>
          <p:cNvSpPr txBox="1"/>
          <p:nvPr/>
        </p:nvSpPr>
        <p:spPr>
          <a:xfrm>
            <a:off x="4200733" y="6558240"/>
            <a:ext cx="2157119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CN" b="1">
                <a:solidFill>
                  <a:schemeClr val="bg1"/>
                </a:solidFill>
                <a:effectLst/>
              </a:rPr>
              <a:t>QFrame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42E55AB-BEEF-713A-F32A-C3079FB9B0AE}"/>
              </a:ext>
            </a:extLst>
          </p:cNvPr>
          <p:cNvSpPr txBox="1"/>
          <p:nvPr/>
        </p:nvSpPr>
        <p:spPr>
          <a:xfrm>
            <a:off x="7193366" y="6558240"/>
            <a:ext cx="2157119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CN" b="1">
                <a:solidFill>
                  <a:schemeClr val="bg1"/>
                </a:solidFill>
                <a:effectLst/>
              </a:rPr>
              <a:t>QToolBox</a:t>
            </a:r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A66FDF7B-46E3-90DE-661E-3D8A2D5C213E}"/>
              </a:ext>
            </a:extLst>
          </p:cNvPr>
          <p:cNvCxnSpPr>
            <a:stCxn id="32" idx="1"/>
            <a:endCxn id="31" idx="3"/>
          </p:cNvCxnSpPr>
          <p:nvPr/>
        </p:nvCxnSpPr>
        <p:spPr>
          <a:xfrm flipH="1">
            <a:off x="6357852" y="6742906"/>
            <a:ext cx="8355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8D2EE13D-62FE-B8AB-7D11-4026B3D490A8}"/>
              </a:ext>
            </a:extLst>
          </p:cNvPr>
          <p:cNvCxnSpPr>
            <a:stCxn id="31" idx="1"/>
            <a:endCxn id="30" idx="3"/>
          </p:cNvCxnSpPr>
          <p:nvPr/>
        </p:nvCxnSpPr>
        <p:spPr>
          <a:xfrm flipH="1">
            <a:off x="3472412" y="6742906"/>
            <a:ext cx="7283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图片 24">
            <a:extLst>
              <a:ext uri="{FF2B5EF4-FFF2-40B4-BE49-F238E27FC236}">
                <a16:creationId xmlns:a16="http://schemas.microsoft.com/office/drawing/2014/main" id="{25072362-3B86-9A31-40E3-7933B2076A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662" y="7885906"/>
            <a:ext cx="8201025" cy="5943600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C0E17B52-84E9-E3E6-EEE2-6562779BBBF9}"/>
              </a:ext>
            </a:extLst>
          </p:cNvPr>
          <p:cNvSpPr txBox="1"/>
          <p:nvPr/>
        </p:nvSpPr>
        <p:spPr>
          <a:xfrm>
            <a:off x="773723" y="7363299"/>
            <a:ext cx="95386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在</a:t>
            </a:r>
            <a:r>
              <a:rPr lang="en-US" altLang="zh-CN" sz="2000">
                <a:solidFill>
                  <a:schemeClr val="bg1"/>
                </a:solidFill>
              </a:rPr>
              <a:t>Qt Designer</a:t>
            </a:r>
            <a:r>
              <a:rPr lang="zh-CN" altLang="en-US" sz="2000">
                <a:solidFill>
                  <a:schemeClr val="bg1"/>
                </a:solidFill>
              </a:rPr>
              <a:t>中右击按钮，选择</a:t>
            </a:r>
            <a:r>
              <a:rPr lang="en-US" altLang="zh-CN" sz="2000">
                <a:solidFill>
                  <a:schemeClr val="bg1"/>
                </a:solidFill>
              </a:rPr>
              <a:t>Go to slot</a:t>
            </a:r>
            <a:r>
              <a:rPr lang="zh-CN" altLang="en-US" sz="2000">
                <a:solidFill>
                  <a:schemeClr val="bg1"/>
                </a:solidFill>
              </a:rPr>
              <a:t>，在弹出的对话框中，选择</a:t>
            </a:r>
            <a:r>
              <a:rPr lang="en-US" altLang="zh-CN" sz="2000">
                <a:solidFill>
                  <a:schemeClr val="bg1"/>
                </a:solidFill>
              </a:rPr>
              <a:t>signal</a:t>
            </a:r>
            <a:r>
              <a:rPr lang="zh-CN" altLang="en-US" sz="2000">
                <a:solidFill>
                  <a:schemeClr val="bg1"/>
                </a:solidFill>
              </a:rPr>
              <a:t>为</a:t>
            </a:r>
            <a:r>
              <a:rPr lang="en-US" altLang="zh-CN" sz="2000">
                <a:solidFill>
                  <a:schemeClr val="bg1"/>
                </a:solidFill>
              </a:rPr>
              <a:t>clicked():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E8A07508-0EDD-6F17-24C1-4968D825AACF}"/>
              </a:ext>
            </a:extLst>
          </p:cNvPr>
          <p:cNvSpPr txBox="1"/>
          <p:nvPr/>
        </p:nvSpPr>
        <p:spPr>
          <a:xfrm>
            <a:off x="815572" y="7036913"/>
            <a:ext cx="5313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FFC000"/>
                </a:solidFill>
                <a:effectLst/>
              </a:rPr>
              <a:t>输入对话框</a:t>
            </a:r>
            <a:r>
              <a:rPr lang="zh-CN" altLang="en-US" b="1">
                <a:solidFill>
                  <a:srgbClr val="FFC000"/>
                </a:solidFill>
              </a:rPr>
              <a:t>：</a:t>
            </a:r>
          </a:p>
        </p:txBody>
      </p:sp>
    </p:spTree>
    <p:extLst>
      <p:ext uri="{BB962C8B-B14F-4D97-AF65-F5344CB8AC3E}">
        <p14:creationId xmlns:p14="http://schemas.microsoft.com/office/powerpoint/2010/main" val="1198652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96A9E89C-40B3-50A4-42F9-7A688CDA489F}"/>
              </a:ext>
            </a:extLst>
          </p:cNvPr>
          <p:cNvSpPr txBox="1"/>
          <p:nvPr/>
        </p:nvSpPr>
        <p:spPr>
          <a:xfrm>
            <a:off x="702469" y="783739"/>
            <a:ext cx="9220200" cy="13111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Dialog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on_Btn_getInt_clicked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bool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ok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int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val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15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min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max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100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stp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i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QInputDialog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getInt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"QInputDialog::getInt()"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"Percentage:"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C0C0C0"/>
                </a:solidFill>
              </a:rPr>
              <a:t>	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val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min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max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stp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&amp;</a:t>
            </a:r>
            <a:r>
              <a:rPr kumimoji="0" lang="zh-CN" altLang="zh-CN" b="0" i="1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ok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ok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lineEdit_Int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setText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number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i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+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"%"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Dialog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on_Btn_getDouble_clicked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bool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ok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qreal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val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37.56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min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.0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max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100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.0,</a:t>
            </a:r>
            <a:r>
              <a:rPr lang="en-US" altLang="zh-CN" b="1" dirty="0">
                <a:solidFill>
                  <a:srgbClr val="092E64"/>
                </a:solidFill>
                <a:effectLst/>
              </a:rPr>
              <a:t>stp</a:t>
            </a:r>
            <a:r>
              <a:rPr lang="en-US" altLang="zh-CN" dirty="0"/>
              <a:t>=</a:t>
            </a:r>
            <a:r>
              <a:rPr lang="en-US" altLang="zh-CN" dirty="0">
                <a:solidFill>
                  <a:srgbClr val="000080"/>
                </a:solidFill>
                <a:effectLst/>
              </a:rPr>
              <a:t>1</a:t>
            </a:r>
            <a:r>
              <a:rPr lang="en-US" altLang="zh-CN" dirty="0">
                <a:solidFill>
                  <a:schemeClr val="tx1"/>
                </a:solidFill>
              </a:rPr>
              <a:t>;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int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decimals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2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double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QInputDialog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getDouble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tr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"QInputDialog::getDouble()"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),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"金额:"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val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min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max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decimals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&amp;</a:t>
            </a:r>
            <a:r>
              <a:rPr kumimoji="0" lang="zh-CN" altLang="zh-CN" b="0" i="1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ok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WindowFlags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rgbClr val="092E64"/>
                </a:solidFill>
                <a:effectLst/>
              </a:rPr>
              <a:t>stp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ok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lineEdit_double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setText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"¥"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+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number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Dialog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on_Btn_getItem_clicked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QStringList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items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items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"春"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"夏"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"秋"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"冬"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bool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ok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current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bool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editable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true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item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QInputDialog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getItem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tr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"QInputDialog::getItem()"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),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tr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"季节："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items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current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editable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&amp;</a:t>
            </a:r>
            <a:r>
              <a:rPr kumimoji="0" lang="zh-CN" altLang="zh-CN" b="0" i="1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ok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ok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&amp;&amp;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!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item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isEmpty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())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lineEdit_item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setText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item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Dialog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on_Btn_getText_clicked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bool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ok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//enum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EchoMode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{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Normal,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NoEcho,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Password,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PasswordEchoOnEdit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};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text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QInputDialog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getText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tr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"QInputDialog::getText()"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),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tr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"用户名:"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QLineEdit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Normal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QDir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home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().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dirName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&amp;</a:t>
            </a:r>
            <a:r>
              <a:rPr kumimoji="0" lang="zh-CN" altLang="zh-CN" b="0" i="1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ok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ok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&amp;&amp;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!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text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isEmpty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())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lineEdit_text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setText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text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2182634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3E9114E-86F4-53DD-0679-D8CD31BE76C7}"/>
              </a:ext>
            </a:extLst>
          </p:cNvPr>
          <p:cNvSpPr txBox="1"/>
          <p:nvPr/>
        </p:nvSpPr>
        <p:spPr>
          <a:xfrm>
            <a:off x="992029" y="787738"/>
            <a:ext cx="8641080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Dialog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on_Btn_getMultiText_clicked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/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bool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ok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/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text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QInputDialog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getMultiLineText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lvl="2"/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tr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"QInputDialog::getMultiLineText()"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),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tr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"地址:"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lvl="2"/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"John Doe\nFreedom Street"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&amp;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ok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/>
            <a:endParaRPr lang="en-US" altLang="zh-CN">
              <a:solidFill>
                <a:schemeClr val="tx1"/>
              </a:solidFill>
            </a:endParaRPr>
          </a:p>
          <a:p>
            <a:pPr lvl="1"/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ok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&amp;&amp;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!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text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isEmpty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())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/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textEdit_multitext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setText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text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9FF318F-4DCF-A669-FF10-437452911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028" y="4557505"/>
            <a:ext cx="5019675" cy="562927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E0CDEC79-1039-E188-FAA3-F0115FD0AA8E}"/>
              </a:ext>
            </a:extLst>
          </p:cNvPr>
          <p:cNvSpPr txBox="1"/>
          <p:nvPr/>
        </p:nvSpPr>
        <p:spPr>
          <a:xfrm>
            <a:off x="845026" y="3833098"/>
            <a:ext cx="5313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b="1" i="0" u="none" strike="noStrike" cap="none" normalizeH="0" baseline="0">
                <a:ln>
                  <a:noFill/>
                </a:ln>
                <a:solidFill>
                  <a:srgbClr val="FFC000"/>
                </a:solidFill>
                <a:effectLst/>
              </a:rPr>
              <a:t>颜色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FFC000"/>
                </a:solidFill>
                <a:effectLst/>
              </a:rPr>
              <a:t>对话框</a:t>
            </a:r>
            <a:r>
              <a:rPr lang="zh-CN" altLang="en-US" b="1">
                <a:solidFill>
                  <a:srgbClr val="FFC000"/>
                </a:solidFill>
              </a:rPr>
              <a:t>：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65A296B-1E2A-B064-9A38-F5BA01EE27E7}"/>
              </a:ext>
            </a:extLst>
          </p:cNvPr>
          <p:cNvSpPr txBox="1"/>
          <p:nvPr/>
        </p:nvSpPr>
        <p:spPr>
          <a:xfrm>
            <a:off x="845026" y="4157395"/>
            <a:ext cx="73111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在</a:t>
            </a:r>
            <a:r>
              <a:rPr lang="en-US" altLang="zh-CN" sz="2000">
                <a:solidFill>
                  <a:schemeClr val="bg1"/>
                </a:solidFill>
              </a:rPr>
              <a:t>Qt Designer</a:t>
            </a:r>
            <a:r>
              <a:rPr lang="zh-CN" altLang="en-US" sz="2000">
                <a:solidFill>
                  <a:schemeClr val="bg1"/>
                </a:solidFill>
              </a:rPr>
              <a:t>中点击第二个</a:t>
            </a:r>
            <a:r>
              <a:rPr lang="en-US" altLang="zh-CN" sz="2000">
                <a:solidFill>
                  <a:schemeClr val="bg1"/>
                </a:solidFill>
              </a:rPr>
              <a:t>page</a:t>
            </a:r>
            <a:r>
              <a:rPr lang="zh-CN" altLang="en-US" sz="2000">
                <a:solidFill>
                  <a:schemeClr val="bg1"/>
                </a:solidFill>
              </a:rPr>
              <a:t>，添加相应的控件并进行布局：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88A297F-6770-4358-3FA9-1FFF6BB6ED64}"/>
              </a:ext>
            </a:extLst>
          </p:cNvPr>
          <p:cNvSpPr txBox="1"/>
          <p:nvPr/>
        </p:nvSpPr>
        <p:spPr>
          <a:xfrm>
            <a:off x="4319429" y="7543542"/>
            <a:ext cx="531368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enum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ColorDialogOption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ShowAlphaChannel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0x00000001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NoButtons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0x00000002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DontUseNativeDialog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0x00000004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8478608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1498950-FEEB-F3DC-ED5A-0B5787776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925" y="6584352"/>
            <a:ext cx="6917287" cy="635294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FE8CDCD-8635-9331-354D-EB505E6081E3}"/>
              </a:ext>
            </a:extLst>
          </p:cNvPr>
          <p:cNvSpPr txBox="1"/>
          <p:nvPr/>
        </p:nvSpPr>
        <p:spPr>
          <a:xfrm>
            <a:off x="1026410" y="748618"/>
            <a:ext cx="8947456" cy="53553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Dialog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on_Btn_getColor_clicked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{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 err="1">
                <a:solidFill>
                  <a:srgbClr val="800080"/>
                </a:solidFill>
                <a:effectLst/>
              </a:rPr>
              <a:t>QColorDialog</a:t>
            </a:r>
            <a:r>
              <a:rPr lang="en-US" altLang="zh-CN" dirty="0"/>
              <a:t>::</a:t>
            </a:r>
            <a:r>
              <a:rPr lang="en-US" altLang="zh-CN" dirty="0" err="1">
                <a:solidFill>
                  <a:srgbClr val="800080"/>
                </a:solidFill>
                <a:effectLst/>
              </a:rPr>
              <a:t>ColorDialogOptions</a:t>
            </a:r>
            <a:r>
              <a:rPr lang="en-US" altLang="zh-CN" dirty="0">
                <a:solidFill>
                  <a:srgbClr val="C0C0C0"/>
                </a:solidFill>
                <a:effectLst/>
              </a:rPr>
              <a:t> </a:t>
            </a:r>
            <a:r>
              <a:rPr lang="en-US" altLang="zh-CN" b="1" dirty="0">
                <a:solidFill>
                  <a:srgbClr val="092E64"/>
                </a:solidFill>
                <a:effectLst/>
              </a:rPr>
              <a:t>options</a:t>
            </a:r>
            <a:r>
              <a:rPr lang="en-US" altLang="zh-CN" dirty="0"/>
              <a:t>;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checkBoxNotNative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isChecked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())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800000"/>
                </a:solidFill>
                <a:effectLst/>
              </a:rPr>
              <a:t>options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|=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QColorDialog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DontUseNativeDialog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checkBoxNoButton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isChecked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())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800000"/>
                </a:solidFill>
                <a:effectLst/>
              </a:rPr>
              <a:t>options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|=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QColorDialog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NoButtons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checkBoxShowAlpha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isChecked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())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800000"/>
                </a:solidFill>
                <a:effectLst/>
              </a:rPr>
              <a:t>options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|=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QColorDialog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ShowAlphaChannel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打开颜色对话框</a:t>
            </a: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const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QColor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color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QColorDialog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getColor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green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"选择颜色"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options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color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isValid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())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labelColor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setText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color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name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labelColor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setPalette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QPalette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color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labelColor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setAutoFillBackground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true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995773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C468D04-9049-B86A-4FA0-866BF7FE822A}"/>
              </a:ext>
            </a:extLst>
          </p:cNvPr>
          <p:cNvSpPr txBox="1"/>
          <p:nvPr/>
        </p:nvSpPr>
        <p:spPr>
          <a:xfrm>
            <a:off x="672306" y="754618"/>
            <a:ext cx="5313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b="1" i="0" u="none" strike="noStrike" cap="none" normalizeH="0" baseline="0">
                <a:ln>
                  <a:noFill/>
                </a:ln>
                <a:solidFill>
                  <a:srgbClr val="FFC000"/>
                </a:solidFill>
                <a:effectLst/>
              </a:rPr>
              <a:t>字体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FFC000"/>
                </a:solidFill>
                <a:effectLst/>
              </a:rPr>
              <a:t>对话框</a:t>
            </a:r>
            <a:r>
              <a:rPr lang="zh-CN" altLang="en-US" b="1">
                <a:solidFill>
                  <a:srgbClr val="FFC000"/>
                </a:solidFill>
              </a:rPr>
              <a:t>：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EA513EF-75E4-60E2-0D78-8BE1AF2EB248}"/>
              </a:ext>
            </a:extLst>
          </p:cNvPr>
          <p:cNvSpPr txBox="1"/>
          <p:nvPr/>
        </p:nvSpPr>
        <p:spPr>
          <a:xfrm>
            <a:off x="672306" y="1078915"/>
            <a:ext cx="49563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在</a:t>
            </a:r>
            <a:r>
              <a:rPr lang="en-US" altLang="zh-CN" sz="2000">
                <a:solidFill>
                  <a:schemeClr val="bg1"/>
                </a:solidFill>
              </a:rPr>
              <a:t>Qt Designer</a:t>
            </a:r>
            <a:r>
              <a:rPr lang="zh-CN" altLang="en-US" sz="2000">
                <a:solidFill>
                  <a:schemeClr val="bg1"/>
                </a:solidFill>
              </a:rPr>
              <a:t>中点击第三个</a:t>
            </a:r>
            <a:r>
              <a:rPr lang="en-US" altLang="zh-CN" sz="2000">
                <a:solidFill>
                  <a:schemeClr val="bg1"/>
                </a:solidFill>
              </a:rPr>
              <a:t>page</a:t>
            </a:r>
            <a:r>
              <a:rPr lang="zh-CN" altLang="en-US" sz="2000">
                <a:solidFill>
                  <a:schemeClr val="bg1"/>
                </a:solidFill>
              </a:rPr>
              <a:t>，添加相应的控件并进行布局：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4861941-8AB3-E1CA-3D55-6240083BC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4058" y="754618"/>
            <a:ext cx="4426902" cy="501828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74A59076-3DE7-8F64-889D-D3A71472B43F}"/>
              </a:ext>
            </a:extLst>
          </p:cNvPr>
          <p:cNvSpPr txBox="1"/>
          <p:nvPr/>
        </p:nvSpPr>
        <p:spPr>
          <a:xfrm>
            <a:off x="672306" y="2013523"/>
            <a:ext cx="4839018" cy="2585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enum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FontDialogOption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Söhne"/>
              </a:rPr>
              <a:t>配置字体对话框的选项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NoButtons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0x00000001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DontUseNativeDialog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0x00000002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ScalableFonts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0x00000004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NonScalableFonts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0x00000008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MonospacedFonts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0x00000010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ProportionalFonts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0x00000020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};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36DEE0D-8F04-06FF-BAA0-E3976B5CB723}"/>
              </a:ext>
            </a:extLst>
          </p:cNvPr>
          <p:cNvSpPr txBox="1"/>
          <p:nvPr/>
        </p:nvSpPr>
        <p:spPr>
          <a:xfrm>
            <a:off x="404178" y="5180978"/>
            <a:ext cx="9816782" cy="1006429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  <a:latin typeface="Arial" panose="020B0604020202020204" pitchFamily="34" charset="0"/>
              </a:rPr>
              <a:t>void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</a:rPr>
              <a:t>Dialog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::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  <a:latin typeface="Arial" panose="020B0604020202020204" pitchFamily="34" charset="0"/>
              </a:rPr>
              <a:t>on_Btn_getFont_clicked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QFontDialog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FontDialogOptions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options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Söhne"/>
              </a:rPr>
              <a:t>配置字体对话框的选项</a:t>
            </a: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if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ui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checkBoxFontMonospaced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isChecked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())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	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options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|=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QFontDialog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MonospacedFonts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if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ui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checkBoxFontScalable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isChecked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())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	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options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|=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QFontDialog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ScalableFonts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if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ui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checkBoxFontNoScalable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isChecked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())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	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options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|=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QFontDialog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NonScalableFonts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if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ui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checkBoxFontNoButton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isChecked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())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	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options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|=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QFontDialog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NoButtons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if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ui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checkBoxFontNotNative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isChecked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())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options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|=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QFontDialog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DontUseNativeDialog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if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ui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checkBoxFontProportional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isChecked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())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chemeClr val="tx1"/>
                </a:solidFill>
                <a:latin typeface="Arial Unicode MS"/>
              </a:rPr>
              <a:t>	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options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|=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QFontDialog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ProportionalFonts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const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QString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&amp;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description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ui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labelFont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text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QFont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defaultFont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//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默认字体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chemeClr val="tx1"/>
                </a:solidFill>
                <a:latin typeface="Arial Unicode MS"/>
              </a:rPr>
              <a:t>/*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Söhne"/>
              </a:rPr>
              <a:t>解析字体信息，并将解析后的字体设置为默认字体。通过这种方式，如果之前已经设置了一个默认字体，那么在字体对话框中将会显示之前选择的字体。</a:t>
            </a:r>
            <a:r>
              <a:rPr lang="en-US" altLang="zh-CN" b="0" i="0" dirty="0">
                <a:solidFill>
                  <a:srgbClr val="374151"/>
                </a:solidFill>
                <a:effectLst/>
                <a:latin typeface="Söhne"/>
              </a:rPr>
              <a:t>*/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if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(!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description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isEmpty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())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defaultFont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fromString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description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);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bool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ok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//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Söhne"/>
              </a:rPr>
              <a:t>函数返回后判断用户是否点击了对话框的</a:t>
            </a:r>
            <a:r>
              <a:rPr lang="en-US" altLang="zh-CN" b="0" i="0" dirty="0">
                <a:solidFill>
                  <a:srgbClr val="374151"/>
                </a:solidFill>
                <a:effectLst/>
                <a:latin typeface="Söhne"/>
              </a:rPr>
              <a:t>"OK"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Söhne"/>
              </a:rPr>
              <a:t>按钮。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QFont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font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QFontDialog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getFont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(&amp;</a:t>
            </a:r>
            <a:r>
              <a:rPr kumimoji="0" lang="zh-CN" altLang="zh-CN" b="0" i="1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ok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defaultFont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this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"选择字体"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options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b="0" i="0">
                <a:solidFill>
                  <a:srgbClr val="374151"/>
                </a:solidFill>
                <a:effectLst/>
                <a:latin typeface="Söhne"/>
              </a:rPr>
              <a:t>//</a:t>
            </a:r>
            <a:r>
              <a:rPr lang="zh-CN" altLang="en-US" b="0" i="0">
                <a:solidFill>
                  <a:srgbClr val="374151"/>
                </a:solidFill>
                <a:effectLst/>
                <a:latin typeface="Söhne"/>
              </a:rPr>
              <a:t>打开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Söhne"/>
              </a:rPr>
              <a:t>一个字体对话框，允许用户选择字体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if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ok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ui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labelFont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setText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font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key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());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ui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labelFont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setFont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font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B207767A-4192-DFFC-69FD-AF02837FFA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5986" y="6212792"/>
            <a:ext cx="4366185" cy="3384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967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FF411DF-68CE-C8C9-46E2-0A812B625639}"/>
              </a:ext>
            </a:extLst>
          </p:cNvPr>
          <p:cNvSpPr txBox="1"/>
          <p:nvPr/>
        </p:nvSpPr>
        <p:spPr>
          <a:xfrm>
            <a:off x="672306" y="754618"/>
            <a:ext cx="5313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b="1" i="0" u="none" strike="noStrike" cap="none" normalizeH="0" baseline="0">
                <a:ln>
                  <a:noFill/>
                </a:ln>
                <a:solidFill>
                  <a:srgbClr val="FFC000"/>
                </a:solidFill>
                <a:effectLst/>
              </a:rPr>
              <a:t>文件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FFC000"/>
                </a:solidFill>
                <a:effectLst/>
              </a:rPr>
              <a:t>对话框</a:t>
            </a:r>
            <a:r>
              <a:rPr lang="zh-CN" altLang="en-US" b="1">
                <a:solidFill>
                  <a:srgbClr val="FFC000"/>
                </a:solidFill>
              </a:rPr>
              <a:t>：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10E5D7F-B871-F99D-4CBF-15EB11F92286}"/>
              </a:ext>
            </a:extLst>
          </p:cNvPr>
          <p:cNvSpPr txBox="1"/>
          <p:nvPr/>
        </p:nvSpPr>
        <p:spPr>
          <a:xfrm>
            <a:off x="672306" y="1078915"/>
            <a:ext cx="49563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在</a:t>
            </a:r>
            <a:r>
              <a:rPr lang="en-US" altLang="zh-CN" sz="2000">
                <a:solidFill>
                  <a:schemeClr val="bg1"/>
                </a:solidFill>
              </a:rPr>
              <a:t>Qt Designer</a:t>
            </a:r>
            <a:r>
              <a:rPr lang="zh-CN" altLang="en-US" sz="2000">
                <a:solidFill>
                  <a:schemeClr val="bg1"/>
                </a:solidFill>
              </a:rPr>
              <a:t>中点击第四个</a:t>
            </a:r>
            <a:r>
              <a:rPr lang="en-US" altLang="zh-CN" sz="2000">
                <a:solidFill>
                  <a:schemeClr val="bg1"/>
                </a:solidFill>
              </a:rPr>
              <a:t>page</a:t>
            </a:r>
            <a:r>
              <a:rPr lang="zh-CN" altLang="en-US" sz="2000">
                <a:solidFill>
                  <a:schemeClr val="bg1"/>
                </a:solidFill>
              </a:rPr>
              <a:t>，添加相应的控件并进行布局：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6458FF9-C632-0B8F-5DDA-63871F95C56D}"/>
              </a:ext>
            </a:extLst>
          </p:cNvPr>
          <p:cNvSpPr txBox="1"/>
          <p:nvPr/>
        </p:nvSpPr>
        <p:spPr>
          <a:xfrm>
            <a:off x="672306" y="1928218"/>
            <a:ext cx="5118895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enum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Option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ShowDirsOnly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0x00000001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DontResolveSymlinks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0x00000002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DontConfirmOverwrite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0x00000004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DontUseNativeDialog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0x00000008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ReadOnly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0x00000010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HideNameFilterDetails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0x00000020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DontUseCustomDirectoryIcons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0x00000040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};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04671CE-9C76-914A-2D49-903A23577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5986" y="289833"/>
            <a:ext cx="4244181" cy="4738256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6743CF6E-3B9F-7735-5311-EDFBDF545CA0}"/>
              </a:ext>
            </a:extLst>
          </p:cNvPr>
          <p:cNvSpPr txBox="1"/>
          <p:nvPr/>
        </p:nvSpPr>
        <p:spPr>
          <a:xfrm>
            <a:off x="682149" y="5288330"/>
            <a:ext cx="9260840" cy="61863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Dialog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on_Btn_getExistingDir_clicked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QFileDialog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Options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options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options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|=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QFileDialog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DontResolveSymlinks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|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QFileDialog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ShowDirsOnly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b="0" i="0" dirty="0">
                <a:solidFill>
                  <a:srgbClr val="374151"/>
                </a:solidFill>
                <a:effectLst/>
                <a:latin typeface="Söhne"/>
              </a:rPr>
              <a:t>打开一个用于选择现有文件夹（目录）的对话框。</a:t>
            </a: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directory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QFileDialog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getExistingDirectory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"QFileDialog::getExistingDirectory()"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labelExistingDir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text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(),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options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(!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directory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isEmpty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())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labelExistingDir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setText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directory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Dialog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on_Btn_getOpenfileName_clicked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const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QFileDialog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Options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options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selectedFilter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fileName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QFileDialog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getOpenFileName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"QFileDialog::getOpenFileName()"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labelExistingDir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text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(),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"All Files (*);;Text Files (*.txt)"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&amp;</a:t>
            </a:r>
            <a:r>
              <a:rPr kumimoji="0" lang="zh-CN" altLang="zh-CN" b="0" i="1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selectedFilter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options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dirty="0">
              <a:solidFill>
                <a:schemeClr val="tx1"/>
              </a:solidFill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(!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fileName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isEmpty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())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chemeClr val="tx1"/>
                </a:solidFill>
              </a:rPr>
              <a:t>	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labelOpenFileName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setText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fileName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3" name="墨迹 32">
                <a:extLst>
                  <a:ext uri="{FF2B5EF4-FFF2-40B4-BE49-F238E27FC236}">
                    <a16:creationId xmlns:a16="http://schemas.microsoft.com/office/drawing/2014/main" id="{F29932A7-DD24-4559-B901-7287A4D3BD7A}"/>
                  </a:ext>
                </a:extLst>
              </p14:cNvPr>
              <p14:cNvContentPartPr/>
              <p14:nvPr/>
            </p14:nvContentPartPr>
            <p14:xfrm>
              <a:off x="7155120" y="7993080"/>
              <a:ext cx="360" cy="360"/>
            </p14:xfrm>
          </p:contentPart>
        </mc:Choice>
        <mc:Fallback xmlns="">
          <p:pic>
            <p:nvPicPr>
              <p:cNvPr id="33" name="墨迹 32">
                <a:extLst>
                  <a:ext uri="{FF2B5EF4-FFF2-40B4-BE49-F238E27FC236}">
                    <a16:creationId xmlns:a16="http://schemas.microsoft.com/office/drawing/2014/main" id="{F29932A7-DD24-4559-B901-7287A4D3BD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46120" y="7984080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571380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CA64E3D5-EA47-FA9D-52C7-999B45BAE643}"/>
              </a:ext>
            </a:extLst>
          </p:cNvPr>
          <p:cNvSpPr txBox="1"/>
          <p:nvPr/>
        </p:nvSpPr>
        <p:spPr>
          <a:xfrm>
            <a:off x="929640" y="663645"/>
            <a:ext cx="8925560" cy="67403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Dialog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on_Btn_getOpenfileNames_clicked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/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const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QFileDialog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Options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options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/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selectedFilter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/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/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QStringList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files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QFileDialog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getOpenFileNames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3"/>
            <a:r>
              <a:rPr kumimoji="0" lang="zh-CN" altLang="zh-CN" b="0" i="1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1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toolBox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tr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"QFileDialog::getOpenFileNames()"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),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3"/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QDir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currentPath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(),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tr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“All Files (*);;Text Files (*.txt)”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), 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//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过滤器的选择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3"/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&amp;</a:t>
            </a:r>
            <a:r>
              <a:rPr kumimoji="0" lang="zh-CN" altLang="zh-CN" b="0" i="1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selectedFilter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options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3"/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/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files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count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())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labelOpenFileNames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setText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"[%1]"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arg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files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join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", "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)));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Dialog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on_Btn_getSaveFileName_clicked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/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const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QFileDialog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Options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options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/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selectedFilter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/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fileName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QFileDialog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getSaveFileName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3"/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tr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"QFileDialog::getSaveFileName()"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),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3"/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labelSaveFileName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text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(),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tr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"All Files (*);;Text Files (*.txt)"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),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3"/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&amp;</a:t>
            </a:r>
            <a:r>
              <a:rPr kumimoji="0" lang="zh-CN" altLang="zh-CN" b="0" i="1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selectedFilter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options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/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(!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fileName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isEmpty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())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labelSaveFileName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setText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fileName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295DAD2-8219-314D-DA2E-67DD4143C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965" y="7913413"/>
            <a:ext cx="6105208" cy="3790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1931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FF411DF-68CE-C8C9-46E2-0A812B625639}"/>
              </a:ext>
            </a:extLst>
          </p:cNvPr>
          <p:cNvSpPr txBox="1"/>
          <p:nvPr/>
        </p:nvSpPr>
        <p:spPr>
          <a:xfrm>
            <a:off x="672306" y="754618"/>
            <a:ext cx="5313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b="1" i="0" u="none" strike="noStrike" cap="none" normalizeH="0" baseline="0">
                <a:ln>
                  <a:noFill/>
                </a:ln>
                <a:solidFill>
                  <a:srgbClr val="FFC000"/>
                </a:solidFill>
                <a:effectLst/>
              </a:rPr>
              <a:t>消息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FFC000"/>
                </a:solidFill>
                <a:effectLst/>
              </a:rPr>
              <a:t>对话框</a:t>
            </a:r>
            <a:r>
              <a:rPr lang="zh-CN" altLang="en-US" b="1">
                <a:solidFill>
                  <a:srgbClr val="FFC000"/>
                </a:solidFill>
              </a:rPr>
              <a:t>：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10E5D7F-B871-F99D-4CBF-15EB11F92286}"/>
              </a:ext>
            </a:extLst>
          </p:cNvPr>
          <p:cNvSpPr txBox="1"/>
          <p:nvPr/>
        </p:nvSpPr>
        <p:spPr>
          <a:xfrm>
            <a:off x="672306" y="1078915"/>
            <a:ext cx="91422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在</a:t>
            </a:r>
            <a:r>
              <a:rPr lang="en-US" altLang="zh-CN" sz="2000">
                <a:solidFill>
                  <a:schemeClr val="bg1"/>
                </a:solidFill>
              </a:rPr>
              <a:t>Qt Designer</a:t>
            </a:r>
            <a:r>
              <a:rPr lang="zh-CN" altLang="en-US" sz="2000">
                <a:solidFill>
                  <a:schemeClr val="bg1"/>
                </a:solidFill>
              </a:rPr>
              <a:t>中点击第</a:t>
            </a:r>
            <a:r>
              <a:rPr lang="en-US" altLang="zh-CN" sz="2000">
                <a:solidFill>
                  <a:schemeClr val="bg1"/>
                </a:solidFill>
              </a:rPr>
              <a:t>5</a:t>
            </a:r>
            <a:r>
              <a:rPr lang="zh-CN" altLang="en-US" sz="2000">
                <a:solidFill>
                  <a:schemeClr val="bg1"/>
                </a:solidFill>
              </a:rPr>
              <a:t>个</a:t>
            </a:r>
            <a:r>
              <a:rPr lang="en-US" altLang="zh-CN" sz="2000">
                <a:solidFill>
                  <a:schemeClr val="bg1"/>
                </a:solidFill>
              </a:rPr>
              <a:t>page</a:t>
            </a:r>
            <a:r>
              <a:rPr lang="zh-CN" altLang="en-US" sz="2000">
                <a:solidFill>
                  <a:schemeClr val="bg1"/>
                </a:solidFill>
              </a:rPr>
              <a:t>，添加相应的控件并进行布局：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8746C8A-53DA-575D-EC2E-7FFF9D793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0270" y="1803322"/>
            <a:ext cx="4886325" cy="2695575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769FDA86-585E-506C-B68E-02EF30B73B52}"/>
              </a:ext>
            </a:extLst>
          </p:cNvPr>
          <p:cNvSpPr txBox="1"/>
          <p:nvPr/>
        </p:nvSpPr>
        <p:spPr>
          <a:xfrm>
            <a:off x="826770" y="4823194"/>
            <a:ext cx="8987790" cy="67403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Dialog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on_Btn_critical_clicked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QMessageBox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StandardButton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reply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//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存储用户对对话框的响应结果。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chemeClr val="tx1"/>
                </a:solidFill>
              </a:rPr>
              <a:t>//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Söhne"/>
              </a:rPr>
              <a:t>关键信息对话框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reply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QMessageBox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critical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tr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"QMessageBox::critical()"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),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"MESSAGE"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QMessageBox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Abort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|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QMessageBox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Retry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|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QMessageBox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Ignore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reply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QMessageBox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Abort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labelCritical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setText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tr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“Abort”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)); 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//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终止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else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reply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QMessageBox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Retry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labelCritical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setText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tr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“Retry”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)); 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//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重试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else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labelCritical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setText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tr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“Ignore”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)); 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//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忽略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Dialog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on_Btn_information_clicked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QMessageBox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StandardButton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reply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reply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QMessageBox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information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tr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"QMessageBox::information()"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"MESSAGE"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zh-CN" b="0" i="0" u="none" strike="noStrike" cap="none" normalizeH="0" baseline="0" dirty="0">
              <a:ln>
                <a:noFill/>
              </a:ln>
              <a:solidFill>
                <a:srgbClr val="808000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reply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QMessageBox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Ok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labelInformation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setText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tr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"OK"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8" name="墨迹 27">
                <a:extLst>
                  <a:ext uri="{FF2B5EF4-FFF2-40B4-BE49-F238E27FC236}">
                    <a16:creationId xmlns:a16="http://schemas.microsoft.com/office/drawing/2014/main" id="{662A38E4-5E92-EB1E-C06D-DDE7273B01B4}"/>
                  </a:ext>
                </a:extLst>
              </p14:cNvPr>
              <p14:cNvContentPartPr/>
              <p14:nvPr/>
            </p14:nvContentPartPr>
            <p14:xfrm>
              <a:off x="3253440" y="2543760"/>
              <a:ext cx="875880" cy="47160"/>
            </p14:xfrm>
          </p:contentPart>
        </mc:Choice>
        <mc:Fallback xmlns="">
          <p:pic>
            <p:nvPicPr>
              <p:cNvPr id="28" name="墨迹 27">
                <a:extLst>
                  <a:ext uri="{FF2B5EF4-FFF2-40B4-BE49-F238E27FC236}">
                    <a16:creationId xmlns:a16="http://schemas.microsoft.com/office/drawing/2014/main" id="{662A38E4-5E92-EB1E-C06D-DDE7273B01B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44440" y="2535120"/>
                <a:ext cx="893520" cy="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9" name="墨迹 28">
                <a:extLst>
                  <a:ext uri="{FF2B5EF4-FFF2-40B4-BE49-F238E27FC236}">
                    <a16:creationId xmlns:a16="http://schemas.microsoft.com/office/drawing/2014/main" id="{6384EE2D-D579-A967-6D7A-5B2ED078E5DD}"/>
                  </a:ext>
                </a:extLst>
              </p14:cNvPr>
              <p14:cNvContentPartPr/>
              <p14:nvPr/>
            </p14:nvContentPartPr>
            <p14:xfrm>
              <a:off x="3040320" y="3887640"/>
              <a:ext cx="964440" cy="74520"/>
            </p14:xfrm>
          </p:contentPart>
        </mc:Choice>
        <mc:Fallback xmlns="">
          <p:pic>
            <p:nvPicPr>
              <p:cNvPr id="29" name="墨迹 28">
                <a:extLst>
                  <a:ext uri="{FF2B5EF4-FFF2-40B4-BE49-F238E27FC236}">
                    <a16:creationId xmlns:a16="http://schemas.microsoft.com/office/drawing/2014/main" id="{6384EE2D-D579-A967-6D7A-5B2ED078E5D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31320" y="3879000"/>
                <a:ext cx="982080" cy="9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0" name="墨迹 29">
                <a:extLst>
                  <a:ext uri="{FF2B5EF4-FFF2-40B4-BE49-F238E27FC236}">
                    <a16:creationId xmlns:a16="http://schemas.microsoft.com/office/drawing/2014/main" id="{7070E843-318B-7BBF-20CE-DC294EBEBC35}"/>
                  </a:ext>
                </a:extLst>
              </p14:cNvPr>
              <p14:cNvContentPartPr/>
              <p14:nvPr/>
            </p14:nvContentPartPr>
            <p14:xfrm>
              <a:off x="4404360" y="2521440"/>
              <a:ext cx="510840" cy="24120"/>
            </p14:xfrm>
          </p:contentPart>
        </mc:Choice>
        <mc:Fallback xmlns="">
          <p:pic>
            <p:nvPicPr>
              <p:cNvPr id="30" name="墨迹 29">
                <a:extLst>
                  <a:ext uri="{FF2B5EF4-FFF2-40B4-BE49-F238E27FC236}">
                    <a16:creationId xmlns:a16="http://schemas.microsoft.com/office/drawing/2014/main" id="{7070E843-318B-7BBF-20CE-DC294EBEBC3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395360" y="2512800"/>
                <a:ext cx="52848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1" name="墨迹 30">
                <a:extLst>
                  <a:ext uri="{FF2B5EF4-FFF2-40B4-BE49-F238E27FC236}">
                    <a16:creationId xmlns:a16="http://schemas.microsoft.com/office/drawing/2014/main" id="{70911516-42F8-9B0D-872F-8FC6BBA02C29}"/>
                  </a:ext>
                </a:extLst>
              </p14:cNvPr>
              <p14:cNvContentPartPr/>
              <p14:nvPr/>
            </p14:nvContentPartPr>
            <p14:xfrm>
              <a:off x="4160280" y="2849400"/>
              <a:ext cx="867240" cy="30960"/>
            </p14:xfrm>
          </p:contentPart>
        </mc:Choice>
        <mc:Fallback xmlns="">
          <p:pic>
            <p:nvPicPr>
              <p:cNvPr id="31" name="墨迹 30">
                <a:extLst>
                  <a:ext uri="{FF2B5EF4-FFF2-40B4-BE49-F238E27FC236}">
                    <a16:creationId xmlns:a16="http://schemas.microsoft.com/office/drawing/2014/main" id="{70911516-42F8-9B0D-872F-8FC6BBA02C2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151280" y="2840760"/>
                <a:ext cx="88488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2" name="墨迹 31">
                <a:extLst>
                  <a:ext uri="{FF2B5EF4-FFF2-40B4-BE49-F238E27FC236}">
                    <a16:creationId xmlns:a16="http://schemas.microsoft.com/office/drawing/2014/main" id="{4255315C-A692-2AD5-B7B2-4E36D235BF5D}"/>
                  </a:ext>
                </a:extLst>
              </p14:cNvPr>
              <p14:cNvContentPartPr/>
              <p14:nvPr/>
            </p14:nvContentPartPr>
            <p14:xfrm>
              <a:off x="4335600" y="3238200"/>
              <a:ext cx="642240" cy="37440"/>
            </p14:xfrm>
          </p:contentPart>
        </mc:Choice>
        <mc:Fallback xmlns="">
          <p:pic>
            <p:nvPicPr>
              <p:cNvPr id="32" name="墨迹 31">
                <a:extLst>
                  <a:ext uri="{FF2B5EF4-FFF2-40B4-BE49-F238E27FC236}">
                    <a16:creationId xmlns:a16="http://schemas.microsoft.com/office/drawing/2014/main" id="{4255315C-A692-2AD5-B7B2-4E36D235BF5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326600" y="3229200"/>
                <a:ext cx="65988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3" name="墨迹 32">
                <a:extLst>
                  <a:ext uri="{FF2B5EF4-FFF2-40B4-BE49-F238E27FC236}">
                    <a16:creationId xmlns:a16="http://schemas.microsoft.com/office/drawing/2014/main" id="{28D2ED6E-DAE5-4144-D184-2FEC97EF007B}"/>
                  </a:ext>
                </a:extLst>
              </p14:cNvPr>
              <p14:cNvContentPartPr/>
              <p14:nvPr/>
            </p14:nvContentPartPr>
            <p14:xfrm>
              <a:off x="4427040" y="3529800"/>
              <a:ext cx="605160" cy="29520"/>
            </p14:xfrm>
          </p:contentPart>
        </mc:Choice>
        <mc:Fallback xmlns="">
          <p:pic>
            <p:nvPicPr>
              <p:cNvPr id="33" name="墨迹 32">
                <a:extLst>
                  <a:ext uri="{FF2B5EF4-FFF2-40B4-BE49-F238E27FC236}">
                    <a16:creationId xmlns:a16="http://schemas.microsoft.com/office/drawing/2014/main" id="{28D2ED6E-DAE5-4144-D184-2FEC97EF007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418040" y="3520800"/>
                <a:ext cx="62280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4" name="墨迹 33">
                <a:extLst>
                  <a:ext uri="{FF2B5EF4-FFF2-40B4-BE49-F238E27FC236}">
                    <a16:creationId xmlns:a16="http://schemas.microsoft.com/office/drawing/2014/main" id="{59125EAE-63F6-756B-F8D4-01DE161C13EC}"/>
                  </a:ext>
                </a:extLst>
              </p14:cNvPr>
              <p14:cNvContentPartPr/>
              <p14:nvPr/>
            </p14:nvContentPartPr>
            <p14:xfrm>
              <a:off x="4266120" y="3879360"/>
              <a:ext cx="823320" cy="52560"/>
            </p14:xfrm>
          </p:contentPart>
        </mc:Choice>
        <mc:Fallback xmlns="">
          <p:pic>
            <p:nvPicPr>
              <p:cNvPr id="34" name="墨迹 33">
                <a:extLst>
                  <a:ext uri="{FF2B5EF4-FFF2-40B4-BE49-F238E27FC236}">
                    <a16:creationId xmlns:a16="http://schemas.microsoft.com/office/drawing/2014/main" id="{59125EAE-63F6-756B-F8D4-01DE161C13E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257120" y="3870360"/>
                <a:ext cx="840960" cy="70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931404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83D0199-9BD1-CA43-D353-2E98DBA3B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684" y="9847263"/>
            <a:ext cx="6115050" cy="413385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BB571E3-DA59-EC86-EFEE-91AA7B8648CE}"/>
              </a:ext>
            </a:extLst>
          </p:cNvPr>
          <p:cNvSpPr txBox="1"/>
          <p:nvPr/>
        </p:nvSpPr>
        <p:spPr>
          <a:xfrm>
            <a:off x="681990" y="778312"/>
            <a:ext cx="9429750" cy="92332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Dialog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on_Btn_question_clicked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/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QMessageBox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StandardButton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reply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/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reply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QMessageBox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question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tr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"QMessageBox::question()"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),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"MESSAGE"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/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QMessageBox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Yes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|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QMessageBox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No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|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QMessageBox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Cancel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/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reply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QMessageBox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Yes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/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labelquestion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setText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tr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"Yes"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));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/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else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reply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QMessageBox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No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/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	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labelquestion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setText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tr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"No"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)); 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else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	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labelquestion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setText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tr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"Cancel"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Dialog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on_Btn_warning_clicked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//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这种调用构造函数的方式更为灵活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/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QMessageBox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msgBox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QMessageBox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Warning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tr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"QMessageBox::warning()"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),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3"/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"MESSAGE"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{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},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/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msgBox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setDetailedText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“MESSAGE_DETAILS”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r>
              <a:rPr lang="en-US" altLang="zh-CN" dirty="0">
                <a:solidFill>
                  <a:schemeClr val="tx1"/>
                </a:solidFill>
              </a:rPr>
              <a:t>//</a:t>
            </a:r>
            <a:r>
              <a:rPr lang="zh-CN" altLang="en-US" dirty="0">
                <a:solidFill>
                  <a:schemeClr val="tx1"/>
                </a:solidFill>
              </a:rPr>
              <a:t>显示一些细节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/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msgBox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addButton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tr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“Save &amp;Again”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QMessageBox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AcceptRole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//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插入相应的按钮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msgBox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addButton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tr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"&amp;Continue"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QMessageBox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RejectRole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/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msgBox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1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exec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QMessageBox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AcceptRole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//</a:t>
            </a:r>
            <a:r>
              <a:rPr kumimoji="0" lang="zh-CN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判断执行的结果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/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labelwarning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setText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tr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"Save Again"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/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else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/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labelwarning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setText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tr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"Continue"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Dialog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on_Btn_showMessage_clicked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/>
            <a:r>
              <a:rPr lang="en-US" altLang="zh-CN" dirty="0" err="1">
                <a:solidFill>
                  <a:srgbClr val="800000"/>
                </a:solidFill>
                <a:effectLst/>
              </a:rPr>
              <a:t>QErrorMessageDialog</a:t>
            </a:r>
            <a:r>
              <a:rPr lang="en-US" altLang="zh-CN" dirty="0">
                <a:solidFill>
                  <a:srgbClr val="800000"/>
                </a:solidFill>
                <a:effectLst/>
              </a:rPr>
              <a:t>::</a:t>
            </a:r>
            <a:r>
              <a:rPr lang="en-US" altLang="zh-CN" dirty="0" err="1">
                <a:solidFill>
                  <a:srgbClr val="00677C"/>
                </a:solidFill>
                <a:effectLst/>
              </a:rPr>
              <a:t>showMessage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00677C"/>
                </a:solidFill>
                <a:effectLst/>
              </a:rPr>
              <a:t>tr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008000"/>
                </a:solidFill>
                <a:effectLst/>
              </a:rPr>
              <a:t>"MESSAGE"</a:t>
            </a:r>
            <a:r>
              <a:rPr lang="en-US" altLang="zh-CN" dirty="0"/>
              <a:t>));</a:t>
            </a:r>
          </a:p>
          <a:p>
            <a:pPr lvl="1"/>
            <a:r>
              <a:rPr lang="en-US" altLang="zh-CN" dirty="0" err="1">
                <a:solidFill>
                  <a:srgbClr val="800000"/>
                </a:solidFill>
                <a:effectLst/>
              </a:rPr>
              <a:t>ui</a:t>
            </a:r>
            <a:r>
              <a:rPr lang="en-US" altLang="zh-CN" dirty="0">
                <a:solidFill>
                  <a:srgbClr val="C0C0C0"/>
                </a:solidFill>
                <a:effectLst/>
              </a:rPr>
              <a:t>-&gt;</a:t>
            </a:r>
            <a:r>
              <a:rPr lang="en-US" altLang="zh-CN" dirty="0" err="1">
                <a:solidFill>
                  <a:srgbClr val="800000"/>
                </a:solidFill>
                <a:effectLst/>
              </a:rPr>
              <a:t>labelShowMessage</a:t>
            </a:r>
            <a:r>
              <a:rPr lang="en-US" altLang="zh-CN" dirty="0">
                <a:solidFill>
                  <a:srgbClr val="C0C0C0"/>
                </a:solidFill>
                <a:effectLst/>
              </a:rPr>
              <a:t>-&gt;</a:t>
            </a:r>
            <a:r>
              <a:rPr lang="en-US" altLang="zh-CN" dirty="0" err="1">
                <a:solidFill>
                  <a:srgbClr val="00677C"/>
                </a:solidFill>
                <a:effectLst/>
              </a:rPr>
              <a:t>setText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00677C"/>
                </a:solidFill>
                <a:effectLst/>
              </a:rPr>
              <a:t>tr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008000"/>
                </a:solidFill>
                <a:effectLst/>
              </a:rPr>
              <a:t>"MESSAGE"</a:t>
            </a:r>
            <a:r>
              <a:rPr lang="en-US" altLang="zh-CN" dirty="0"/>
              <a:t>));</a:t>
            </a:r>
          </a:p>
          <a:p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931362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A7A9E53-8EC5-5992-D310-566A65C9305D}"/>
              </a:ext>
            </a:extLst>
          </p:cNvPr>
          <p:cNvSpPr txBox="1"/>
          <p:nvPr/>
        </p:nvSpPr>
        <p:spPr>
          <a:xfrm>
            <a:off x="4126988" y="236804"/>
            <a:ext cx="17331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>
                <a:solidFill>
                  <a:schemeClr val="accent3"/>
                </a:solidFill>
              </a:rPr>
              <a:t>自定义对话框</a:t>
            </a:r>
            <a:endParaRPr lang="en-US" altLang="zh-CN" sz="2000" b="1">
              <a:solidFill>
                <a:schemeClr val="accent3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5142F99-7082-5D62-53B6-B07983701FEA}"/>
              </a:ext>
            </a:extLst>
          </p:cNvPr>
          <p:cNvSpPr txBox="1"/>
          <p:nvPr/>
        </p:nvSpPr>
        <p:spPr>
          <a:xfrm>
            <a:off x="5860155" y="725443"/>
            <a:ext cx="4121641" cy="132343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chemeClr val="tx1"/>
                </a:solidFill>
              </a:rPr>
              <a:t>创建自定义对话框类</a:t>
            </a:r>
            <a:endParaRPr lang="en-US" altLang="zh-CN" sz="200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chemeClr val="tx1"/>
                </a:solidFill>
              </a:rPr>
              <a:t>在调用处创建自定义对话框实例</a:t>
            </a:r>
            <a:endParaRPr lang="en-US" altLang="zh-CN" sz="200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chemeClr val="tx1"/>
                </a:solidFill>
              </a:rPr>
              <a:t>关闭对话框时获取值</a:t>
            </a:r>
            <a:endParaRPr lang="en-US" altLang="zh-CN" sz="200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chemeClr val="tx1"/>
                </a:solidFill>
              </a:rPr>
              <a:t>删除对话框</a:t>
            </a:r>
            <a:endParaRPr lang="en-US" altLang="zh-CN" sz="2000">
              <a:solidFill>
                <a:schemeClr val="tx1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D3E735C-6990-5C7A-5249-F7E4F7F7F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406" y="2577718"/>
            <a:ext cx="5851684" cy="432386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FFCED84-B20A-DDE0-D373-4DBDE05CD425}"/>
              </a:ext>
            </a:extLst>
          </p:cNvPr>
          <p:cNvSpPr txBox="1"/>
          <p:nvPr/>
        </p:nvSpPr>
        <p:spPr>
          <a:xfrm>
            <a:off x="719195" y="2139758"/>
            <a:ext cx="72699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创建资源文件导入图标，创建</a:t>
            </a:r>
            <a:r>
              <a:rPr lang="en-US" altLang="zh-CN" sz="2000">
                <a:solidFill>
                  <a:schemeClr val="bg1"/>
                </a:solidFill>
              </a:rPr>
              <a:t>Action</a:t>
            </a:r>
            <a:r>
              <a:rPr lang="zh-CN" altLang="en-US" sz="2000">
                <a:solidFill>
                  <a:schemeClr val="bg1"/>
                </a:solidFill>
              </a:rPr>
              <a:t>，并拖放至状态栏和菜单：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EDD872D-CAFF-34CD-6208-5E3A35282A1D}"/>
              </a:ext>
            </a:extLst>
          </p:cNvPr>
          <p:cNvSpPr txBox="1"/>
          <p:nvPr/>
        </p:nvSpPr>
        <p:spPr>
          <a:xfrm>
            <a:off x="714406" y="656655"/>
            <a:ext cx="4840585" cy="1424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chemeClr val="bg1"/>
                </a:solidFill>
              </a:rPr>
              <a:t>创建一个自动生成订单邮件应用程序：</a:t>
            </a:r>
            <a:endParaRPr lang="en-US" altLang="zh-CN" sz="2000">
              <a:solidFill>
                <a:schemeClr val="bg1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chemeClr val="bg1"/>
                </a:solidFill>
              </a:rPr>
              <a:t>可以通过自定义对话框获取信息，并填入模板生成邮件内容。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825F3E1-C549-51BF-4740-32C69D3D74EB}"/>
              </a:ext>
            </a:extLst>
          </p:cNvPr>
          <p:cNvSpPr txBox="1"/>
          <p:nvPr/>
        </p:nvSpPr>
        <p:spPr>
          <a:xfrm>
            <a:off x="3640248" y="2731017"/>
            <a:ext cx="5500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solidFill>
                  <a:schemeClr val="bg1"/>
                </a:solidFill>
                <a:highlight>
                  <a:srgbClr val="0000FF"/>
                </a:highlight>
              </a:rPr>
              <a:t>toolButtonStyle</a:t>
            </a:r>
            <a:r>
              <a:rPr lang="zh-CN" altLang="en-US" sz="2000">
                <a:solidFill>
                  <a:schemeClr val="bg1"/>
                </a:solidFill>
                <a:highlight>
                  <a:srgbClr val="0000FF"/>
                </a:highlight>
              </a:rPr>
              <a:t>设置为：</a:t>
            </a:r>
            <a:r>
              <a:rPr lang="en-US" altLang="zh-CN" sz="2000">
                <a:solidFill>
                  <a:schemeClr val="bg1"/>
                </a:solidFill>
                <a:highlight>
                  <a:srgbClr val="0000FF"/>
                </a:highlight>
              </a:rPr>
              <a:t>ToolButtonTextUnderIcon</a:t>
            </a:r>
            <a:endParaRPr lang="zh-CN" altLang="en-US" sz="2000" dirty="0">
              <a:solidFill>
                <a:schemeClr val="bg1"/>
              </a:solidFill>
              <a:highlight>
                <a:srgbClr val="0000FF"/>
              </a:highlight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DAB927F8-84C3-CCBE-540A-04F11132FAE2}"/>
              </a:ext>
            </a:extLst>
          </p:cNvPr>
          <p:cNvCxnSpPr/>
          <p:nvPr/>
        </p:nvCxnSpPr>
        <p:spPr>
          <a:xfrm flipH="1">
            <a:off x="1813560" y="2931072"/>
            <a:ext cx="16916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2EF14A1F-4930-6525-36C9-C4D0DDA1E9FE}"/>
              </a:ext>
            </a:extLst>
          </p:cNvPr>
          <p:cNvSpPr txBox="1"/>
          <p:nvPr/>
        </p:nvSpPr>
        <p:spPr>
          <a:xfrm>
            <a:off x="3134698" y="4616246"/>
            <a:ext cx="14680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solidFill>
                  <a:schemeClr val="bg1"/>
                </a:solidFill>
                <a:highlight>
                  <a:srgbClr val="0000FF"/>
                </a:highlight>
              </a:rPr>
              <a:t>QTabWidget</a:t>
            </a:r>
            <a:endParaRPr lang="zh-CN" altLang="en-US" sz="2000" dirty="0">
              <a:solidFill>
                <a:schemeClr val="bg1"/>
              </a:solidFill>
              <a:highlight>
                <a:srgbClr val="0000FF"/>
              </a:highlight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E56CE2D-C423-743A-1CD9-4CC13C6668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5582" y="3342890"/>
            <a:ext cx="3105150" cy="344805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E8D0003B-E5B8-1E84-7873-077D4F8AD001}"/>
              </a:ext>
            </a:extLst>
          </p:cNvPr>
          <p:cNvSpPr txBox="1"/>
          <p:nvPr/>
        </p:nvSpPr>
        <p:spPr>
          <a:xfrm>
            <a:off x="567065" y="6895586"/>
            <a:ext cx="2492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创建自定义对话框：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E041D2FE-2772-5B34-C603-59D0B85098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764" y="7312258"/>
            <a:ext cx="5242871" cy="2949115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56B94012-2FA7-8A9D-4BF8-C8D3B92B4F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6090" y="7639067"/>
            <a:ext cx="3114675" cy="249555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98504437-EDF0-7037-4731-A4046219A4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4991" y="10482313"/>
            <a:ext cx="4654133" cy="3556283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7DD8D287-3DC2-3423-3946-C18CF24B02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6351" y="10941519"/>
            <a:ext cx="4654133" cy="2802039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250A890F-6DAD-291A-A892-0C183B49C754}"/>
              </a:ext>
            </a:extLst>
          </p:cNvPr>
          <p:cNvSpPr txBox="1"/>
          <p:nvPr/>
        </p:nvSpPr>
        <p:spPr>
          <a:xfrm>
            <a:off x="532228" y="10500702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运行效果：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7949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7D655940-5659-55C8-B22B-3327DD015912}"/>
              </a:ext>
            </a:extLst>
          </p:cNvPr>
          <p:cNvSpPr txBox="1"/>
          <p:nvPr/>
        </p:nvSpPr>
        <p:spPr>
          <a:xfrm>
            <a:off x="439264" y="760526"/>
            <a:ext cx="780213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点击新建按钮时弹出自定义对话框，并在对话框销毁之前获取其详细信息：</a:t>
            </a:r>
            <a:endParaRPr lang="en-US" altLang="zh-CN" dirty="0">
              <a:solidFill>
                <a:schemeClr val="bg1"/>
              </a:solidFill>
            </a:endParaRPr>
          </a:p>
          <a:p>
            <a:endParaRPr lang="en-US" altLang="zh-CN" dirty="0">
              <a:solidFill>
                <a:schemeClr val="bg1"/>
              </a:solidFill>
            </a:endParaRPr>
          </a:p>
          <a:p>
            <a:endParaRPr lang="en-US" altLang="zh-CN" dirty="0">
              <a:solidFill>
                <a:schemeClr val="bg1"/>
              </a:solidFill>
            </a:endParaRPr>
          </a:p>
          <a:p>
            <a:endParaRPr lang="en-US" altLang="zh-CN" dirty="0">
              <a:solidFill>
                <a:schemeClr val="bg1"/>
              </a:solidFill>
            </a:endParaRPr>
          </a:p>
          <a:p>
            <a:endParaRPr lang="en-US" altLang="zh-CN" dirty="0">
              <a:solidFill>
                <a:schemeClr val="bg1"/>
              </a:solidFill>
            </a:endParaRPr>
          </a:p>
          <a:p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去代码库里面看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16418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1004C15-6640-C958-4A23-CCCBD52C0259}"/>
              </a:ext>
            </a:extLst>
          </p:cNvPr>
          <p:cNvSpPr txBox="1"/>
          <p:nvPr/>
        </p:nvSpPr>
        <p:spPr>
          <a:xfrm>
            <a:off x="4082745" y="386861"/>
            <a:ext cx="24596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>
                <a:solidFill>
                  <a:schemeClr val="accent3"/>
                </a:solidFill>
              </a:rPr>
              <a:t>图标拖拽</a:t>
            </a:r>
            <a:r>
              <a:rPr lang="en-US" altLang="zh-CN" sz="2000" b="1">
                <a:solidFill>
                  <a:schemeClr val="accent3"/>
                </a:solidFill>
              </a:rPr>
              <a:t>widget</a:t>
            </a:r>
            <a:r>
              <a:rPr lang="zh-CN" altLang="en-US" sz="2000" b="1">
                <a:solidFill>
                  <a:schemeClr val="accent3"/>
                </a:solidFill>
              </a:rPr>
              <a:t>示例</a:t>
            </a:r>
            <a:endParaRPr lang="zh-CN" altLang="en-US" sz="2000" b="1" dirty="0">
              <a:solidFill>
                <a:schemeClr val="accent3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BF490CC-E30B-1530-3E68-4ABB8CEE7057}"/>
              </a:ext>
            </a:extLst>
          </p:cNvPr>
          <p:cNvSpPr txBox="1"/>
          <p:nvPr/>
        </p:nvSpPr>
        <p:spPr>
          <a:xfrm>
            <a:off x="536978" y="895448"/>
            <a:ext cx="95308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>
                <a:solidFill>
                  <a:schemeClr val="bg1"/>
                </a:solidFill>
              </a:rPr>
              <a:t>演示如何在同一应用程序中的</a:t>
            </a:r>
            <a:r>
              <a:rPr lang="en-US" altLang="zh-CN">
                <a:solidFill>
                  <a:schemeClr val="bg1"/>
                </a:solidFill>
              </a:rPr>
              <a:t>widget</a:t>
            </a:r>
            <a:r>
              <a:rPr lang="zh-CN" altLang="en-US">
                <a:solidFill>
                  <a:schemeClr val="bg1"/>
                </a:solidFill>
              </a:rPr>
              <a:t>之间以及不同应用程序之间拖放图像数据。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3D7C307-7891-0ACB-14BA-D315A083B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185" y="1464697"/>
            <a:ext cx="4942194" cy="297985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DEBEEEF-3370-404E-8E4B-B8B69BCD98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895" y="1472695"/>
            <a:ext cx="3105150" cy="100012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E754CA07-E929-1B94-60D0-98C1AAD768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3007" y="2954623"/>
            <a:ext cx="2828925" cy="116205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B19644B1-F36C-2BBC-9641-40063B159758}"/>
              </a:ext>
            </a:extLst>
          </p:cNvPr>
          <p:cNvSpPr txBox="1"/>
          <p:nvPr/>
        </p:nvSpPr>
        <p:spPr>
          <a:xfrm>
            <a:off x="536978" y="4598476"/>
            <a:ext cx="983638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bg1"/>
                </a:solidFill>
              </a:rPr>
              <a:t>可以将图标在</a:t>
            </a:r>
            <a:r>
              <a:rPr lang="en-US" altLang="zh-CN">
                <a:solidFill>
                  <a:schemeClr val="bg1"/>
                </a:solidFill>
              </a:rPr>
              <a:t>widget</a:t>
            </a:r>
            <a:r>
              <a:rPr lang="zh-CN" altLang="en-US">
                <a:solidFill>
                  <a:schemeClr val="bg1"/>
                </a:solidFill>
              </a:rPr>
              <a:t>中移动位置，或是拖动到另一个</a:t>
            </a:r>
            <a:r>
              <a:rPr lang="en-US" altLang="zh-CN">
                <a:solidFill>
                  <a:schemeClr val="bg1"/>
                </a:solidFill>
              </a:rPr>
              <a:t>widget</a:t>
            </a:r>
            <a:r>
              <a:rPr lang="zh-CN" altLang="en-US">
                <a:solidFill>
                  <a:schemeClr val="bg1"/>
                </a:solidFill>
              </a:rPr>
              <a:t>当中（支持不同应用程序之间）。</a:t>
            </a:r>
            <a:endParaRPr lang="en-US" altLang="zh-CN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bg1"/>
                </a:solidFill>
              </a:rPr>
              <a:t>当拖放操作发生时，发送的不仅仅是图像，还包括有关用户在图像中单击的位置的信息。</a:t>
            </a:r>
            <a:endParaRPr lang="en-US" altLang="zh-CN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bg1"/>
                </a:solidFill>
              </a:rPr>
              <a:t>数据创建采用自定义MIME类型。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769373A-6F75-ADEF-D486-50CC0D9AF24E}"/>
              </a:ext>
            </a:extLst>
          </p:cNvPr>
          <p:cNvSpPr txBox="1"/>
          <p:nvPr/>
        </p:nvSpPr>
        <p:spPr>
          <a:xfrm>
            <a:off x="1068229" y="5646875"/>
            <a:ext cx="8488680" cy="92333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QMimeData用于描述可存储在剪贴板中的信息，并支持通过拖放机制传输。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QMimeData对象将它们所持有的数据与相应的MIME类型相关联，以确保信息可以在</a:t>
            </a:r>
            <a:r>
              <a:rPr lang="zh-CN" altLang="en-US">
                <a:highlight>
                  <a:srgbClr val="00FF00"/>
                </a:highlight>
              </a:rPr>
              <a:t>应用程序内、应用程序之间</a:t>
            </a:r>
            <a:r>
              <a:rPr lang="zh-CN" altLang="en-US"/>
              <a:t>安全传输。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53A428D7-452D-103E-F12C-0C7FDBBCE3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734" y="7429480"/>
            <a:ext cx="8639175" cy="2514600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296EDEBF-55AC-F928-EE73-B5E16FBAC595}"/>
              </a:ext>
            </a:extLst>
          </p:cNvPr>
          <p:cNvSpPr txBox="1"/>
          <p:nvPr/>
        </p:nvSpPr>
        <p:spPr>
          <a:xfrm>
            <a:off x="536978" y="6580364"/>
            <a:ext cx="95308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“发送”和“接收”</a:t>
            </a:r>
            <a:r>
              <a:rPr lang="en-US" altLang="zh-CN" sz="2000">
                <a:solidFill>
                  <a:schemeClr val="bg1"/>
                </a:solidFill>
              </a:rPr>
              <a:t>MIME</a:t>
            </a:r>
            <a:r>
              <a:rPr lang="zh-CN" altLang="en-US" sz="2000">
                <a:solidFill>
                  <a:schemeClr val="bg1"/>
                </a:solidFill>
              </a:rPr>
              <a:t>类型数据时，必须类型匹配，</a:t>
            </a:r>
            <a:r>
              <a:rPr lang="en-US" altLang="zh-CN" sz="2000">
                <a:solidFill>
                  <a:schemeClr val="bg1"/>
                </a:solidFill>
              </a:rPr>
              <a:t>Qt</a:t>
            </a:r>
            <a:r>
              <a:rPr lang="zh-CN" altLang="en-US" sz="2000">
                <a:solidFill>
                  <a:schemeClr val="bg1"/>
                </a:solidFill>
              </a:rPr>
              <a:t>为最常用的一些类型提供了内置支持：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50C113F-34C5-D453-653C-041AC144C5EF}"/>
              </a:ext>
            </a:extLst>
          </p:cNvPr>
          <p:cNvSpPr txBox="1"/>
          <p:nvPr/>
        </p:nvSpPr>
        <p:spPr>
          <a:xfrm>
            <a:off x="689738" y="10085310"/>
            <a:ext cx="95308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本实例将采用自定义</a:t>
            </a:r>
            <a:r>
              <a:rPr lang="en-US" altLang="zh-CN" sz="2000">
                <a:solidFill>
                  <a:schemeClr val="bg1"/>
                </a:solidFill>
              </a:rPr>
              <a:t>MIME</a:t>
            </a:r>
            <a:r>
              <a:rPr lang="zh-CN" altLang="en-US" sz="2000">
                <a:solidFill>
                  <a:schemeClr val="bg1"/>
                </a:solidFill>
              </a:rPr>
              <a:t>类型。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4DB4800-B1D4-8DE3-B982-742908DE2C48}"/>
              </a:ext>
            </a:extLst>
          </p:cNvPr>
          <p:cNvSpPr txBox="1"/>
          <p:nvPr/>
        </p:nvSpPr>
        <p:spPr>
          <a:xfrm>
            <a:off x="345440" y="10983925"/>
            <a:ext cx="10027919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protected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1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mousePressEvent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QMouseEvent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event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override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	</a:t>
            </a:r>
            <a:r>
              <a:rPr lang="en-US" altLang="zh-CN">
                <a:solidFill>
                  <a:schemeClr val="tx1"/>
                </a:solidFill>
                <a:highlight>
                  <a:srgbClr val="FFFF00"/>
                </a:highlight>
              </a:rPr>
              <a:t>//</a:t>
            </a:r>
            <a:r>
              <a:rPr lang="zh-CN" altLang="en-US">
                <a:solidFill>
                  <a:schemeClr val="tx1"/>
                </a:solidFill>
                <a:highlight>
                  <a:srgbClr val="FFFF00"/>
                </a:highlight>
              </a:rPr>
              <a:t>判断是否点中了图标，必要时产生</a:t>
            </a:r>
            <a:r>
              <a:rPr lang="en-US" altLang="zh-CN">
                <a:solidFill>
                  <a:schemeClr val="tx1"/>
                </a:solidFill>
                <a:highlight>
                  <a:srgbClr val="FFFF00"/>
                </a:highlight>
              </a:rPr>
              <a:t>drag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1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dragEnterEvent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QDragEnterEvent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event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override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	</a:t>
            </a: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</a:rPr>
              <a:t>//</a:t>
            </a:r>
            <a:r>
              <a:rPr kumimoji="0" lang="zh-CN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</a:rPr>
              <a:t>处理</a:t>
            </a: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</a:rPr>
              <a:t>drag</a:t>
            </a:r>
            <a:r>
              <a:rPr kumimoji="0" lang="zh-CN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</a:rPr>
              <a:t>，生成</a:t>
            </a: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</a:rPr>
              <a:t>MIME</a:t>
            </a:r>
            <a:r>
              <a:rPr kumimoji="0" lang="zh-CN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</a:rPr>
              <a:t>数据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1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dropEvent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QDropEvent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event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override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</a:t>
            </a: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		</a:t>
            </a:r>
            <a:r>
              <a:rPr lang="en-US" altLang="zh-CN">
                <a:solidFill>
                  <a:schemeClr val="tx1"/>
                </a:solidFill>
                <a:highlight>
                  <a:srgbClr val="FFFF00"/>
                </a:highlight>
              </a:rPr>
              <a:t>//</a:t>
            </a:r>
            <a:r>
              <a:rPr lang="zh-CN" altLang="en-US">
                <a:solidFill>
                  <a:schemeClr val="tx1"/>
                </a:solidFill>
                <a:highlight>
                  <a:srgbClr val="FFFF00"/>
                </a:highlight>
              </a:rPr>
              <a:t>处理</a:t>
            </a:r>
            <a:r>
              <a:rPr lang="en-US" altLang="zh-CN">
                <a:solidFill>
                  <a:schemeClr val="tx1"/>
                </a:solidFill>
                <a:highlight>
                  <a:srgbClr val="FFFF00"/>
                </a:highlight>
              </a:rPr>
              <a:t>drop</a:t>
            </a:r>
            <a:r>
              <a:rPr lang="zh-CN" altLang="en-US">
                <a:solidFill>
                  <a:schemeClr val="tx1"/>
                </a:solidFill>
                <a:highlight>
                  <a:srgbClr val="FFFF00"/>
                </a:highlight>
              </a:rPr>
              <a:t>，使用</a:t>
            </a:r>
            <a:r>
              <a:rPr lang="en-US" altLang="zh-CN">
                <a:solidFill>
                  <a:schemeClr val="tx1"/>
                </a:solidFill>
                <a:highlight>
                  <a:srgbClr val="FFFF00"/>
                </a:highlight>
              </a:rPr>
              <a:t>MIME</a:t>
            </a:r>
            <a:r>
              <a:rPr lang="zh-CN" altLang="en-US">
                <a:solidFill>
                  <a:schemeClr val="tx1"/>
                </a:solidFill>
                <a:highlight>
                  <a:srgbClr val="FFFF00"/>
                </a:highlight>
              </a:rPr>
              <a:t>数据</a:t>
            </a:r>
            <a:endParaRPr kumimoji="0" lang="zh-CN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D10B049-604F-E691-1A96-C11BCDED913B}"/>
              </a:ext>
            </a:extLst>
          </p:cNvPr>
          <p:cNvSpPr txBox="1"/>
          <p:nvPr/>
        </p:nvSpPr>
        <p:spPr>
          <a:xfrm>
            <a:off x="689738" y="10534617"/>
            <a:ext cx="95308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重写基类的一些函数，完成功能：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450C685-F1B1-C054-D48A-A8F02D7724CE}"/>
              </a:ext>
            </a:extLst>
          </p:cNvPr>
          <p:cNvSpPr txBox="1"/>
          <p:nvPr/>
        </p:nvSpPr>
        <p:spPr>
          <a:xfrm>
            <a:off x="4001366" y="12350259"/>
            <a:ext cx="27160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solidFill>
                  <a:schemeClr val="bg1"/>
                </a:solidFill>
                <a:hlinkClick r:id="rId6"/>
              </a:rPr>
              <a:t>Drag and Drop</a:t>
            </a:r>
            <a:r>
              <a:rPr lang="zh-CN" altLang="en-US" sz="2000">
                <a:solidFill>
                  <a:schemeClr val="bg1"/>
                </a:solidFill>
                <a:hlinkClick r:id="rId6"/>
              </a:rPr>
              <a:t>官方文档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730785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GFjYTU0NWJkMWQ1YTMwMTViZThhYTk5YTFlZGRhMzgifQ=="/>
</p:tagLst>
</file>

<file path=ppt/theme/theme1.xml><?xml version="1.0" encoding="utf-8"?>
<a:theme xmlns:a="http://schemas.openxmlformats.org/drawingml/2006/main" name="第一PPT，www.1ppt.com">
  <a:themeElements>
    <a:clrScheme name="字幕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反射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40000"/>
                <a:lumMod val="105000"/>
              </a:schemeClr>
            </a:gs>
            <a:gs pos="41000">
              <a:schemeClr val="phClr">
                <a:tint val="57000"/>
                <a:satMod val="160000"/>
                <a:lumMod val="99000"/>
              </a:schemeClr>
            </a:gs>
            <a:gs pos="100000">
              <a:schemeClr val="phClr">
                <a:tint val="80000"/>
                <a:satMod val="18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7000"/>
                <a:satMod val="115000"/>
                <a:lumMod val="114000"/>
              </a:schemeClr>
            </a:gs>
            <a:gs pos="60000">
              <a:schemeClr val="phClr">
                <a:tint val="100000"/>
                <a:shade val="96000"/>
                <a:satMod val="100000"/>
                <a:lumMod val="108000"/>
              </a:schemeClr>
            </a:gs>
            <a:gs pos="100000">
              <a:schemeClr val="phClr">
                <a:shade val="91000"/>
                <a:sat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a:effectStyle>
        <a:effectStyle>
          <a:effectLst>
            <a:reflection blurRad="25400" stA="32000" endPos="28000" dist="8889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0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第一PPT，www.1ppt.com">
  <a:themeElements>
    <a:clrScheme name="字幕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反射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40000"/>
                <a:lumMod val="105000"/>
              </a:schemeClr>
            </a:gs>
            <a:gs pos="41000">
              <a:schemeClr val="phClr">
                <a:tint val="57000"/>
                <a:satMod val="160000"/>
                <a:lumMod val="99000"/>
              </a:schemeClr>
            </a:gs>
            <a:gs pos="100000">
              <a:schemeClr val="phClr">
                <a:tint val="80000"/>
                <a:satMod val="18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7000"/>
                <a:satMod val="115000"/>
                <a:lumMod val="114000"/>
              </a:schemeClr>
            </a:gs>
            <a:gs pos="60000">
              <a:schemeClr val="phClr">
                <a:tint val="100000"/>
                <a:shade val="96000"/>
                <a:satMod val="100000"/>
                <a:lumMod val="108000"/>
              </a:schemeClr>
            </a:gs>
            <a:gs pos="100000">
              <a:schemeClr val="phClr">
                <a:shade val="91000"/>
                <a:sat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a:effectStyle>
        <a:effectStyle>
          <a:effectLst>
            <a:reflection blurRad="25400" stA="32000" endPos="28000" dist="8889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0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第4章：程序流程之循环</Template>
  <TotalTime>9006</TotalTime>
  <Words>3674</Words>
  <Application>Microsoft Office PowerPoint</Application>
  <PresentationFormat>自定义</PresentationFormat>
  <Paragraphs>420</Paragraphs>
  <Slides>19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29" baseType="lpstr">
      <vt:lpstr>Arial Unicode MS</vt:lpstr>
      <vt:lpstr>Söhne</vt:lpstr>
      <vt:lpstr>Söhne Mono</vt:lpstr>
      <vt:lpstr>等线</vt:lpstr>
      <vt:lpstr>华文琥珀</vt:lpstr>
      <vt:lpstr>Arial</vt:lpstr>
      <vt:lpstr>Calibri</vt:lpstr>
      <vt:lpstr>Cambria</vt:lpstr>
      <vt:lpstr>第一PPT，www.1ppt.com</vt:lpstr>
      <vt:lpstr>4_第一PPT，www.1ppt.com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蔡乐</dc:creator>
  <cp:lastModifiedBy>宇恒 张</cp:lastModifiedBy>
  <cp:revision>1524</cp:revision>
  <dcterms:created xsi:type="dcterms:W3CDTF">2020-06-26T01:00:00Z</dcterms:created>
  <dcterms:modified xsi:type="dcterms:W3CDTF">2023-08-15T03:24:59Z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2052-11.1.0.11744</vt:lpwstr>
  </property>
  <property fmtid="{D5CDD505-2E9C-101B-9397-08002B2CF9AE}" pid="3" name="ICV">
    <vt:lpwstr>35C8A0B9FA4B4BC7B03E97E74C2317FB</vt:lpwstr>
  </property>
</Properties>
</file>