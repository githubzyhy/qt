
<file path=[Content_Types].xml><?xml version="1.0" encoding="utf-8"?>
<Types xmlns="http://schemas.openxmlformats.org/package/2006/content-types">
  <Default Extension="bin" ContentType="application/vnd.openxmlformats-officedocument.oleObject"/>
  <Default Extension="png" ContentType="image/png"/>
  <Default Extension="rels" ContentType="application/vnd.openxmlformats-package.relationships+xml"/>
  <Default Extension="svg" ContentType="image/svg+xml"/>
  <Default Extension="wdp" ContentType="image/vnd.ms-photo"/>
  <Default Extension="wmf" ContentType="image/x-wmf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tags/tag1.xml" ContentType="application/vnd.openxmlformats-officedocument.presentationml.tag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ink/ink1.xml" ContentType="application/inkml+xml"/>
  <Override PartName="/ppt/ink/ink2.xml" ContentType="application/inkml+xml"/>
  <Override PartName="/ppt/notesSlides/notesSlide3.xml" ContentType="application/vnd.openxmlformats-officedocument.presentationml.notesSlide+xml"/>
  <Override PartName="/ppt/ink/ink3.xml" ContentType="application/inkml+xml"/>
  <Override PartName="/ppt/ink/ink4.xml" ContentType="application/inkml+xml"/>
  <Override PartName="/ppt/ink/ink5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9"/>
  </p:notesMasterIdLst>
  <p:handoutMasterIdLst>
    <p:handoutMasterId r:id="rId10"/>
  </p:handoutMasterIdLst>
  <p:sldIdLst>
    <p:sldId id="258" r:id="rId2"/>
    <p:sldId id="329" r:id="rId3"/>
    <p:sldId id="330" r:id="rId4"/>
    <p:sldId id="331" r:id="rId5"/>
    <p:sldId id="332" r:id="rId6"/>
    <p:sldId id="333" r:id="rId7"/>
    <p:sldId id="334" r:id="rId8"/>
  </p:sldIdLst>
  <p:sldSz cx="10625138" cy="14400213"/>
  <p:notesSz cx="6858000" cy="9144000"/>
  <p:custDataLst>
    <p:tags r:id="rId11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pos="412">
          <p15:clr>
            <a:srgbClr val="A4A3A4"/>
          </p15:clr>
        </p15:guide>
        <p15:guide id="2" orient="horz" pos="4558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1F1F1F"/>
    <a:srgbClr val="262626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中度样式 2 - 强调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73" autoAdjust="0"/>
    <p:restoredTop sz="95244" autoAdjust="0"/>
  </p:normalViewPr>
  <p:slideViewPr>
    <p:cSldViewPr snapToGrid="0" showGuides="1">
      <p:cViewPr>
        <p:scale>
          <a:sx n="100" d="100"/>
          <a:sy n="100" d="100"/>
        </p:scale>
        <p:origin x="480" y="-5059"/>
      </p:cViewPr>
      <p:guideLst>
        <p:guide pos="412"/>
        <p:guide orient="horz" pos="4558"/>
      </p:guideLst>
    </p:cSldViewPr>
  </p:slideViewPr>
  <p:notesTextViewPr>
    <p:cViewPr>
      <p:scale>
        <a:sx n="1" d="1"/>
        <a:sy n="1" d="1"/>
      </p:scale>
      <p:origin x="0" y="0"/>
    </p:cViewPr>
  </p:notesTextViewPr>
  <p:sorterViewPr>
    <p:cViewPr>
      <p:scale>
        <a:sx n="139" d="100"/>
        <a:sy n="139" d="100"/>
      </p:scale>
      <p:origin x="0" y="0"/>
    </p:cViewPr>
  </p:sorterViewPr>
  <p:notesViewPr>
    <p:cSldViewPr snapToGrid="0">
      <p:cViewPr varScale="1">
        <p:scale>
          <a:sx n="69" d="100"/>
          <a:sy n="69" d="100"/>
        </p:scale>
        <p:origin x="2227" y="8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ags" Target="tags/tag1.xml"/><Relationship Id="rId5" Type="http://schemas.openxmlformats.org/officeDocument/2006/relationships/slide" Target="slides/slide4.xml"/><Relationship Id="rId15" Type="http://schemas.openxmlformats.org/officeDocument/2006/relationships/tableStyles" Target="tableStyles.xml"/><Relationship Id="rId10" Type="http://schemas.openxmlformats.org/officeDocument/2006/relationships/handoutMaster" Target="handoutMasters/handoutMaster1.xml"/><Relationship Id="rId4" Type="http://schemas.openxmlformats.org/officeDocument/2006/relationships/slide" Target="slides/slide3.xml"/><Relationship Id="rId9" Type="http://schemas.openxmlformats.org/officeDocument/2006/relationships/notesMaster" Target="notesMasters/notesMaster1.xml"/><Relationship Id="rId14" Type="http://schemas.openxmlformats.org/officeDocument/2006/relationships/theme" Target="theme/theme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EA54208-A716-42FF-80CF-57B00CE66560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0DB86B2-45FA-46FD-932F-E74808AB18B8}" type="slidenum">
              <a:rPr lang="zh-CN" altLang="en-US" smtClean="0"/>
              <a:t>‹#›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7-03T07:37:31.907"/>
    </inkml:context>
    <inkml:brush xml:id="br0">
      <inkml:brushProperty name="width" value="0.05" units="cm"/>
      <inkml:brushProperty name="height" value="0.05" units="cm"/>
      <inkml:brushProperty name="color" value="#E71224"/>
      <inkml:brushProperty name="ignorePressure" value="1"/>
    </inkml:brush>
  </inkml:definitions>
  <inkml:trace contextRef="#ctx0" brushRef="#br0">1 0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1-07-03T07:50:02.236"/>
    </inkml:context>
    <inkml:brush xml:id="br0">
      <inkml:brushProperty name="width" value="0.05" units="cm"/>
      <inkml:brushProperty name="height" value="0.05" units="cm"/>
      <inkml:brushProperty name="color" value="#FFFF00"/>
      <inkml:brushProperty name="ignorePressure" value="1"/>
    </inkml:brush>
  </inkml:definitions>
  <inkml:trace contextRef="#ctx0" brushRef="#br0">1 26,'0'-4,"3"-1,6-3,0-1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7T09:10:56.34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1 106 24575,'19'-3'0,"1"-1"0,-1-1 0,32-13 0,-16 6 0,-33 11 0,160-46 0,-139 42 0,-1 1 0,1 0 0,0 2 0,-1 1 0,32 3 0,-48-1 0,0 0 0,0 0 0,-1 1 0,1-1 0,0 1 0,0 1 0,-1-1 0,0 1 0,1 0 0,-1 0 0,0 1 0,0 0 0,-1 0 0,1 0 0,-1 0 0,7 9 0,8 6 0,-15-15 0,1 0 0,0-1 0,0 0 0,0 0 0,1 0 0,-1-1 0,1 0 0,-1 0 0,1 0 0,0 0 0,0-1 0,10 1 0,9 0 0,43-3 0,-38 1 0,80-1 0,133-3 0,-145-5 0,-69 5 0,1 1 0,0 1 0,0 2 0,-1 1 0,54 8 0,-70-7 0,0 0 0,0-1 0,0 0 0,0-1 0,0-1 0,0 0 0,18-4 0,90-28 0,-35 7 0,-69 22 0,-8 1 0,1 0 0,-1 1 0,0 0 0,1 1 0,-1 0 0,1 0 0,-1 1 0,1 0 0,12 2 0,-19 0 0,0-1 0,0 0 0,-1 1 0,1 0 0,-1-1 0,0 1 0,1 0 0,-1 0 0,0 0 0,3 5 0,-2-4 0,-1 0 0,1-1 0,-1 1 0,1-1 0,0 1 0,0-1 0,4 2 0,2 0 0,1-1 0,0 0 0,0-1 0,0 0 0,0-1 0,0 0 0,0 0 0,0-1 0,1 0 0,-1-1 0,0 0 0,16-5 0,-9 3 0,0 1 0,0 1 0,23 0 0,-34 2 0,-1 0 0,1 1 0,-1-1 0,0 1 0,1 0 0,8 5 0,-9-4 0,0 0 0,0-1 0,0 0 0,1 0 0,-1-1 0,1 1 0,9 0 0,11-2 0,0-1 0,33-7 0,-33 5 0,0 0 0,30 1 0,-51 2 0,0 1 0,0 0 0,1 1 0,-1-1 0,0 1 0,-1 0 0,1 0 0,8 6 0,-8-5 0,1 0 0,-1-1 0,1 1 0,0-1 0,0 0 0,10 2 0,4-3 0,0-1 0,0-1 0,-1-1 0,1-1 0,-1 0 0,0-2 0,31-10 0,-23 6 0,0 2 0,51-7 0,-62 14 0,0 0 0,0 1 0,30 7 0,19 0 0,354-5 0,-60-3 0,-342 0 0,0 1 0,0 1 0,0 0 0,-1 2 0,1 0 0,-1 1 0,0 0 0,0 1 0,23 13 0,-33-16 0,0-1 0,1 1 0,-1-1 0,1 0 0,0 0 0,0-1 0,13 1 0,53-2 0,-38-2 0,78 3 0,-37 1 0,1-4 0,83-12 0,-109 4 0,-31 5 0,1 1 0,0 0 0,0 2 0,0 0 0,42 3 0,-60 0 0,0 0 0,0 0 0,0 0 0,-1 1 0,1-1 0,0 1 0,-1-1 0,1 1 0,-1 0 0,0 0 0,1 0 0,-1 0 0,3 3 0,-3-2 0,0 0 0,1-1 0,-1 1 0,1-1 0,0 0 0,0 0 0,0 0 0,0 0 0,0-1 0,5 3 0,9 0 0,-1-1 0,1 0 0,0-1 0,0-1 0,-1-1 0,22-1 0,100-21 0,-106 15 0,1 1 0,-1 1 0,1 2 0,56 2 0,40 12 0,2-6 0,162-14 0,-206 4-455,0 5 0,108 12 0,-164-9-6371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7T09:10:58.88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0 250 24575,'128'-44'0,"190"-40"0,138 6 0,-145 41 0,-215 30 0,119 7 0,-182 2 0,0 1 0,0 2 0,41 11 0,-65-14 0,0 1 0,-1 0 0,1 0 0,-1 1 0,0 0 0,0 0 0,-1 1 0,1 0 0,-1 1 0,0-1 0,0 1 0,-1 1 0,1-1 0,-2 1 0,1 0 0,8 15 0,-7-8 0,-4-7 0,1 0 0,-1 0 0,1-1 0,7 9 0,-8-12 0,-1-1 0,1 1 0,0-1 0,0 0 0,-1 0 0,1-1 0,0 1 0,1 0 0,-1-1 0,0 0 0,0 0 0,1 0 0,3 1 0,13 1 0,0-1 0,0 0 0,1-2 0,-1 0 0,27-5 0,104-23 0,-79 13 0,96-20 0,-34 5 0,152-12 0,-269 41 0,-1 2 0,1 0 0,0 1 0,-1 1 0,0 0 0,1 1 0,-1 1 0,26 11 0,-37-14 0,15 4 0,0 0 0,0-2 0,0 0 0,1-1 0,-1-1 0,1-1 0,28-3 0,147-25 0,-48 4 0,-121 20 0,1 1 0,-1 2 0,38 3 0,-52-1 0,-1 0 0,1 1 0,-1 1 0,0 0 0,0 0 0,0 1 0,0 1 0,-1 0 0,16 11 0,-19-11 0,0 1 0,1-1 0,0-1 0,0 0 0,0 0 0,0-1 0,1 0 0,0 0 0,-1-1 0,2 0 0,-1-1 0,18 2 0,16-5 0,-1-1 0,60-10 0,85-28 0,-22 5 0,-57 15-455,0 5 0,144-2 0,-242 18-6371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</inkml:channelProperties>
      </inkml:inkSource>
      <inkml:timestamp xml:id="ts0" timeString="2022-07-28T02:29:29.826"/>
    </inkml:context>
    <inkml:brush xml:id="br0">
      <inkml:brushProperty name="width" value="0.05" units="cm"/>
      <inkml:brushProperty name="height" value="0.05" units="cm"/>
      <inkml:brushProperty name="color" value="#FF0066"/>
    </inkml:brush>
  </inkml:definitions>
  <inkml:trace contextRef="#ctx0" brushRef="#br0">0 0 24575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CC13B3F-2B31-4A61-B985-2117CDAFE2AD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2290763" y="1143000"/>
            <a:ext cx="227647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B70FF05-BDD8-42F0-BA90-04AD6ABB1C0C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2290763" y="1143000"/>
            <a:ext cx="2276475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1</a:t>
            </a:fld>
            <a:endParaRPr lang="zh-CN" altLang="en-US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3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401728552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1B70FF05-BDD8-42F0-BA90-04AD6ABB1C0C}" type="slidenum">
              <a:rPr lang="zh-CN" altLang="en-US" smtClean="0"/>
              <a:t>4</a:t>
            </a:fld>
            <a:endParaRPr lang="zh-CN" altLang="en-US"/>
          </a:p>
        </p:txBody>
      </p:sp>
    </p:spTree>
    <p:extLst>
      <p:ext uri="{BB962C8B-B14F-4D97-AF65-F5344CB8AC3E}">
        <p14:creationId xmlns:p14="http://schemas.microsoft.com/office/powerpoint/2010/main" val="121242150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svg"/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/>
          </p:nvPr>
        </p:nvSpPr>
        <p:spPr>
          <a:xfrm>
            <a:off x="1328142" y="2356703"/>
            <a:ext cx="7968854" cy="5013407"/>
          </a:xfrm>
        </p:spPr>
        <p:txBody>
          <a:bodyPr anchor="b"/>
          <a:lstStyle>
            <a:lvl1pPr algn="ctr"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328142" y="7563446"/>
            <a:ext cx="7968854" cy="3476717"/>
          </a:xfrm>
        </p:spPr>
        <p:txBody>
          <a:bodyPr/>
          <a:lstStyle>
            <a:lvl1pPr marL="0" indent="0" algn="ctr">
              <a:buNone/>
              <a:defRPr sz="2090"/>
            </a:lvl1pPr>
            <a:lvl2pPr marL="398145" indent="0" algn="ctr">
              <a:buNone/>
              <a:defRPr sz="1745"/>
            </a:lvl2pPr>
            <a:lvl3pPr marL="796925" indent="0" algn="ctr">
              <a:buNone/>
              <a:defRPr sz="1570"/>
            </a:lvl3pPr>
            <a:lvl4pPr marL="1195070" indent="0" algn="ctr">
              <a:buNone/>
              <a:defRPr sz="1395"/>
            </a:lvl4pPr>
            <a:lvl5pPr marL="1593850" indent="0" algn="ctr">
              <a:buNone/>
              <a:defRPr sz="1395"/>
            </a:lvl5pPr>
            <a:lvl6pPr marL="1991995" indent="0" algn="ctr">
              <a:buNone/>
              <a:defRPr sz="1395"/>
            </a:lvl6pPr>
            <a:lvl7pPr marL="2390775" indent="0" algn="ctr">
              <a:buNone/>
              <a:defRPr sz="1395"/>
            </a:lvl7pPr>
            <a:lvl8pPr marL="2788920" indent="0" algn="ctr">
              <a:buNone/>
              <a:defRPr sz="1395"/>
            </a:lvl8pPr>
            <a:lvl9pPr marL="3187700" indent="0" algn="ctr">
              <a:buNone/>
              <a:defRPr sz="1395"/>
            </a:lvl9pPr>
          </a:lstStyle>
          <a:p>
            <a:r>
              <a:rPr lang="zh-CN" altLang="en-US"/>
              <a:t>单击此处编辑母版副标题样式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24944" y="3590055"/>
            <a:ext cx="9164182" cy="5990088"/>
          </a:xfrm>
        </p:spPr>
        <p:txBody>
          <a:bodyPr anchor="b"/>
          <a:lstStyle>
            <a:lvl1pPr>
              <a:defRPr sz="523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24944" y="9636811"/>
            <a:ext cx="9164182" cy="3150046"/>
          </a:xfrm>
        </p:spPr>
        <p:txBody>
          <a:bodyPr/>
          <a:lstStyle>
            <a:lvl1pPr marL="0" indent="0">
              <a:buNone/>
              <a:defRPr sz="2090">
                <a:solidFill>
                  <a:schemeClr val="tx1">
                    <a:tint val="75000"/>
                  </a:schemeClr>
                </a:solidFill>
              </a:defRPr>
            </a:lvl1pPr>
            <a:lvl2pPr marL="398145" indent="0">
              <a:buNone/>
              <a:defRPr sz="1745">
                <a:solidFill>
                  <a:schemeClr val="tx1">
                    <a:tint val="75000"/>
                  </a:schemeClr>
                </a:solidFill>
              </a:defRPr>
            </a:lvl2pPr>
            <a:lvl3pPr marL="796925" indent="0">
              <a:buNone/>
              <a:defRPr sz="1570">
                <a:solidFill>
                  <a:schemeClr val="tx1">
                    <a:tint val="75000"/>
                  </a:schemeClr>
                </a:solidFill>
              </a:defRPr>
            </a:lvl3pPr>
            <a:lvl4pPr marL="119507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4pPr>
            <a:lvl5pPr marL="159385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5pPr>
            <a:lvl6pPr marL="199199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6pPr>
            <a:lvl7pPr marL="2390775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7pPr>
            <a:lvl8pPr marL="278892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8pPr>
            <a:lvl9pPr marL="3187700" indent="0">
              <a:buNone/>
              <a:defRPr sz="1395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730478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5378976" y="3833390"/>
            <a:ext cx="4515684" cy="9136803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2" y="766679"/>
            <a:ext cx="9164182" cy="278337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1863" y="3530053"/>
            <a:ext cx="4494931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731863" y="5260078"/>
            <a:ext cx="4494931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5378976" y="3530053"/>
            <a:ext cx="4517068" cy="1730025"/>
          </a:xfrm>
        </p:spPr>
        <p:txBody>
          <a:bodyPr anchor="b"/>
          <a:lstStyle>
            <a:lvl1pPr marL="0" indent="0">
              <a:buNone/>
              <a:defRPr sz="2090" b="1"/>
            </a:lvl1pPr>
            <a:lvl2pPr marL="398145" indent="0">
              <a:buNone/>
              <a:defRPr sz="1745" b="1"/>
            </a:lvl2pPr>
            <a:lvl3pPr marL="796925" indent="0">
              <a:buNone/>
              <a:defRPr sz="1570" b="1"/>
            </a:lvl3pPr>
            <a:lvl4pPr marL="1195070" indent="0">
              <a:buNone/>
              <a:defRPr sz="1395" b="1"/>
            </a:lvl4pPr>
            <a:lvl5pPr marL="1593850" indent="0">
              <a:buNone/>
              <a:defRPr sz="1395" b="1"/>
            </a:lvl5pPr>
            <a:lvl6pPr marL="1991995" indent="0">
              <a:buNone/>
              <a:defRPr sz="1395" b="1"/>
            </a:lvl6pPr>
            <a:lvl7pPr marL="2390775" indent="0">
              <a:buNone/>
              <a:defRPr sz="1395" b="1"/>
            </a:lvl7pPr>
            <a:lvl8pPr marL="2788920" indent="0">
              <a:buNone/>
              <a:defRPr sz="1395" b="1"/>
            </a:lvl8pPr>
            <a:lvl9pPr marL="3187700" indent="0">
              <a:buNone/>
              <a:defRPr sz="1395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5378976" y="5260078"/>
            <a:ext cx="4517068" cy="7736782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sp>
        <p:nvSpPr>
          <p:cNvPr id="11" name="矩形 10"/>
          <p:cNvSpPr/>
          <p:nvPr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  <p:sp>
        <p:nvSpPr>
          <p:cNvPr id="12" name="矩形 11"/>
          <p:cNvSpPr/>
          <p:nvPr userDrawn="1"/>
        </p:nvSpPr>
        <p:spPr>
          <a:xfrm>
            <a:off x="7230529" y="12153097"/>
            <a:ext cx="675519" cy="24622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行业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www.1ppt.com/hangye/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节日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www.1ppt.com/jieri/ 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素材：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www.1ppt.com/sucai/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背景图片：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www.1ppt.com/beijing/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图表：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www.1ppt.com/tubiao/    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精美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         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教程： 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www.1ppt.com/powerpoint/  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课件：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www.1ppt.com/kejian/           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字体下载：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www.1ppt.com/ziti/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工作总结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www.1ppt.com/xiazai/zongjie/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工作计划：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www.1ppt.com/xiazai/jihua/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商务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模板：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www.1ppt.com/moban/shangwu/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个人简历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www.1ppt.com/xiazai/jianli/  </a:t>
            </a:r>
          </a:p>
          <a:p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毕业答辩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www.1ppt.com/xiazai/dabian/  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工作汇报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PPT</a:t>
            </a:r>
            <a:r>
              <a:rPr lang="zh-CN" altLang="en-US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：</a:t>
            </a:r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www.1ppt.com/xiazai/huibao/    </a:t>
            </a:r>
          </a:p>
          <a:p>
            <a:r>
              <a:rPr lang="en-US" altLang="zh-CN" sz="100">
                <a:solidFill>
                  <a:prstClr val="black"/>
                </a:solidFill>
                <a:latin typeface="Calibri" panose="020F0502020204030204"/>
                <a:ea typeface="宋体" panose="02010600030101010101" pitchFamily="2" charset="-122"/>
              </a:rPr>
              <a:t> </a:t>
            </a:r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>
              <a:defRPr sz="2790"/>
            </a:lvl1pPr>
            <a:lvl2pPr>
              <a:defRPr sz="2440"/>
            </a:lvl2pPr>
            <a:lvl3pPr>
              <a:defRPr sz="2090"/>
            </a:lvl3pPr>
            <a:lvl4pPr>
              <a:defRPr sz="1745"/>
            </a:lvl4pPr>
            <a:lvl5pPr>
              <a:defRPr sz="1745"/>
            </a:lvl5pPr>
            <a:lvl6pPr>
              <a:defRPr sz="1745"/>
            </a:lvl6pPr>
            <a:lvl7pPr>
              <a:defRPr sz="1745"/>
            </a:lvl7pPr>
            <a:lvl8pPr>
              <a:defRPr sz="1745"/>
            </a:lvl8pPr>
            <a:lvl9pPr>
              <a:defRPr sz="1745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731863" y="960014"/>
            <a:ext cx="3426883" cy="3360050"/>
          </a:xfrm>
        </p:spPr>
        <p:txBody>
          <a:bodyPr anchor="b"/>
          <a:lstStyle>
            <a:lvl1pPr>
              <a:defRPr sz="2790"/>
            </a:lvl1pPr>
          </a:lstStyle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图片占位符 2"/>
          <p:cNvSpPr>
            <a:spLocks noGrp="1"/>
          </p:cNvSpPr>
          <p:nvPr>
            <p:ph type="pic" idx="1"/>
          </p:nvPr>
        </p:nvSpPr>
        <p:spPr>
          <a:xfrm>
            <a:off x="4517068" y="2073365"/>
            <a:ext cx="5378976" cy="10233485"/>
          </a:xfrm>
        </p:spPr>
        <p:txBody>
          <a:bodyPr/>
          <a:lstStyle>
            <a:lvl1pPr marL="0" indent="0">
              <a:buNone/>
              <a:defRPr sz="2790"/>
            </a:lvl1pPr>
            <a:lvl2pPr marL="398145" indent="0">
              <a:buNone/>
              <a:defRPr sz="2440"/>
            </a:lvl2pPr>
            <a:lvl3pPr marL="796925" indent="0">
              <a:buNone/>
              <a:defRPr sz="2090"/>
            </a:lvl3pPr>
            <a:lvl4pPr marL="1195070" indent="0">
              <a:buNone/>
              <a:defRPr sz="1745"/>
            </a:lvl4pPr>
            <a:lvl5pPr marL="1593850" indent="0">
              <a:buNone/>
              <a:defRPr sz="1745"/>
            </a:lvl5pPr>
            <a:lvl6pPr marL="1991995" indent="0">
              <a:buNone/>
              <a:defRPr sz="1745"/>
            </a:lvl6pPr>
            <a:lvl7pPr marL="2390775" indent="0">
              <a:buNone/>
              <a:defRPr sz="1745"/>
            </a:lvl7pPr>
            <a:lvl8pPr marL="2788920" indent="0">
              <a:buNone/>
              <a:defRPr sz="1745"/>
            </a:lvl8pPr>
            <a:lvl9pPr marL="3187700" indent="0">
              <a:buNone/>
              <a:defRPr sz="1745"/>
            </a:lvl9pPr>
          </a:lstStyle>
          <a:p>
            <a:r>
              <a:rPr lang="zh-CN" altLang="en-US"/>
              <a:t>单击图标添加图片</a:t>
            </a:r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731863" y="4320064"/>
            <a:ext cx="3426883" cy="8003453"/>
          </a:xfrm>
        </p:spPr>
        <p:txBody>
          <a:bodyPr/>
          <a:lstStyle>
            <a:lvl1pPr marL="0" indent="0">
              <a:buNone/>
              <a:defRPr sz="1395"/>
            </a:lvl1pPr>
            <a:lvl2pPr marL="398145" indent="0">
              <a:buNone/>
              <a:defRPr sz="1220"/>
            </a:lvl2pPr>
            <a:lvl3pPr marL="796925" indent="0">
              <a:buNone/>
              <a:defRPr sz="1045"/>
            </a:lvl3pPr>
            <a:lvl4pPr marL="1195070" indent="0">
              <a:buNone/>
              <a:defRPr sz="870"/>
            </a:lvl4pPr>
            <a:lvl5pPr marL="1593850" indent="0">
              <a:buNone/>
              <a:defRPr sz="870"/>
            </a:lvl5pPr>
            <a:lvl6pPr marL="1991995" indent="0">
              <a:buNone/>
              <a:defRPr sz="870"/>
            </a:lvl6pPr>
            <a:lvl7pPr marL="2390775" indent="0">
              <a:buNone/>
              <a:defRPr sz="870"/>
            </a:lvl7pPr>
            <a:lvl8pPr marL="2788920" indent="0">
              <a:buNone/>
              <a:defRPr sz="870"/>
            </a:lvl8pPr>
            <a:lvl9pPr marL="3187700" indent="0">
              <a:buNone/>
              <a:defRPr sz="870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bg>
      <p:bgPr>
        <a:blipFill dpi="0" rotWithShape="1">
          <a:blip r:embed="rId2">
            <a:lum/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/>
          </p:nvPr>
        </p:nvSpPr>
        <p:spPr>
          <a:xfrm>
            <a:off x="7603615" y="766678"/>
            <a:ext cx="2291045" cy="12203515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730478" y="766678"/>
            <a:ext cx="6740322" cy="12203515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pn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microsoft.com/office/2007/relationships/hdphoto" Target="../media/hdphoto1.wdp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image" Target="../media/image3.png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2.sv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3">
            <a:lum/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rcRect/>
          <a:stretch>
            <a:fillRect l="-52000" r="-52000"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占位符 1"/>
          <p:cNvSpPr>
            <a:spLocks noGrp="1"/>
          </p:cNvSpPr>
          <p:nvPr>
            <p:ph type="title"/>
          </p:nvPr>
        </p:nvSpPr>
        <p:spPr>
          <a:xfrm>
            <a:off x="730478" y="766679"/>
            <a:ext cx="9164182" cy="278337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 dirty="0"/>
              <a:t>单击此处编辑母版标题样式</a:t>
            </a:r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730478" y="3833390"/>
            <a:ext cx="9164182" cy="913680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编辑母版文本样式</a:t>
            </a:r>
          </a:p>
          <a:p>
            <a:pPr lvl="1"/>
            <a:r>
              <a:rPr lang="zh-CN" altLang="en-US"/>
              <a:t>第二级</a:t>
            </a:r>
          </a:p>
          <a:p>
            <a:pPr lvl="2"/>
            <a:r>
              <a:rPr lang="zh-CN" altLang="en-US"/>
              <a:t>第三级</a:t>
            </a:r>
          </a:p>
          <a:p>
            <a:pPr lvl="3"/>
            <a:r>
              <a:rPr lang="zh-CN" altLang="en-US"/>
              <a:t>第四级</a:t>
            </a:r>
          </a:p>
          <a:p>
            <a:pPr lvl="4"/>
            <a:r>
              <a:rPr lang="zh-CN" altLang="en-US"/>
              <a:t>第五级</a:t>
            </a:r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2"/>
          </p:nvPr>
        </p:nvSpPr>
        <p:spPr>
          <a:xfrm>
            <a:off x="730478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B43034-5666-4088-908E-90BF970F5519}" type="datetimeFigureOut">
              <a:rPr lang="zh-CN" altLang="en-US" smtClean="0"/>
              <a:t>2022/7/28</a:t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3"/>
          </p:nvPr>
        </p:nvSpPr>
        <p:spPr>
          <a:xfrm>
            <a:off x="3519577" y="13346865"/>
            <a:ext cx="3585984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4"/>
          </p:nvPr>
        </p:nvSpPr>
        <p:spPr>
          <a:xfrm>
            <a:off x="7504004" y="13346865"/>
            <a:ext cx="2390656" cy="766678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45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5AA8925-78AA-4D71-A293-67AA713F8EE9}" type="slidenum">
              <a:rPr lang="zh-CN" altLang="en-US" smtClean="0"/>
              <a:t>‹#›</a:t>
            </a:fld>
            <a:endParaRPr lang="zh-CN" altLang="en-US"/>
          </a:p>
        </p:txBody>
      </p:sp>
      <p:pic>
        <p:nvPicPr>
          <p:cNvPr id="10" name="图片 9" descr="图标&#10;&#10;描述已自动生成"/>
          <p:cNvPicPr>
            <a:picLocks noChangeAspect="1"/>
          </p:cNvPicPr>
          <p:nvPr userDrawn="1"/>
        </p:nvPicPr>
        <p:blipFill>
          <a:blip r:embed="rId15" cstate="print">
            <a:duotone>
              <a:schemeClr val="accent1">
                <a:shade val="45000"/>
                <a:satMod val="135000"/>
              </a:schemeClr>
              <a:prstClr val="white"/>
            </a:duotone>
            <a:extLst>
              <a:ext uri="{BEBA8EAE-BF5A-486C-A8C5-ECC9F3942E4B}">
                <a14:imgProps xmlns:a14="http://schemas.microsoft.com/office/drawing/2010/main">
                  <a14:imgLayer r:embed="rId16">
                    <a14:imgEffect>
                      <a14:saturation sat="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122657" y="160559"/>
            <a:ext cx="458896" cy="458896"/>
          </a:xfrm>
          <a:prstGeom prst="rect">
            <a:avLst/>
          </a:prstGeom>
        </p:spPr>
      </p:pic>
      <p:sp>
        <p:nvSpPr>
          <p:cNvPr id="11" name="文本框 10"/>
          <p:cNvSpPr txBox="1"/>
          <p:nvPr userDrawn="1"/>
        </p:nvSpPr>
        <p:spPr>
          <a:xfrm>
            <a:off x="659041" y="213096"/>
            <a:ext cx="1563248" cy="369332"/>
          </a:xfrm>
          <a:prstGeom prst="rect">
            <a:avLst/>
          </a:prstGeom>
          <a:noFill/>
          <a:ln>
            <a:noFill/>
          </a:ln>
        </p:spPr>
        <p:txBody>
          <a:bodyPr wrap="none" rtlCol="0">
            <a:spAutoFit/>
          </a:bodyPr>
          <a:lstStyle/>
          <a:p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@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阿西拜</a:t>
            </a:r>
            <a:r>
              <a:rPr lang="en-US" altLang="zh-CN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-</a:t>
            </a:r>
            <a:r>
              <a:rPr lang="zh-CN" altLang="en-US" sz="1800">
                <a:solidFill>
                  <a:schemeClr val="bg1"/>
                </a:solidFill>
                <a:effectLst>
                  <a:reflection blurRad="6350" stA="55000" endA="50" endPos="85000" dist="29997" dir="5400000" sy="-100000" algn="bl" rotWithShape="0"/>
                </a:effectLst>
                <a:latin typeface="华文琥珀" panose="02010800040101010101" pitchFamily="2" charset="-122"/>
                <a:ea typeface="华文琥珀" panose="02010800040101010101" pitchFamily="2" charset="-122"/>
              </a:rPr>
              <a:t>南昌</a:t>
            </a: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796925" rtl="0" eaLnBrk="1" latinLnBrk="0" hangingPunct="1">
        <a:lnSpc>
          <a:spcPct val="90000"/>
        </a:lnSpc>
        <a:spcBef>
          <a:spcPct val="0"/>
        </a:spcBef>
        <a:buNone/>
        <a:defRPr sz="3835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99390" indent="-199390" algn="l" defTabSz="796925" rtl="0" eaLnBrk="1" latinLnBrk="0" hangingPunct="1">
        <a:lnSpc>
          <a:spcPct val="90000"/>
        </a:lnSpc>
        <a:spcBef>
          <a:spcPts val="870"/>
        </a:spcBef>
        <a:buFont typeface="Arial" panose="020B0604020202020204" pitchFamily="34" charset="0"/>
        <a:buChar char="•"/>
        <a:defRPr sz="2440" kern="1200">
          <a:solidFill>
            <a:schemeClr val="tx1"/>
          </a:solidFill>
          <a:latin typeface="+mn-lt"/>
          <a:ea typeface="+mn-ea"/>
          <a:cs typeface="+mn-cs"/>
        </a:defRPr>
      </a:lvl1pPr>
      <a:lvl2pPr marL="59753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2090" kern="1200">
          <a:solidFill>
            <a:schemeClr val="tx1"/>
          </a:solidFill>
          <a:latin typeface="+mn-lt"/>
          <a:ea typeface="+mn-ea"/>
          <a:cs typeface="+mn-cs"/>
        </a:defRPr>
      </a:lvl2pPr>
      <a:lvl3pPr marL="99631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745" kern="1200">
          <a:solidFill>
            <a:schemeClr val="tx1"/>
          </a:solidFill>
          <a:latin typeface="+mn-lt"/>
          <a:ea typeface="+mn-ea"/>
          <a:cs typeface="+mn-cs"/>
        </a:defRPr>
      </a:lvl3pPr>
      <a:lvl4pPr marL="139446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79324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219138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590165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98831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387090" indent="-199390" algn="l" defTabSz="796925" rtl="0" eaLnBrk="1" latinLnBrk="0" hangingPunct="1">
        <a:lnSpc>
          <a:spcPct val="90000"/>
        </a:lnSpc>
        <a:spcBef>
          <a:spcPts val="435"/>
        </a:spcBef>
        <a:buFont typeface="Arial" panose="020B0604020202020204" pitchFamily="34" charset="0"/>
        <a:buChar char="•"/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1pPr>
      <a:lvl2pPr marL="39814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2pPr>
      <a:lvl3pPr marL="79692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3pPr>
      <a:lvl4pPr marL="119507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4pPr>
      <a:lvl5pPr marL="159385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5pPr>
      <a:lvl6pPr marL="199199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6pPr>
      <a:lvl7pPr marL="2390775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7pPr>
      <a:lvl8pPr marL="278892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8pPr>
      <a:lvl9pPr marL="3187700" algn="l" defTabSz="796925" rtl="0" eaLnBrk="1" latinLnBrk="0" hangingPunct="1">
        <a:defRPr sz="157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.xml"/><Relationship Id="rId11" Type="http://schemas.openxmlformats.org/officeDocument/2006/relationships/image" Target="../media/image120.png"/><Relationship Id="rId5" Type="http://schemas.openxmlformats.org/officeDocument/2006/relationships/image" Target="../media/image9.png"/><Relationship Id="rId10" Type="http://schemas.openxmlformats.org/officeDocument/2006/relationships/customXml" Target="../ink/ink2.xml"/><Relationship Id="rId4" Type="http://schemas.openxmlformats.org/officeDocument/2006/relationships/image" Target="../media/image8.png"/><Relationship Id="rId9" Type="http://schemas.openxmlformats.org/officeDocument/2006/relationships/image" Target="../media/image110.png"/></Relationships>
</file>

<file path=ppt/slides/_rels/slide4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png"/><Relationship Id="rId3" Type="http://schemas.openxmlformats.org/officeDocument/2006/relationships/image" Target="../media/image10.png"/><Relationship Id="rId7" Type="http://schemas.openxmlformats.org/officeDocument/2006/relationships/customXml" Target="../ink/ink4.xml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3.png"/><Relationship Id="rId5" Type="http://schemas.openxmlformats.org/officeDocument/2006/relationships/customXml" Target="../ink/ink3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customXml" Target="../ink/ink5.xml"/><Relationship Id="rId3" Type="http://schemas.openxmlformats.org/officeDocument/2006/relationships/image" Target="../media/image12.png"/><Relationship Id="rId7" Type="http://schemas.openxmlformats.org/officeDocument/2006/relationships/image" Target="../media/image15.wmf"/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2.xml"/><Relationship Id="rId6" Type="http://schemas.openxmlformats.org/officeDocument/2006/relationships/oleObject" Target="../embeddings/oleObject1.bin"/><Relationship Id="rId5" Type="http://schemas.openxmlformats.org/officeDocument/2006/relationships/image" Target="../media/image14.png"/><Relationship Id="rId4" Type="http://schemas.openxmlformats.org/officeDocument/2006/relationships/image" Target="../media/image13.png"/><Relationship Id="rId9" Type="http://schemas.openxmlformats.org/officeDocument/2006/relationships/image" Target="../media/image16.png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/>
          <p:cNvPicPr>
            <a:picLocks noChangeAspect="1"/>
          </p:cNvPicPr>
          <p:nvPr/>
        </p:nvPicPr>
        <p:blipFill rotWithShape="1">
          <a:blip r:embed="rId3" cstate="screen"/>
          <a:srcRect l="3265" t="6325" r="4323" b="12927"/>
          <a:stretch>
            <a:fillRect/>
          </a:stretch>
        </p:blipFill>
        <p:spPr>
          <a:xfrm>
            <a:off x="2191043" y="1088639"/>
            <a:ext cx="6429671" cy="1807419"/>
          </a:xfrm>
          <a:prstGeom prst="rect">
            <a:avLst/>
          </a:prstGeom>
        </p:spPr>
      </p:pic>
      <p:sp>
        <p:nvSpPr>
          <p:cNvPr id="5" name="文本框 4"/>
          <p:cNvSpPr txBox="1"/>
          <p:nvPr/>
        </p:nvSpPr>
        <p:spPr>
          <a:xfrm>
            <a:off x="2441524" y="1358360"/>
            <a:ext cx="6170224" cy="70675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4000" b="1">
                <a:solidFill>
                  <a:schemeClr val="bg1"/>
                </a:solidFill>
                <a:cs typeface="+mn-ea"/>
                <a:sym typeface="+mn-lt"/>
              </a:rPr>
              <a:t>Qt Designer</a:t>
            </a:r>
            <a:endParaRPr lang="zh-CN" altLang="en-US" sz="4000" b="1">
              <a:solidFill>
                <a:schemeClr val="bg1"/>
              </a:solidFill>
              <a:cs typeface="+mn-ea"/>
              <a:sym typeface="+mn-lt"/>
            </a:endParaRPr>
          </a:p>
        </p:txBody>
      </p:sp>
      <p:grpSp>
        <p:nvGrpSpPr>
          <p:cNvPr id="60" name="组合 1274"/>
          <p:cNvGrpSpPr/>
          <p:nvPr/>
        </p:nvGrpSpPr>
        <p:grpSpPr>
          <a:xfrm>
            <a:off x="2441526" y="3237675"/>
            <a:ext cx="338686" cy="261779"/>
            <a:chOff x="5248276" y="1095375"/>
            <a:chExt cx="727075" cy="561976"/>
          </a:xfrm>
        </p:grpSpPr>
        <p:sp>
          <p:nvSpPr>
            <p:cNvPr id="61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2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3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4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5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6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7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8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69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0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1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2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3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4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5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6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7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8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79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0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1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2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3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4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5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6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7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8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89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90" name="文本框 89"/>
          <p:cNvSpPr txBox="1"/>
          <p:nvPr/>
        </p:nvSpPr>
        <p:spPr>
          <a:xfrm>
            <a:off x="2833453" y="3140572"/>
            <a:ext cx="3197097" cy="4678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40">
                <a:solidFill>
                  <a:schemeClr val="bg1"/>
                </a:solidFill>
                <a:cs typeface="+mn-ea"/>
                <a:sym typeface="+mn-lt"/>
              </a:rPr>
              <a:t>QT6 C++  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GUI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开发教程</a:t>
            </a:r>
          </a:p>
        </p:txBody>
      </p:sp>
      <p:grpSp>
        <p:nvGrpSpPr>
          <p:cNvPr id="160" name="组合 1274"/>
          <p:cNvGrpSpPr/>
          <p:nvPr/>
        </p:nvGrpSpPr>
        <p:grpSpPr>
          <a:xfrm>
            <a:off x="6245741" y="3237675"/>
            <a:ext cx="338686" cy="261779"/>
            <a:chOff x="5248276" y="1095375"/>
            <a:chExt cx="727075" cy="561976"/>
          </a:xfrm>
        </p:grpSpPr>
        <p:sp>
          <p:nvSpPr>
            <p:cNvPr id="162" name="Freeform 378"/>
            <p:cNvSpPr/>
            <p:nvPr/>
          </p:nvSpPr>
          <p:spPr bwMode="auto">
            <a:xfrm>
              <a:off x="5367339" y="1268413"/>
              <a:ext cx="39688" cy="144463"/>
            </a:xfrm>
            <a:custGeom>
              <a:avLst/>
              <a:gdLst/>
              <a:ahLst/>
              <a:cxnLst>
                <a:cxn ang="0">
                  <a:pos x="90" y="5"/>
                </a:cxn>
                <a:cxn ang="0">
                  <a:pos x="90" y="5"/>
                </a:cxn>
                <a:cxn ang="0">
                  <a:pos x="89" y="17"/>
                </a:cxn>
                <a:cxn ang="0">
                  <a:pos x="87" y="28"/>
                </a:cxn>
                <a:cxn ang="0">
                  <a:pos x="81" y="49"/>
                </a:cxn>
                <a:cxn ang="0">
                  <a:pos x="64" y="89"/>
                </a:cxn>
                <a:cxn ang="0">
                  <a:pos x="64" y="89"/>
                </a:cxn>
                <a:cxn ang="0">
                  <a:pos x="56" y="113"/>
                </a:cxn>
                <a:cxn ang="0">
                  <a:pos x="49" y="136"/>
                </a:cxn>
                <a:cxn ang="0">
                  <a:pos x="36" y="185"/>
                </a:cxn>
                <a:cxn ang="0">
                  <a:pos x="36" y="185"/>
                </a:cxn>
                <a:cxn ang="0">
                  <a:pos x="31" y="207"/>
                </a:cxn>
                <a:cxn ang="0">
                  <a:pos x="26" y="230"/>
                </a:cxn>
                <a:cxn ang="0">
                  <a:pos x="18" y="277"/>
                </a:cxn>
                <a:cxn ang="0">
                  <a:pos x="18" y="277"/>
                </a:cxn>
                <a:cxn ang="0">
                  <a:pos x="13" y="298"/>
                </a:cxn>
                <a:cxn ang="0">
                  <a:pos x="8" y="318"/>
                </a:cxn>
                <a:cxn ang="0">
                  <a:pos x="2" y="339"/>
                </a:cxn>
                <a:cxn ang="0">
                  <a:pos x="1" y="349"/>
                </a:cxn>
                <a:cxn ang="0">
                  <a:pos x="0" y="360"/>
                </a:cxn>
                <a:cxn ang="0">
                  <a:pos x="0" y="360"/>
                </a:cxn>
                <a:cxn ang="0">
                  <a:pos x="0" y="362"/>
                </a:cxn>
                <a:cxn ang="0">
                  <a:pos x="1" y="364"/>
                </a:cxn>
                <a:cxn ang="0">
                  <a:pos x="2" y="365"/>
                </a:cxn>
                <a:cxn ang="0">
                  <a:pos x="5" y="365"/>
                </a:cxn>
                <a:cxn ang="0">
                  <a:pos x="9" y="364"/>
                </a:cxn>
                <a:cxn ang="0">
                  <a:pos x="10" y="362"/>
                </a:cxn>
                <a:cxn ang="0">
                  <a:pos x="10" y="360"/>
                </a:cxn>
                <a:cxn ang="0">
                  <a:pos x="10" y="360"/>
                </a:cxn>
                <a:cxn ang="0">
                  <a:pos x="13" y="349"/>
                </a:cxn>
                <a:cxn ang="0">
                  <a:pos x="15" y="340"/>
                </a:cxn>
                <a:cxn ang="0">
                  <a:pos x="19" y="331"/>
                </a:cxn>
                <a:cxn ang="0">
                  <a:pos x="22" y="322"/>
                </a:cxn>
                <a:cxn ang="0">
                  <a:pos x="31" y="270"/>
                </a:cxn>
                <a:cxn ang="0">
                  <a:pos x="31" y="270"/>
                </a:cxn>
                <a:cxn ang="0">
                  <a:pos x="39" y="223"/>
                </a:cxn>
                <a:cxn ang="0">
                  <a:pos x="49" y="177"/>
                </a:cxn>
                <a:cxn ang="0">
                  <a:pos x="49" y="177"/>
                </a:cxn>
                <a:cxn ang="0">
                  <a:pos x="64" y="128"/>
                </a:cxn>
                <a:cxn ang="0">
                  <a:pos x="79" y="81"/>
                </a:cxn>
                <a:cxn ang="0">
                  <a:pos x="79" y="81"/>
                </a:cxn>
                <a:cxn ang="0">
                  <a:pos x="93" y="45"/>
                </a:cxn>
                <a:cxn ang="0">
                  <a:pos x="99" y="25"/>
                </a:cxn>
                <a:cxn ang="0">
                  <a:pos x="100" y="16"/>
                </a:cxn>
                <a:cxn ang="0">
                  <a:pos x="102" y="5"/>
                </a:cxn>
                <a:cxn ang="0">
                  <a:pos x="102" y="5"/>
                </a:cxn>
                <a:cxn ang="0">
                  <a:pos x="102" y="4"/>
                </a:cxn>
                <a:cxn ang="0">
                  <a:pos x="100" y="1"/>
                </a:cxn>
                <a:cxn ang="0">
                  <a:pos x="99" y="1"/>
                </a:cxn>
                <a:cxn ang="0">
                  <a:pos x="96" y="0"/>
                </a:cxn>
                <a:cxn ang="0">
                  <a:pos x="93" y="1"/>
                </a:cxn>
                <a:cxn ang="0">
                  <a:pos x="91" y="4"/>
                </a:cxn>
                <a:cxn ang="0">
                  <a:pos x="90" y="5"/>
                </a:cxn>
                <a:cxn ang="0">
                  <a:pos x="90" y="5"/>
                </a:cxn>
              </a:cxnLst>
              <a:rect l="0" t="0" r="r" b="b"/>
              <a:pathLst>
                <a:path w="102" h="365">
                  <a:moveTo>
                    <a:pt x="90" y="5"/>
                  </a:moveTo>
                  <a:lnTo>
                    <a:pt x="90" y="5"/>
                  </a:lnTo>
                  <a:lnTo>
                    <a:pt x="89" y="17"/>
                  </a:lnTo>
                  <a:lnTo>
                    <a:pt x="87" y="28"/>
                  </a:lnTo>
                  <a:lnTo>
                    <a:pt x="81" y="49"/>
                  </a:lnTo>
                  <a:lnTo>
                    <a:pt x="64" y="89"/>
                  </a:lnTo>
                  <a:lnTo>
                    <a:pt x="64" y="89"/>
                  </a:lnTo>
                  <a:lnTo>
                    <a:pt x="56" y="113"/>
                  </a:lnTo>
                  <a:lnTo>
                    <a:pt x="49" y="136"/>
                  </a:lnTo>
                  <a:lnTo>
                    <a:pt x="36" y="185"/>
                  </a:lnTo>
                  <a:lnTo>
                    <a:pt x="36" y="185"/>
                  </a:lnTo>
                  <a:lnTo>
                    <a:pt x="31" y="207"/>
                  </a:lnTo>
                  <a:lnTo>
                    <a:pt x="26" y="230"/>
                  </a:lnTo>
                  <a:lnTo>
                    <a:pt x="18" y="277"/>
                  </a:lnTo>
                  <a:lnTo>
                    <a:pt x="18" y="277"/>
                  </a:lnTo>
                  <a:lnTo>
                    <a:pt x="13" y="298"/>
                  </a:lnTo>
                  <a:lnTo>
                    <a:pt x="8" y="318"/>
                  </a:lnTo>
                  <a:lnTo>
                    <a:pt x="2" y="339"/>
                  </a:lnTo>
                  <a:lnTo>
                    <a:pt x="1" y="349"/>
                  </a:lnTo>
                  <a:lnTo>
                    <a:pt x="0" y="360"/>
                  </a:lnTo>
                  <a:lnTo>
                    <a:pt x="0" y="360"/>
                  </a:lnTo>
                  <a:lnTo>
                    <a:pt x="0" y="362"/>
                  </a:lnTo>
                  <a:lnTo>
                    <a:pt x="1" y="364"/>
                  </a:lnTo>
                  <a:lnTo>
                    <a:pt x="2" y="365"/>
                  </a:lnTo>
                  <a:lnTo>
                    <a:pt x="5" y="365"/>
                  </a:lnTo>
                  <a:lnTo>
                    <a:pt x="9" y="364"/>
                  </a:lnTo>
                  <a:lnTo>
                    <a:pt x="10" y="362"/>
                  </a:lnTo>
                  <a:lnTo>
                    <a:pt x="10" y="360"/>
                  </a:lnTo>
                  <a:lnTo>
                    <a:pt x="10" y="360"/>
                  </a:lnTo>
                  <a:lnTo>
                    <a:pt x="13" y="349"/>
                  </a:lnTo>
                  <a:lnTo>
                    <a:pt x="15" y="340"/>
                  </a:lnTo>
                  <a:lnTo>
                    <a:pt x="19" y="331"/>
                  </a:lnTo>
                  <a:lnTo>
                    <a:pt x="22" y="322"/>
                  </a:lnTo>
                  <a:lnTo>
                    <a:pt x="31" y="270"/>
                  </a:lnTo>
                  <a:lnTo>
                    <a:pt x="31" y="270"/>
                  </a:lnTo>
                  <a:lnTo>
                    <a:pt x="39" y="223"/>
                  </a:lnTo>
                  <a:lnTo>
                    <a:pt x="49" y="177"/>
                  </a:lnTo>
                  <a:lnTo>
                    <a:pt x="49" y="177"/>
                  </a:lnTo>
                  <a:lnTo>
                    <a:pt x="64" y="128"/>
                  </a:lnTo>
                  <a:lnTo>
                    <a:pt x="79" y="81"/>
                  </a:lnTo>
                  <a:lnTo>
                    <a:pt x="79" y="81"/>
                  </a:lnTo>
                  <a:lnTo>
                    <a:pt x="93" y="45"/>
                  </a:lnTo>
                  <a:lnTo>
                    <a:pt x="99" y="25"/>
                  </a:lnTo>
                  <a:lnTo>
                    <a:pt x="100" y="16"/>
                  </a:lnTo>
                  <a:lnTo>
                    <a:pt x="102" y="5"/>
                  </a:lnTo>
                  <a:lnTo>
                    <a:pt x="102" y="5"/>
                  </a:lnTo>
                  <a:lnTo>
                    <a:pt x="102" y="4"/>
                  </a:lnTo>
                  <a:lnTo>
                    <a:pt x="100" y="1"/>
                  </a:lnTo>
                  <a:lnTo>
                    <a:pt x="99" y="1"/>
                  </a:lnTo>
                  <a:lnTo>
                    <a:pt x="96" y="0"/>
                  </a:lnTo>
                  <a:lnTo>
                    <a:pt x="93" y="1"/>
                  </a:lnTo>
                  <a:lnTo>
                    <a:pt x="91" y="4"/>
                  </a:lnTo>
                  <a:lnTo>
                    <a:pt x="90" y="5"/>
                  </a:lnTo>
                  <a:lnTo>
                    <a:pt x="90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3" name="Freeform 379"/>
            <p:cNvSpPr/>
            <p:nvPr/>
          </p:nvSpPr>
          <p:spPr bwMode="auto">
            <a:xfrm>
              <a:off x="5426076" y="1354138"/>
              <a:ext cx="33338" cy="128588"/>
            </a:xfrm>
            <a:custGeom>
              <a:avLst/>
              <a:gdLst/>
              <a:ahLst/>
              <a:cxnLst>
                <a:cxn ang="0">
                  <a:pos x="75" y="3"/>
                </a:cxn>
                <a:cxn ang="0">
                  <a:pos x="75" y="3"/>
                </a:cxn>
                <a:cxn ang="0">
                  <a:pos x="71" y="11"/>
                </a:cxn>
                <a:cxn ang="0">
                  <a:pos x="69" y="20"/>
                </a:cxn>
                <a:cxn ang="0">
                  <a:pos x="63" y="37"/>
                </a:cxn>
                <a:cxn ang="0">
                  <a:pos x="55" y="71"/>
                </a:cxn>
                <a:cxn ang="0">
                  <a:pos x="55" y="71"/>
                </a:cxn>
                <a:cxn ang="0">
                  <a:pos x="49" y="91"/>
                </a:cxn>
                <a:cxn ang="0">
                  <a:pos x="42" y="110"/>
                </a:cxn>
                <a:cxn ang="0">
                  <a:pos x="36" y="130"/>
                </a:cxn>
                <a:cxn ang="0">
                  <a:pos x="32" y="149"/>
                </a:cxn>
                <a:cxn ang="0">
                  <a:pos x="32" y="149"/>
                </a:cxn>
                <a:cxn ang="0">
                  <a:pos x="27" y="196"/>
                </a:cxn>
                <a:cxn ang="0">
                  <a:pos x="23" y="220"/>
                </a:cxn>
                <a:cxn ang="0">
                  <a:pos x="19" y="244"/>
                </a:cxn>
                <a:cxn ang="0">
                  <a:pos x="19" y="244"/>
                </a:cxn>
                <a:cxn ang="0">
                  <a:pos x="15" y="261"/>
                </a:cxn>
                <a:cxn ang="0">
                  <a:pos x="11" y="279"/>
                </a:cxn>
                <a:cxn ang="0">
                  <a:pos x="11" y="279"/>
                </a:cxn>
                <a:cxn ang="0">
                  <a:pos x="8" y="288"/>
                </a:cxn>
                <a:cxn ang="0">
                  <a:pos x="7" y="298"/>
                </a:cxn>
                <a:cxn ang="0">
                  <a:pos x="6" y="309"/>
                </a:cxn>
                <a:cxn ang="0">
                  <a:pos x="3" y="313"/>
                </a:cxn>
                <a:cxn ang="0">
                  <a:pos x="2" y="317"/>
                </a:cxn>
                <a:cxn ang="0">
                  <a:pos x="2" y="317"/>
                </a:cxn>
                <a:cxn ang="0">
                  <a:pos x="0" y="319"/>
                </a:cxn>
                <a:cxn ang="0">
                  <a:pos x="0" y="321"/>
                </a:cxn>
                <a:cxn ang="0">
                  <a:pos x="2" y="323"/>
                </a:cxn>
                <a:cxn ang="0">
                  <a:pos x="3" y="325"/>
                </a:cxn>
                <a:cxn ang="0">
                  <a:pos x="7" y="325"/>
                </a:cxn>
                <a:cxn ang="0">
                  <a:pos x="10" y="325"/>
                </a:cxn>
                <a:cxn ang="0">
                  <a:pos x="11" y="323"/>
                </a:cxn>
                <a:cxn ang="0">
                  <a:pos x="11" y="323"/>
                </a:cxn>
                <a:cxn ang="0">
                  <a:pos x="15" y="317"/>
                </a:cxn>
                <a:cxn ang="0">
                  <a:pos x="18" y="310"/>
                </a:cxn>
                <a:cxn ang="0">
                  <a:pos x="21" y="295"/>
                </a:cxn>
                <a:cxn ang="0">
                  <a:pos x="24" y="279"/>
                </a:cxn>
                <a:cxn ang="0">
                  <a:pos x="27" y="264"/>
                </a:cxn>
                <a:cxn ang="0">
                  <a:pos x="27" y="264"/>
                </a:cxn>
                <a:cxn ang="0">
                  <a:pos x="31" y="245"/>
                </a:cxn>
                <a:cxn ang="0">
                  <a:pos x="33" y="227"/>
                </a:cxn>
                <a:cxn ang="0">
                  <a:pos x="38" y="187"/>
                </a:cxn>
                <a:cxn ang="0">
                  <a:pos x="38" y="187"/>
                </a:cxn>
                <a:cxn ang="0">
                  <a:pos x="42" y="164"/>
                </a:cxn>
                <a:cxn ang="0">
                  <a:pos x="46" y="140"/>
                </a:cxn>
                <a:cxn ang="0">
                  <a:pos x="52" y="117"/>
                </a:cxn>
                <a:cxn ang="0">
                  <a:pos x="59" y="94"/>
                </a:cxn>
                <a:cxn ang="0">
                  <a:pos x="59" y="94"/>
                </a:cxn>
                <a:cxn ang="0">
                  <a:pos x="66" y="72"/>
                </a:cxn>
                <a:cxn ang="0">
                  <a:pos x="71" y="51"/>
                </a:cxn>
                <a:cxn ang="0">
                  <a:pos x="76" y="29"/>
                </a:cxn>
                <a:cxn ang="0">
                  <a:pos x="80" y="19"/>
                </a:cxn>
                <a:cxn ang="0">
                  <a:pos x="86" y="9"/>
                </a:cxn>
                <a:cxn ang="0">
                  <a:pos x="86" y="9"/>
                </a:cxn>
                <a:cxn ang="0">
                  <a:pos x="87" y="7"/>
                </a:cxn>
                <a:cxn ang="0">
                  <a:pos x="86" y="4"/>
                </a:cxn>
                <a:cxn ang="0">
                  <a:pos x="83" y="2"/>
                </a:cxn>
                <a:cxn ang="0">
                  <a:pos x="79" y="0"/>
                </a:cxn>
                <a:cxn ang="0">
                  <a:pos x="78" y="2"/>
                </a:cxn>
                <a:cxn ang="0">
                  <a:pos x="75" y="3"/>
                </a:cxn>
                <a:cxn ang="0">
                  <a:pos x="75" y="3"/>
                </a:cxn>
              </a:cxnLst>
              <a:rect l="0" t="0" r="r" b="b"/>
              <a:pathLst>
                <a:path w="87" h="325">
                  <a:moveTo>
                    <a:pt x="75" y="3"/>
                  </a:moveTo>
                  <a:lnTo>
                    <a:pt x="75" y="3"/>
                  </a:lnTo>
                  <a:lnTo>
                    <a:pt x="71" y="11"/>
                  </a:lnTo>
                  <a:lnTo>
                    <a:pt x="69" y="20"/>
                  </a:lnTo>
                  <a:lnTo>
                    <a:pt x="63" y="37"/>
                  </a:lnTo>
                  <a:lnTo>
                    <a:pt x="55" y="71"/>
                  </a:lnTo>
                  <a:lnTo>
                    <a:pt x="55" y="71"/>
                  </a:lnTo>
                  <a:lnTo>
                    <a:pt x="49" y="91"/>
                  </a:lnTo>
                  <a:lnTo>
                    <a:pt x="42" y="110"/>
                  </a:lnTo>
                  <a:lnTo>
                    <a:pt x="36" y="130"/>
                  </a:lnTo>
                  <a:lnTo>
                    <a:pt x="32" y="149"/>
                  </a:lnTo>
                  <a:lnTo>
                    <a:pt x="32" y="149"/>
                  </a:lnTo>
                  <a:lnTo>
                    <a:pt x="27" y="196"/>
                  </a:lnTo>
                  <a:lnTo>
                    <a:pt x="23" y="220"/>
                  </a:lnTo>
                  <a:lnTo>
                    <a:pt x="19" y="244"/>
                  </a:lnTo>
                  <a:lnTo>
                    <a:pt x="19" y="244"/>
                  </a:lnTo>
                  <a:lnTo>
                    <a:pt x="15" y="261"/>
                  </a:lnTo>
                  <a:lnTo>
                    <a:pt x="11" y="279"/>
                  </a:lnTo>
                  <a:lnTo>
                    <a:pt x="11" y="279"/>
                  </a:lnTo>
                  <a:lnTo>
                    <a:pt x="8" y="288"/>
                  </a:lnTo>
                  <a:lnTo>
                    <a:pt x="7" y="298"/>
                  </a:lnTo>
                  <a:lnTo>
                    <a:pt x="6" y="309"/>
                  </a:lnTo>
                  <a:lnTo>
                    <a:pt x="3" y="313"/>
                  </a:lnTo>
                  <a:lnTo>
                    <a:pt x="2" y="317"/>
                  </a:lnTo>
                  <a:lnTo>
                    <a:pt x="2" y="317"/>
                  </a:lnTo>
                  <a:lnTo>
                    <a:pt x="0" y="319"/>
                  </a:lnTo>
                  <a:lnTo>
                    <a:pt x="0" y="321"/>
                  </a:lnTo>
                  <a:lnTo>
                    <a:pt x="2" y="323"/>
                  </a:lnTo>
                  <a:lnTo>
                    <a:pt x="3" y="325"/>
                  </a:lnTo>
                  <a:lnTo>
                    <a:pt x="7" y="325"/>
                  </a:lnTo>
                  <a:lnTo>
                    <a:pt x="10" y="325"/>
                  </a:lnTo>
                  <a:lnTo>
                    <a:pt x="11" y="323"/>
                  </a:lnTo>
                  <a:lnTo>
                    <a:pt x="11" y="323"/>
                  </a:lnTo>
                  <a:lnTo>
                    <a:pt x="15" y="317"/>
                  </a:lnTo>
                  <a:lnTo>
                    <a:pt x="18" y="310"/>
                  </a:lnTo>
                  <a:lnTo>
                    <a:pt x="21" y="295"/>
                  </a:lnTo>
                  <a:lnTo>
                    <a:pt x="24" y="279"/>
                  </a:lnTo>
                  <a:lnTo>
                    <a:pt x="27" y="264"/>
                  </a:lnTo>
                  <a:lnTo>
                    <a:pt x="27" y="264"/>
                  </a:lnTo>
                  <a:lnTo>
                    <a:pt x="31" y="245"/>
                  </a:lnTo>
                  <a:lnTo>
                    <a:pt x="33" y="227"/>
                  </a:lnTo>
                  <a:lnTo>
                    <a:pt x="38" y="187"/>
                  </a:lnTo>
                  <a:lnTo>
                    <a:pt x="38" y="187"/>
                  </a:lnTo>
                  <a:lnTo>
                    <a:pt x="42" y="164"/>
                  </a:lnTo>
                  <a:lnTo>
                    <a:pt x="46" y="140"/>
                  </a:lnTo>
                  <a:lnTo>
                    <a:pt x="52" y="117"/>
                  </a:lnTo>
                  <a:lnTo>
                    <a:pt x="59" y="94"/>
                  </a:lnTo>
                  <a:lnTo>
                    <a:pt x="59" y="94"/>
                  </a:lnTo>
                  <a:lnTo>
                    <a:pt x="66" y="72"/>
                  </a:lnTo>
                  <a:lnTo>
                    <a:pt x="71" y="51"/>
                  </a:lnTo>
                  <a:lnTo>
                    <a:pt x="76" y="29"/>
                  </a:lnTo>
                  <a:lnTo>
                    <a:pt x="80" y="19"/>
                  </a:lnTo>
                  <a:lnTo>
                    <a:pt x="86" y="9"/>
                  </a:lnTo>
                  <a:lnTo>
                    <a:pt x="86" y="9"/>
                  </a:lnTo>
                  <a:lnTo>
                    <a:pt x="87" y="7"/>
                  </a:lnTo>
                  <a:lnTo>
                    <a:pt x="86" y="4"/>
                  </a:lnTo>
                  <a:lnTo>
                    <a:pt x="83" y="2"/>
                  </a:lnTo>
                  <a:lnTo>
                    <a:pt x="79" y="0"/>
                  </a:lnTo>
                  <a:lnTo>
                    <a:pt x="78" y="2"/>
                  </a:lnTo>
                  <a:lnTo>
                    <a:pt x="75" y="3"/>
                  </a:lnTo>
                  <a:lnTo>
                    <a:pt x="75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4" name="Freeform 380"/>
            <p:cNvSpPr/>
            <p:nvPr/>
          </p:nvSpPr>
          <p:spPr bwMode="auto">
            <a:xfrm>
              <a:off x="5492751" y="1465263"/>
              <a:ext cx="25400" cy="90488"/>
            </a:xfrm>
            <a:custGeom>
              <a:avLst/>
              <a:gdLst/>
              <a:ahLst/>
              <a:cxnLst>
                <a:cxn ang="0">
                  <a:pos x="52" y="3"/>
                </a:cxn>
                <a:cxn ang="0">
                  <a:pos x="52" y="3"/>
                </a:cxn>
                <a:cxn ang="0">
                  <a:pos x="46" y="13"/>
                </a:cxn>
                <a:cxn ang="0">
                  <a:pos x="42" y="24"/>
                </a:cxn>
                <a:cxn ang="0">
                  <a:pos x="34" y="45"/>
                </a:cxn>
                <a:cxn ang="0">
                  <a:pos x="29" y="67"/>
                </a:cxn>
                <a:cxn ang="0">
                  <a:pos x="23" y="90"/>
                </a:cxn>
                <a:cxn ang="0">
                  <a:pos x="23" y="90"/>
                </a:cxn>
                <a:cxn ang="0">
                  <a:pos x="16" y="122"/>
                </a:cxn>
                <a:cxn ang="0">
                  <a:pos x="10" y="154"/>
                </a:cxn>
                <a:cxn ang="0">
                  <a:pos x="0" y="221"/>
                </a:cxn>
                <a:cxn ang="0">
                  <a:pos x="0" y="221"/>
                </a:cxn>
                <a:cxn ang="0">
                  <a:pos x="0" y="224"/>
                </a:cxn>
                <a:cxn ang="0">
                  <a:pos x="1" y="225"/>
                </a:cxn>
                <a:cxn ang="0">
                  <a:pos x="5" y="228"/>
                </a:cxn>
                <a:cxn ang="0">
                  <a:pos x="6" y="228"/>
                </a:cxn>
                <a:cxn ang="0">
                  <a:pos x="9" y="228"/>
                </a:cxn>
                <a:cxn ang="0">
                  <a:pos x="10" y="226"/>
                </a:cxn>
                <a:cxn ang="0">
                  <a:pos x="12" y="224"/>
                </a:cxn>
                <a:cxn ang="0">
                  <a:pos x="12" y="224"/>
                </a:cxn>
                <a:cxn ang="0">
                  <a:pos x="16" y="194"/>
                </a:cxn>
                <a:cxn ang="0">
                  <a:pos x="22" y="164"/>
                </a:cxn>
                <a:cxn ang="0">
                  <a:pos x="27" y="134"/>
                </a:cxn>
                <a:cxn ang="0">
                  <a:pos x="33" y="103"/>
                </a:cxn>
                <a:cxn ang="0">
                  <a:pos x="33" y="103"/>
                </a:cxn>
                <a:cxn ang="0">
                  <a:pos x="36" y="79"/>
                </a:cxn>
                <a:cxn ang="0">
                  <a:pos x="42" y="54"/>
                </a:cxn>
                <a:cxn ang="0">
                  <a:pos x="46" y="42"/>
                </a:cxn>
                <a:cxn ang="0">
                  <a:pos x="51" y="30"/>
                </a:cxn>
                <a:cxn ang="0">
                  <a:pos x="56" y="18"/>
                </a:cxn>
                <a:cxn ang="0">
                  <a:pos x="61" y="8"/>
                </a:cxn>
                <a:cxn ang="0">
                  <a:pos x="61" y="8"/>
                </a:cxn>
                <a:cxn ang="0">
                  <a:pos x="63" y="7"/>
                </a:cxn>
                <a:cxn ang="0">
                  <a:pos x="63" y="4"/>
                </a:cxn>
                <a:cxn ang="0">
                  <a:pos x="61" y="3"/>
                </a:cxn>
                <a:cxn ang="0">
                  <a:pos x="60" y="1"/>
                </a:cxn>
                <a:cxn ang="0">
                  <a:pos x="56" y="0"/>
                </a:cxn>
                <a:cxn ang="0">
                  <a:pos x="53" y="1"/>
                </a:cxn>
                <a:cxn ang="0">
                  <a:pos x="52" y="3"/>
                </a:cxn>
                <a:cxn ang="0">
                  <a:pos x="52" y="3"/>
                </a:cxn>
              </a:cxnLst>
              <a:rect l="0" t="0" r="r" b="b"/>
              <a:pathLst>
                <a:path w="63" h="228">
                  <a:moveTo>
                    <a:pt x="52" y="3"/>
                  </a:moveTo>
                  <a:lnTo>
                    <a:pt x="52" y="3"/>
                  </a:lnTo>
                  <a:lnTo>
                    <a:pt x="46" y="13"/>
                  </a:lnTo>
                  <a:lnTo>
                    <a:pt x="42" y="24"/>
                  </a:lnTo>
                  <a:lnTo>
                    <a:pt x="34" y="45"/>
                  </a:lnTo>
                  <a:lnTo>
                    <a:pt x="29" y="67"/>
                  </a:lnTo>
                  <a:lnTo>
                    <a:pt x="23" y="90"/>
                  </a:lnTo>
                  <a:lnTo>
                    <a:pt x="23" y="90"/>
                  </a:lnTo>
                  <a:lnTo>
                    <a:pt x="16" y="122"/>
                  </a:lnTo>
                  <a:lnTo>
                    <a:pt x="10" y="154"/>
                  </a:lnTo>
                  <a:lnTo>
                    <a:pt x="0" y="221"/>
                  </a:lnTo>
                  <a:lnTo>
                    <a:pt x="0" y="221"/>
                  </a:lnTo>
                  <a:lnTo>
                    <a:pt x="0" y="224"/>
                  </a:lnTo>
                  <a:lnTo>
                    <a:pt x="1" y="225"/>
                  </a:lnTo>
                  <a:lnTo>
                    <a:pt x="5" y="228"/>
                  </a:lnTo>
                  <a:lnTo>
                    <a:pt x="6" y="228"/>
                  </a:lnTo>
                  <a:lnTo>
                    <a:pt x="9" y="228"/>
                  </a:lnTo>
                  <a:lnTo>
                    <a:pt x="10" y="226"/>
                  </a:lnTo>
                  <a:lnTo>
                    <a:pt x="12" y="224"/>
                  </a:lnTo>
                  <a:lnTo>
                    <a:pt x="12" y="224"/>
                  </a:lnTo>
                  <a:lnTo>
                    <a:pt x="16" y="194"/>
                  </a:lnTo>
                  <a:lnTo>
                    <a:pt x="22" y="164"/>
                  </a:lnTo>
                  <a:lnTo>
                    <a:pt x="27" y="134"/>
                  </a:lnTo>
                  <a:lnTo>
                    <a:pt x="33" y="103"/>
                  </a:lnTo>
                  <a:lnTo>
                    <a:pt x="33" y="103"/>
                  </a:lnTo>
                  <a:lnTo>
                    <a:pt x="36" y="79"/>
                  </a:lnTo>
                  <a:lnTo>
                    <a:pt x="42" y="54"/>
                  </a:lnTo>
                  <a:lnTo>
                    <a:pt x="46" y="42"/>
                  </a:lnTo>
                  <a:lnTo>
                    <a:pt x="51" y="30"/>
                  </a:lnTo>
                  <a:lnTo>
                    <a:pt x="56" y="18"/>
                  </a:lnTo>
                  <a:lnTo>
                    <a:pt x="61" y="8"/>
                  </a:lnTo>
                  <a:lnTo>
                    <a:pt x="61" y="8"/>
                  </a:lnTo>
                  <a:lnTo>
                    <a:pt x="63" y="7"/>
                  </a:lnTo>
                  <a:lnTo>
                    <a:pt x="63" y="4"/>
                  </a:lnTo>
                  <a:lnTo>
                    <a:pt x="61" y="3"/>
                  </a:lnTo>
                  <a:lnTo>
                    <a:pt x="60" y="1"/>
                  </a:lnTo>
                  <a:lnTo>
                    <a:pt x="56" y="0"/>
                  </a:lnTo>
                  <a:lnTo>
                    <a:pt x="53" y="1"/>
                  </a:lnTo>
                  <a:lnTo>
                    <a:pt x="52" y="3"/>
                  </a:lnTo>
                  <a:lnTo>
                    <a:pt x="52" y="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5" name="Freeform 381"/>
            <p:cNvSpPr/>
            <p:nvPr/>
          </p:nvSpPr>
          <p:spPr bwMode="auto">
            <a:xfrm>
              <a:off x="5516564" y="1489076"/>
              <a:ext cx="17463" cy="76200"/>
            </a:xfrm>
            <a:custGeom>
              <a:avLst/>
              <a:gdLst/>
              <a:ahLst/>
              <a:cxnLst>
                <a:cxn ang="0">
                  <a:pos x="34" y="4"/>
                </a:cxn>
                <a:cxn ang="0">
                  <a:pos x="34" y="4"/>
                </a:cxn>
                <a:cxn ang="0">
                  <a:pos x="21" y="48"/>
                </a:cxn>
                <a:cxn ang="0">
                  <a:pos x="11" y="94"/>
                </a:cxn>
                <a:cxn ang="0">
                  <a:pos x="7" y="117"/>
                </a:cxn>
                <a:cxn ang="0">
                  <a:pos x="3" y="141"/>
                </a:cxn>
                <a:cxn ang="0">
                  <a:pos x="0" y="163"/>
                </a:cxn>
                <a:cxn ang="0">
                  <a:pos x="0" y="188"/>
                </a:cxn>
                <a:cxn ang="0">
                  <a:pos x="0" y="188"/>
                </a:cxn>
                <a:cxn ang="0">
                  <a:pos x="0" y="189"/>
                </a:cxn>
                <a:cxn ang="0">
                  <a:pos x="2" y="192"/>
                </a:cxn>
                <a:cxn ang="0">
                  <a:pos x="6" y="193"/>
                </a:cxn>
                <a:cxn ang="0">
                  <a:pos x="10" y="192"/>
                </a:cxn>
                <a:cxn ang="0">
                  <a:pos x="11" y="189"/>
                </a:cxn>
                <a:cxn ang="0">
                  <a:pos x="11" y="188"/>
                </a:cxn>
                <a:cxn ang="0">
                  <a:pos x="11" y="188"/>
                </a:cxn>
                <a:cxn ang="0">
                  <a:pos x="12" y="164"/>
                </a:cxn>
                <a:cxn ang="0">
                  <a:pos x="15" y="141"/>
                </a:cxn>
                <a:cxn ang="0">
                  <a:pos x="17" y="119"/>
                </a:cxn>
                <a:cxn ang="0">
                  <a:pos x="23" y="95"/>
                </a:cxn>
                <a:cxn ang="0">
                  <a:pos x="33" y="51"/>
                </a:cxn>
                <a:cxn ang="0">
                  <a:pos x="45" y="6"/>
                </a:cxn>
                <a:cxn ang="0">
                  <a:pos x="45" y="6"/>
                </a:cxn>
                <a:cxn ang="0">
                  <a:pos x="46" y="4"/>
                </a:cxn>
                <a:cxn ang="0">
                  <a:pos x="45" y="2"/>
                </a:cxn>
                <a:cxn ang="0">
                  <a:pos x="41" y="0"/>
                </a:cxn>
                <a:cxn ang="0">
                  <a:pos x="37" y="0"/>
                </a:cxn>
                <a:cxn ang="0">
                  <a:pos x="36" y="1"/>
                </a:cxn>
                <a:cxn ang="0">
                  <a:pos x="34" y="4"/>
                </a:cxn>
                <a:cxn ang="0">
                  <a:pos x="34" y="4"/>
                </a:cxn>
              </a:cxnLst>
              <a:rect l="0" t="0" r="r" b="b"/>
              <a:pathLst>
                <a:path w="46" h="193">
                  <a:moveTo>
                    <a:pt x="34" y="4"/>
                  </a:moveTo>
                  <a:lnTo>
                    <a:pt x="34" y="4"/>
                  </a:lnTo>
                  <a:lnTo>
                    <a:pt x="21" y="48"/>
                  </a:lnTo>
                  <a:lnTo>
                    <a:pt x="11" y="94"/>
                  </a:lnTo>
                  <a:lnTo>
                    <a:pt x="7" y="117"/>
                  </a:lnTo>
                  <a:lnTo>
                    <a:pt x="3" y="141"/>
                  </a:lnTo>
                  <a:lnTo>
                    <a:pt x="0" y="163"/>
                  </a:lnTo>
                  <a:lnTo>
                    <a:pt x="0" y="188"/>
                  </a:lnTo>
                  <a:lnTo>
                    <a:pt x="0" y="188"/>
                  </a:lnTo>
                  <a:lnTo>
                    <a:pt x="0" y="189"/>
                  </a:lnTo>
                  <a:lnTo>
                    <a:pt x="2" y="192"/>
                  </a:lnTo>
                  <a:lnTo>
                    <a:pt x="6" y="193"/>
                  </a:lnTo>
                  <a:lnTo>
                    <a:pt x="10" y="192"/>
                  </a:lnTo>
                  <a:lnTo>
                    <a:pt x="11" y="189"/>
                  </a:lnTo>
                  <a:lnTo>
                    <a:pt x="11" y="188"/>
                  </a:lnTo>
                  <a:lnTo>
                    <a:pt x="11" y="188"/>
                  </a:lnTo>
                  <a:lnTo>
                    <a:pt x="12" y="164"/>
                  </a:lnTo>
                  <a:lnTo>
                    <a:pt x="15" y="141"/>
                  </a:lnTo>
                  <a:lnTo>
                    <a:pt x="17" y="119"/>
                  </a:lnTo>
                  <a:lnTo>
                    <a:pt x="23" y="95"/>
                  </a:lnTo>
                  <a:lnTo>
                    <a:pt x="33" y="51"/>
                  </a:lnTo>
                  <a:lnTo>
                    <a:pt x="45" y="6"/>
                  </a:lnTo>
                  <a:lnTo>
                    <a:pt x="45" y="6"/>
                  </a:lnTo>
                  <a:lnTo>
                    <a:pt x="46" y="4"/>
                  </a:lnTo>
                  <a:lnTo>
                    <a:pt x="45" y="2"/>
                  </a:lnTo>
                  <a:lnTo>
                    <a:pt x="41" y="0"/>
                  </a:lnTo>
                  <a:lnTo>
                    <a:pt x="37" y="0"/>
                  </a:lnTo>
                  <a:lnTo>
                    <a:pt x="36" y="1"/>
                  </a:lnTo>
                  <a:lnTo>
                    <a:pt x="34" y="4"/>
                  </a:lnTo>
                  <a:lnTo>
                    <a:pt x="34" y="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6" name="Freeform 382"/>
            <p:cNvSpPr/>
            <p:nvPr/>
          </p:nvSpPr>
          <p:spPr bwMode="auto">
            <a:xfrm>
              <a:off x="5478464" y="1268413"/>
              <a:ext cx="228600" cy="104775"/>
            </a:xfrm>
            <a:custGeom>
              <a:avLst/>
              <a:gdLst/>
              <a:ahLst/>
              <a:cxnLst>
                <a:cxn ang="0">
                  <a:pos x="569" y="0"/>
                </a:cxn>
                <a:cxn ang="0">
                  <a:pos x="540" y="9"/>
                </a:cxn>
                <a:cxn ang="0">
                  <a:pos x="512" y="22"/>
                </a:cxn>
                <a:cxn ang="0">
                  <a:pos x="460" y="51"/>
                </a:cxn>
                <a:cxn ang="0">
                  <a:pos x="418" y="72"/>
                </a:cxn>
                <a:cxn ang="0">
                  <a:pos x="333" y="107"/>
                </a:cxn>
                <a:cxn ang="0">
                  <a:pos x="290" y="123"/>
                </a:cxn>
                <a:cxn ang="0">
                  <a:pos x="217" y="151"/>
                </a:cxn>
                <a:cxn ang="0">
                  <a:pos x="145" y="183"/>
                </a:cxn>
                <a:cxn ang="0">
                  <a:pos x="109" y="200"/>
                </a:cxn>
                <a:cxn ang="0">
                  <a:pos x="74" y="217"/>
                </a:cxn>
                <a:cxn ang="0">
                  <a:pos x="22" y="246"/>
                </a:cxn>
                <a:cxn ang="0">
                  <a:pos x="4" y="251"/>
                </a:cxn>
                <a:cxn ang="0">
                  <a:pos x="1" y="253"/>
                </a:cxn>
                <a:cxn ang="0">
                  <a:pos x="0" y="258"/>
                </a:cxn>
                <a:cxn ang="0">
                  <a:pos x="4" y="263"/>
                </a:cxn>
                <a:cxn ang="0">
                  <a:pos x="6" y="263"/>
                </a:cxn>
                <a:cxn ang="0">
                  <a:pos x="36" y="253"/>
                </a:cxn>
                <a:cxn ang="0">
                  <a:pos x="64" y="237"/>
                </a:cxn>
                <a:cxn ang="0">
                  <a:pos x="81" y="228"/>
                </a:cxn>
                <a:cxn ang="0">
                  <a:pos x="132" y="202"/>
                </a:cxn>
                <a:cxn ang="0">
                  <a:pos x="171" y="183"/>
                </a:cxn>
                <a:cxn ang="0">
                  <a:pos x="252" y="149"/>
                </a:cxn>
                <a:cxn ang="0">
                  <a:pos x="294" y="135"/>
                </a:cxn>
                <a:cxn ang="0">
                  <a:pos x="370" y="105"/>
                </a:cxn>
                <a:cxn ang="0">
                  <a:pos x="446" y="71"/>
                </a:cxn>
                <a:cxn ang="0">
                  <a:pos x="482" y="54"/>
                </a:cxn>
                <a:cxn ang="0">
                  <a:pos x="519" y="34"/>
                </a:cxn>
                <a:cxn ang="0">
                  <a:pos x="532" y="28"/>
                </a:cxn>
                <a:cxn ang="0">
                  <a:pos x="558" y="16"/>
                </a:cxn>
                <a:cxn ang="0">
                  <a:pos x="571" y="12"/>
                </a:cxn>
                <a:cxn ang="0">
                  <a:pos x="575" y="9"/>
                </a:cxn>
                <a:cxn ang="0">
                  <a:pos x="573" y="1"/>
                </a:cxn>
                <a:cxn ang="0">
                  <a:pos x="569" y="0"/>
                </a:cxn>
              </a:cxnLst>
              <a:rect l="0" t="0" r="r" b="b"/>
              <a:pathLst>
                <a:path w="575" h="263">
                  <a:moveTo>
                    <a:pt x="569" y="0"/>
                  </a:moveTo>
                  <a:lnTo>
                    <a:pt x="569" y="0"/>
                  </a:lnTo>
                  <a:lnTo>
                    <a:pt x="554" y="4"/>
                  </a:lnTo>
                  <a:lnTo>
                    <a:pt x="540" y="9"/>
                  </a:lnTo>
                  <a:lnTo>
                    <a:pt x="527" y="16"/>
                  </a:lnTo>
                  <a:lnTo>
                    <a:pt x="512" y="22"/>
                  </a:lnTo>
                  <a:lnTo>
                    <a:pt x="486" y="38"/>
                  </a:lnTo>
                  <a:lnTo>
                    <a:pt x="460" y="51"/>
                  </a:lnTo>
                  <a:lnTo>
                    <a:pt x="460" y="51"/>
                  </a:lnTo>
                  <a:lnTo>
                    <a:pt x="418" y="72"/>
                  </a:lnTo>
                  <a:lnTo>
                    <a:pt x="376" y="90"/>
                  </a:lnTo>
                  <a:lnTo>
                    <a:pt x="333" y="107"/>
                  </a:lnTo>
                  <a:lnTo>
                    <a:pt x="290" y="123"/>
                  </a:lnTo>
                  <a:lnTo>
                    <a:pt x="290" y="123"/>
                  </a:lnTo>
                  <a:lnTo>
                    <a:pt x="253" y="138"/>
                  </a:lnTo>
                  <a:lnTo>
                    <a:pt x="217" y="151"/>
                  </a:lnTo>
                  <a:lnTo>
                    <a:pt x="180" y="166"/>
                  </a:lnTo>
                  <a:lnTo>
                    <a:pt x="145" y="183"/>
                  </a:lnTo>
                  <a:lnTo>
                    <a:pt x="145" y="183"/>
                  </a:lnTo>
                  <a:lnTo>
                    <a:pt x="109" y="200"/>
                  </a:lnTo>
                  <a:lnTo>
                    <a:pt x="74" y="217"/>
                  </a:lnTo>
                  <a:lnTo>
                    <a:pt x="74" y="217"/>
                  </a:lnTo>
                  <a:lnTo>
                    <a:pt x="40" y="237"/>
                  </a:lnTo>
                  <a:lnTo>
                    <a:pt x="22" y="246"/>
                  </a:lnTo>
                  <a:lnTo>
                    <a:pt x="13" y="249"/>
                  </a:lnTo>
                  <a:lnTo>
                    <a:pt x="4" y="251"/>
                  </a:lnTo>
                  <a:lnTo>
                    <a:pt x="4" y="251"/>
                  </a:lnTo>
                  <a:lnTo>
                    <a:pt x="1" y="253"/>
                  </a:lnTo>
                  <a:lnTo>
                    <a:pt x="0" y="254"/>
                  </a:lnTo>
                  <a:lnTo>
                    <a:pt x="0" y="258"/>
                  </a:lnTo>
                  <a:lnTo>
                    <a:pt x="2" y="262"/>
                  </a:lnTo>
                  <a:lnTo>
                    <a:pt x="4" y="263"/>
                  </a:lnTo>
                  <a:lnTo>
                    <a:pt x="6" y="263"/>
                  </a:lnTo>
                  <a:lnTo>
                    <a:pt x="6" y="263"/>
                  </a:lnTo>
                  <a:lnTo>
                    <a:pt x="22" y="258"/>
                  </a:lnTo>
                  <a:lnTo>
                    <a:pt x="36" y="253"/>
                  </a:lnTo>
                  <a:lnTo>
                    <a:pt x="51" y="245"/>
                  </a:lnTo>
                  <a:lnTo>
                    <a:pt x="64" y="237"/>
                  </a:lnTo>
                  <a:lnTo>
                    <a:pt x="64" y="237"/>
                  </a:lnTo>
                  <a:lnTo>
                    <a:pt x="81" y="228"/>
                  </a:lnTo>
                  <a:lnTo>
                    <a:pt x="98" y="219"/>
                  </a:lnTo>
                  <a:lnTo>
                    <a:pt x="132" y="202"/>
                  </a:lnTo>
                  <a:lnTo>
                    <a:pt x="132" y="202"/>
                  </a:lnTo>
                  <a:lnTo>
                    <a:pt x="171" y="183"/>
                  </a:lnTo>
                  <a:lnTo>
                    <a:pt x="212" y="165"/>
                  </a:lnTo>
                  <a:lnTo>
                    <a:pt x="252" y="149"/>
                  </a:lnTo>
                  <a:lnTo>
                    <a:pt x="294" y="135"/>
                  </a:lnTo>
                  <a:lnTo>
                    <a:pt x="294" y="135"/>
                  </a:lnTo>
                  <a:lnTo>
                    <a:pt x="332" y="121"/>
                  </a:lnTo>
                  <a:lnTo>
                    <a:pt x="370" y="105"/>
                  </a:lnTo>
                  <a:lnTo>
                    <a:pt x="408" y="88"/>
                  </a:lnTo>
                  <a:lnTo>
                    <a:pt x="446" y="71"/>
                  </a:lnTo>
                  <a:lnTo>
                    <a:pt x="446" y="71"/>
                  </a:lnTo>
                  <a:lnTo>
                    <a:pt x="482" y="54"/>
                  </a:lnTo>
                  <a:lnTo>
                    <a:pt x="501" y="45"/>
                  </a:lnTo>
                  <a:lnTo>
                    <a:pt x="519" y="34"/>
                  </a:lnTo>
                  <a:lnTo>
                    <a:pt x="519" y="34"/>
                  </a:lnTo>
                  <a:lnTo>
                    <a:pt x="532" y="28"/>
                  </a:lnTo>
                  <a:lnTo>
                    <a:pt x="544" y="21"/>
                  </a:lnTo>
                  <a:lnTo>
                    <a:pt x="558" y="16"/>
                  </a:lnTo>
                  <a:lnTo>
                    <a:pt x="571" y="12"/>
                  </a:lnTo>
                  <a:lnTo>
                    <a:pt x="571" y="12"/>
                  </a:lnTo>
                  <a:lnTo>
                    <a:pt x="574" y="11"/>
                  </a:lnTo>
                  <a:lnTo>
                    <a:pt x="575" y="9"/>
                  </a:lnTo>
                  <a:lnTo>
                    <a:pt x="575" y="5"/>
                  </a:lnTo>
                  <a:lnTo>
                    <a:pt x="573" y="1"/>
                  </a:lnTo>
                  <a:lnTo>
                    <a:pt x="571" y="0"/>
                  </a:lnTo>
                  <a:lnTo>
                    <a:pt x="569" y="0"/>
                  </a:lnTo>
                  <a:lnTo>
                    <a:pt x="569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7" name="Freeform 383"/>
            <p:cNvSpPr/>
            <p:nvPr/>
          </p:nvSpPr>
          <p:spPr bwMode="auto">
            <a:xfrm>
              <a:off x="5513389" y="1352551"/>
              <a:ext cx="195263" cy="92075"/>
            </a:xfrm>
            <a:custGeom>
              <a:avLst/>
              <a:gdLst/>
              <a:ahLst/>
              <a:cxnLst>
                <a:cxn ang="0">
                  <a:pos x="484" y="0"/>
                </a:cxn>
                <a:cxn ang="0">
                  <a:pos x="484" y="0"/>
                </a:cxn>
                <a:cxn ang="0">
                  <a:pos x="452" y="11"/>
                </a:cxn>
                <a:cxn ang="0">
                  <a:pos x="422" y="24"/>
                </a:cxn>
                <a:cxn ang="0">
                  <a:pos x="392" y="38"/>
                </a:cxn>
                <a:cxn ang="0">
                  <a:pos x="361" y="51"/>
                </a:cxn>
                <a:cxn ang="0">
                  <a:pos x="361" y="51"/>
                </a:cxn>
                <a:cxn ang="0">
                  <a:pos x="299" y="77"/>
                </a:cxn>
                <a:cxn ang="0">
                  <a:pos x="239" y="103"/>
                </a:cxn>
                <a:cxn ang="0">
                  <a:pos x="239" y="103"/>
                </a:cxn>
                <a:cxn ang="0">
                  <a:pos x="179" y="130"/>
                </a:cxn>
                <a:cxn ang="0">
                  <a:pos x="119" y="157"/>
                </a:cxn>
                <a:cxn ang="0">
                  <a:pos x="119" y="157"/>
                </a:cxn>
                <a:cxn ang="0">
                  <a:pos x="90" y="171"/>
                </a:cxn>
                <a:cxn ang="0">
                  <a:pos x="61" y="190"/>
                </a:cxn>
                <a:cxn ang="0">
                  <a:pos x="33" y="207"/>
                </a:cxn>
                <a:cxn ang="0">
                  <a:pos x="4" y="222"/>
                </a:cxn>
                <a:cxn ang="0">
                  <a:pos x="4" y="222"/>
                </a:cxn>
                <a:cxn ang="0">
                  <a:pos x="1" y="225"/>
                </a:cxn>
                <a:cxn ang="0">
                  <a:pos x="0" y="226"/>
                </a:cxn>
                <a:cxn ang="0">
                  <a:pos x="1" y="230"/>
                </a:cxn>
                <a:cxn ang="0">
                  <a:pos x="4" y="233"/>
                </a:cxn>
                <a:cxn ang="0">
                  <a:pos x="6" y="233"/>
                </a:cxn>
                <a:cxn ang="0">
                  <a:pos x="9" y="233"/>
                </a:cxn>
                <a:cxn ang="0">
                  <a:pos x="9" y="233"/>
                </a:cxn>
                <a:cxn ang="0">
                  <a:pos x="36" y="218"/>
                </a:cxn>
                <a:cxn ang="0">
                  <a:pos x="64" y="203"/>
                </a:cxn>
                <a:cxn ang="0">
                  <a:pos x="91" y="187"/>
                </a:cxn>
                <a:cxn ang="0">
                  <a:pos x="118" y="170"/>
                </a:cxn>
                <a:cxn ang="0">
                  <a:pos x="118" y="170"/>
                </a:cxn>
                <a:cxn ang="0">
                  <a:pos x="131" y="162"/>
                </a:cxn>
                <a:cxn ang="0">
                  <a:pos x="146" y="157"/>
                </a:cxn>
                <a:cxn ang="0">
                  <a:pos x="161" y="152"/>
                </a:cxn>
                <a:cxn ang="0">
                  <a:pos x="175" y="145"/>
                </a:cxn>
                <a:cxn ang="0">
                  <a:pos x="175" y="145"/>
                </a:cxn>
                <a:cxn ang="0">
                  <a:pos x="235" y="118"/>
                </a:cxn>
                <a:cxn ang="0">
                  <a:pos x="235" y="118"/>
                </a:cxn>
                <a:cxn ang="0">
                  <a:pos x="299" y="89"/>
                </a:cxn>
                <a:cxn ang="0">
                  <a:pos x="365" y="62"/>
                </a:cxn>
                <a:cxn ang="0">
                  <a:pos x="365" y="62"/>
                </a:cxn>
                <a:cxn ang="0">
                  <a:pos x="396" y="48"/>
                </a:cxn>
                <a:cxn ang="0">
                  <a:pos x="412" y="42"/>
                </a:cxn>
                <a:cxn ang="0">
                  <a:pos x="428" y="37"/>
                </a:cxn>
                <a:cxn ang="0">
                  <a:pos x="428" y="37"/>
                </a:cxn>
                <a:cxn ang="0">
                  <a:pos x="442" y="31"/>
                </a:cxn>
                <a:cxn ang="0">
                  <a:pos x="458" y="24"/>
                </a:cxn>
                <a:cxn ang="0">
                  <a:pos x="472" y="17"/>
                </a:cxn>
                <a:cxn ang="0">
                  <a:pos x="488" y="11"/>
                </a:cxn>
                <a:cxn ang="0">
                  <a:pos x="488" y="11"/>
                </a:cxn>
                <a:cxn ang="0">
                  <a:pos x="489" y="9"/>
                </a:cxn>
                <a:cxn ang="0">
                  <a:pos x="490" y="8"/>
                </a:cxn>
                <a:cxn ang="0">
                  <a:pos x="490" y="4"/>
                </a:cxn>
                <a:cxn ang="0">
                  <a:pos x="489" y="0"/>
                </a:cxn>
                <a:cxn ang="0">
                  <a:pos x="486" y="0"/>
                </a:cxn>
                <a:cxn ang="0">
                  <a:pos x="484" y="0"/>
                </a:cxn>
                <a:cxn ang="0">
                  <a:pos x="484" y="0"/>
                </a:cxn>
              </a:cxnLst>
              <a:rect l="0" t="0" r="r" b="b"/>
              <a:pathLst>
                <a:path w="490" h="233">
                  <a:moveTo>
                    <a:pt x="484" y="0"/>
                  </a:moveTo>
                  <a:lnTo>
                    <a:pt x="484" y="0"/>
                  </a:lnTo>
                  <a:lnTo>
                    <a:pt x="452" y="11"/>
                  </a:lnTo>
                  <a:lnTo>
                    <a:pt x="422" y="24"/>
                  </a:lnTo>
                  <a:lnTo>
                    <a:pt x="392" y="38"/>
                  </a:lnTo>
                  <a:lnTo>
                    <a:pt x="361" y="51"/>
                  </a:lnTo>
                  <a:lnTo>
                    <a:pt x="361" y="51"/>
                  </a:lnTo>
                  <a:lnTo>
                    <a:pt x="299" y="77"/>
                  </a:lnTo>
                  <a:lnTo>
                    <a:pt x="239" y="103"/>
                  </a:lnTo>
                  <a:lnTo>
                    <a:pt x="239" y="103"/>
                  </a:lnTo>
                  <a:lnTo>
                    <a:pt x="179" y="130"/>
                  </a:lnTo>
                  <a:lnTo>
                    <a:pt x="119" y="157"/>
                  </a:lnTo>
                  <a:lnTo>
                    <a:pt x="119" y="157"/>
                  </a:lnTo>
                  <a:lnTo>
                    <a:pt x="90" y="171"/>
                  </a:lnTo>
                  <a:lnTo>
                    <a:pt x="61" y="190"/>
                  </a:lnTo>
                  <a:lnTo>
                    <a:pt x="33" y="207"/>
                  </a:lnTo>
                  <a:lnTo>
                    <a:pt x="4" y="222"/>
                  </a:lnTo>
                  <a:lnTo>
                    <a:pt x="4" y="222"/>
                  </a:lnTo>
                  <a:lnTo>
                    <a:pt x="1" y="225"/>
                  </a:lnTo>
                  <a:lnTo>
                    <a:pt x="0" y="226"/>
                  </a:lnTo>
                  <a:lnTo>
                    <a:pt x="1" y="230"/>
                  </a:lnTo>
                  <a:lnTo>
                    <a:pt x="4" y="233"/>
                  </a:lnTo>
                  <a:lnTo>
                    <a:pt x="6" y="233"/>
                  </a:lnTo>
                  <a:lnTo>
                    <a:pt x="9" y="233"/>
                  </a:lnTo>
                  <a:lnTo>
                    <a:pt x="9" y="233"/>
                  </a:lnTo>
                  <a:lnTo>
                    <a:pt x="36" y="218"/>
                  </a:lnTo>
                  <a:lnTo>
                    <a:pt x="64" y="203"/>
                  </a:lnTo>
                  <a:lnTo>
                    <a:pt x="91" y="187"/>
                  </a:lnTo>
                  <a:lnTo>
                    <a:pt x="118" y="170"/>
                  </a:lnTo>
                  <a:lnTo>
                    <a:pt x="118" y="170"/>
                  </a:lnTo>
                  <a:lnTo>
                    <a:pt x="131" y="162"/>
                  </a:lnTo>
                  <a:lnTo>
                    <a:pt x="146" y="157"/>
                  </a:lnTo>
                  <a:lnTo>
                    <a:pt x="161" y="152"/>
                  </a:lnTo>
                  <a:lnTo>
                    <a:pt x="175" y="145"/>
                  </a:lnTo>
                  <a:lnTo>
                    <a:pt x="175" y="145"/>
                  </a:lnTo>
                  <a:lnTo>
                    <a:pt x="235" y="118"/>
                  </a:lnTo>
                  <a:lnTo>
                    <a:pt x="235" y="118"/>
                  </a:lnTo>
                  <a:lnTo>
                    <a:pt x="299" y="89"/>
                  </a:lnTo>
                  <a:lnTo>
                    <a:pt x="365" y="62"/>
                  </a:lnTo>
                  <a:lnTo>
                    <a:pt x="365" y="62"/>
                  </a:lnTo>
                  <a:lnTo>
                    <a:pt x="396" y="48"/>
                  </a:lnTo>
                  <a:lnTo>
                    <a:pt x="412" y="42"/>
                  </a:lnTo>
                  <a:lnTo>
                    <a:pt x="428" y="37"/>
                  </a:lnTo>
                  <a:lnTo>
                    <a:pt x="428" y="37"/>
                  </a:lnTo>
                  <a:lnTo>
                    <a:pt x="442" y="31"/>
                  </a:lnTo>
                  <a:lnTo>
                    <a:pt x="458" y="24"/>
                  </a:lnTo>
                  <a:lnTo>
                    <a:pt x="472" y="17"/>
                  </a:lnTo>
                  <a:lnTo>
                    <a:pt x="488" y="11"/>
                  </a:lnTo>
                  <a:lnTo>
                    <a:pt x="488" y="11"/>
                  </a:lnTo>
                  <a:lnTo>
                    <a:pt x="489" y="9"/>
                  </a:lnTo>
                  <a:lnTo>
                    <a:pt x="490" y="8"/>
                  </a:lnTo>
                  <a:lnTo>
                    <a:pt x="490" y="4"/>
                  </a:lnTo>
                  <a:lnTo>
                    <a:pt x="489" y="0"/>
                  </a:lnTo>
                  <a:lnTo>
                    <a:pt x="486" y="0"/>
                  </a:lnTo>
                  <a:lnTo>
                    <a:pt x="484" y="0"/>
                  </a:lnTo>
                  <a:lnTo>
                    <a:pt x="484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8" name="Freeform 384"/>
            <p:cNvSpPr/>
            <p:nvPr/>
          </p:nvSpPr>
          <p:spPr bwMode="auto">
            <a:xfrm>
              <a:off x="5568951" y="1484313"/>
              <a:ext cx="117475" cy="55563"/>
            </a:xfrm>
            <a:custGeom>
              <a:avLst/>
              <a:gdLst/>
              <a:ahLst/>
              <a:cxnLst>
                <a:cxn ang="0">
                  <a:pos x="291" y="0"/>
                </a:cxn>
                <a:cxn ang="0">
                  <a:pos x="291" y="0"/>
                </a:cxn>
                <a:cxn ang="0">
                  <a:pos x="283" y="1"/>
                </a:cxn>
                <a:cxn ang="0">
                  <a:pos x="276" y="4"/>
                </a:cxn>
                <a:cxn ang="0">
                  <a:pos x="263" y="12"/>
                </a:cxn>
                <a:cxn ang="0">
                  <a:pos x="238" y="27"/>
                </a:cxn>
                <a:cxn ang="0">
                  <a:pos x="238" y="27"/>
                </a:cxn>
                <a:cxn ang="0">
                  <a:pos x="217" y="38"/>
                </a:cxn>
                <a:cxn ang="0">
                  <a:pos x="195" y="47"/>
                </a:cxn>
                <a:cxn ang="0">
                  <a:pos x="151" y="64"/>
                </a:cxn>
                <a:cxn ang="0">
                  <a:pos x="151" y="64"/>
                </a:cxn>
                <a:cxn ang="0">
                  <a:pos x="119" y="78"/>
                </a:cxn>
                <a:cxn ang="0">
                  <a:pos x="87" y="93"/>
                </a:cxn>
                <a:cxn ang="0">
                  <a:pos x="87" y="93"/>
                </a:cxn>
                <a:cxn ang="0">
                  <a:pos x="68" y="103"/>
                </a:cxn>
                <a:cxn ang="0">
                  <a:pos x="47" y="115"/>
                </a:cxn>
                <a:cxn ang="0">
                  <a:pos x="37" y="120"/>
                </a:cxn>
                <a:cxn ang="0">
                  <a:pos x="26" y="125"/>
                </a:cxn>
                <a:cxn ang="0">
                  <a:pos x="16" y="129"/>
                </a:cxn>
                <a:cxn ang="0">
                  <a:pos x="5" y="131"/>
                </a:cxn>
                <a:cxn ang="0">
                  <a:pos x="5" y="131"/>
                </a:cxn>
                <a:cxn ang="0">
                  <a:pos x="4" y="132"/>
                </a:cxn>
                <a:cxn ang="0">
                  <a:pos x="2" y="133"/>
                </a:cxn>
                <a:cxn ang="0">
                  <a:pos x="0" y="137"/>
                </a:cxn>
                <a:cxn ang="0">
                  <a:pos x="2" y="140"/>
                </a:cxn>
                <a:cxn ang="0">
                  <a:pos x="2" y="141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5" y="142"/>
                </a:cxn>
                <a:cxn ang="0">
                  <a:pos x="13" y="141"/>
                </a:cxn>
                <a:cxn ang="0">
                  <a:pos x="20" y="139"/>
                </a:cxn>
                <a:cxn ang="0">
                  <a:pos x="33" y="133"/>
                </a:cxn>
                <a:cxn ang="0">
                  <a:pos x="58" y="120"/>
                </a:cxn>
                <a:cxn ang="0">
                  <a:pos x="58" y="120"/>
                </a:cxn>
                <a:cxn ang="0">
                  <a:pos x="101" y="98"/>
                </a:cxn>
                <a:cxn ang="0">
                  <a:pos x="122" y="89"/>
                </a:cxn>
                <a:cxn ang="0">
                  <a:pos x="144" y="80"/>
                </a:cxn>
                <a:cxn ang="0">
                  <a:pos x="144" y="80"/>
                </a:cxn>
                <a:cxn ang="0">
                  <a:pos x="182" y="65"/>
                </a:cxn>
                <a:cxn ang="0">
                  <a:pos x="219" y="50"/>
                </a:cxn>
                <a:cxn ang="0">
                  <a:pos x="219" y="50"/>
                </a:cxn>
                <a:cxn ang="0">
                  <a:pos x="228" y="46"/>
                </a:cxn>
                <a:cxn ang="0">
                  <a:pos x="237" y="40"/>
                </a:cxn>
                <a:cxn ang="0">
                  <a:pos x="255" y="29"/>
                </a:cxn>
                <a:cxn ang="0">
                  <a:pos x="274" y="17"/>
                </a:cxn>
                <a:cxn ang="0">
                  <a:pos x="283" y="13"/>
                </a:cxn>
                <a:cxn ang="0">
                  <a:pos x="293" y="10"/>
                </a:cxn>
                <a:cxn ang="0">
                  <a:pos x="293" y="10"/>
                </a:cxn>
                <a:cxn ang="0">
                  <a:pos x="296" y="10"/>
                </a:cxn>
                <a:cxn ang="0">
                  <a:pos x="297" y="8"/>
                </a:cxn>
                <a:cxn ang="0">
                  <a:pos x="297" y="6"/>
                </a:cxn>
                <a:cxn ang="0">
                  <a:pos x="297" y="4"/>
                </a:cxn>
                <a:cxn ang="0">
                  <a:pos x="295" y="1"/>
                </a:cxn>
                <a:cxn ang="0">
                  <a:pos x="292" y="0"/>
                </a:cxn>
                <a:cxn ang="0">
                  <a:pos x="291" y="0"/>
                </a:cxn>
                <a:cxn ang="0">
                  <a:pos x="291" y="0"/>
                </a:cxn>
              </a:cxnLst>
              <a:rect l="0" t="0" r="r" b="b"/>
              <a:pathLst>
                <a:path w="297" h="142">
                  <a:moveTo>
                    <a:pt x="291" y="0"/>
                  </a:moveTo>
                  <a:lnTo>
                    <a:pt x="291" y="0"/>
                  </a:lnTo>
                  <a:lnTo>
                    <a:pt x="283" y="1"/>
                  </a:lnTo>
                  <a:lnTo>
                    <a:pt x="276" y="4"/>
                  </a:lnTo>
                  <a:lnTo>
                    <a:pt x="263" y="12"/>
                  </a:lnTo>
                  <a:lnTo>
                    <a:pt x="238" y="27"/>
                  </a:lnTo>
                  <a:lnTo>
                    <a:pt x="238" y="27"/>
                  </a:lnTo>
                  <a:lnTo>
                    <a:pt x="217" y="38"/>
                  </a:lnTo>
                  <a:lnTo>
                    <a:pt x="195" y="47"/>
                  </a:lnTo>
                  <a:lnTo>
                    <a:pt x="151" y="64"/>
                  </a:lnTo>
                  <a:lnTo>
                    <a:pt x="151" y="64"/>
                  </a:lnTo>
                  <a:lnTo>
                    <a:pt x="119" y="78"/>
                  </a:lnTo>
                  <a:lnTo>
                    <a:pt x="87" y="93"/>
                  </a:lnTo>
                  <a:lnTo>
                    <a:pt x="87" y="93"/>
                  </a:lnTo>
                  <a:lnTo>
                    <a:pt x="68" y="103"/>
                  </a:lnTo>
                  <a:lnTo>
                    <a:pt x="47" y="115"/>
                  </a:lnTo>
                  <a:lnTo>
                    <a:pt x="37" y="120"/>
                  </a:lnTo>
                  <a:lnTo>
                    <a:pt x="26" y="125"/>
                  </a:lnTo>
                  <a:lnTo>
                    <a:pt x="16" y="129"/>
                  </a:lnTo>
                  <a:lnTo>
                    <a:pt x="5" y="131"/>
                  </a:lnTo>
                  <a:lnTo>
                    <a:pt x="5" y="131"/>
                  </a:lnTo>
                  <a:lnTo>
                    <a:pt x="4" y="132"/>
                  </a:lnTo>
                  <a:lnTo>
                    <a:pt x="2" y="133"/>
                  </a:lnTo>
                  <a:lnTo>
                    <a:pt x="0" y="137"/>
                  </a:lnTo>
                  <a:lnTo>
                    <a:pt x="2" y="140"/>
                  </a:lnTo>
                  <a:lnTo>
                    <a:pt x="2" y="141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5" y="142"/>
                  </a:lnTo>
                  <a:lnTo>
                    <a:pt x="13" y="141"/>
                  </a:lnTo>
                  <a:lnTo>
                    <a:pt x="20" y="139"/>
                  </a:lnTo>
                  <a:lnTo>
                    <a:pt x="33" y="133"/>
                  </a:lnTo>
                  <a:lnTo>
                    <a:pt x="58" y="120"/>
                  </a:lnTo>
                  <a:lnTo>
                    <a:pt x="58" y="120"/>
                  </a:lnTo>
                  <a:lnTo>
                    <a:pt x="101" y="98"/>
                  </a:lnTo>
                  <a:lnTo>
                    <a:pt x="122" y="89"/>
                  </a:lnTo>
                  <a:lnTo>
                    <a:pt x="144" y="80"/>
                  </a:lnTo>
                  <a:lnTo>
                    <a:pt x="144" y="80"/>
                  </a:lnTo>
                  <a:lnTo>
                    <a:pt x="182" y="65"/>
                  </a:lnTo>
                  <a:lnTo>
                    <a:pt x="219" y="50"/>
                  </a:lnTo>
                  <a:lnTo>
                    <a:pt x="219" y="50"/>
                  </a:lnTo>
                  <a:lnTo>
                    <a:pt x="228" y="46"/>
                  </a:lnTo>
                  <a:lnTo>
                    <a:pt x="237" y="40"/>
                  </a:lnTo>
                  <a:lnTo>
                    <a:pt x="255" y="29"/>
                  </a:lnTo>
                  <a:lnTo>
                    <a:pt x="274" y="17"/>
                  </a:lnTo>
                  <a:lnTo>
                    <a:pt x="283" y="13"/>
                  </a:lnTo>
                  <a:lnTo>
                    <a:pt x="293" y="10"/>
                  </a:lnTo>
                  <a:lnTo>
                    <a:pt x="293" y="10"/>
                  </a:lnTo>
                  <a:lnTo>
                    <a:pt x="296" y="10"/>
                  </a:lnTo>
                  <a:lnTo>
                    <a:pt x="297" y="8"/>
                  </a:lnTo>
                  <a:lnTo>
                    <a:pt x="297" y="6"/>
                  </a:lnTo>
                  <a:lnTo>
                    <a:pt x="297" y="4"/>
                  </a:lnTo>
                  <a:lnTo>
                    <a:pt x="295" y="1"/>
                  </a:lnTo>
                  <a:lnTo>
                    <a:pt x="292" y="0"/>
                  </a:lnTo>
                  <a:lnTo>
                    <a:pt x="291" y="0"/>
                  </a:lnTo>
                  <a:lnTo>
                    <a:pt x="29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69" name="Freeform 385"/>
            <p:cNvSpPr/>
            <p:nvPr/>
          </p:nvSpPr>
          <p:spPr bwMode="auto">
            <a:xfrm>
              <a:off x="5468939" y="1271588"/>
              <a:ext cx="187325" cy="80963"/>
            </a:xfrm>
            <a:custGeom>
              <a:avLst/>
              <a:gdLst/>
              <a:ahLst/>
              <a:cxnLst>
                <a:cxn ang="0">
                  <a:pos x="467" y="0"/>
                </a:cxn>
                <a:cxn ang="0">
                  <a:pos x="467" y="0"/>
                </a:cxn>
                <a:cxn ang="0">
                  <a:pos x="458" y="1"/>
                </a:cxn>
                <a:cxn ang="0">
                  <a:pos x="449" y="4"/>
                </a:cxn>
                <a:cxn ang="0">
                  <a:pos x="432" y="11"/>
                </a:cxn>
                <a:cxn ang="0">
                  <a:pos x="432" y="11"/>
                </a:cxn>
                <a:cxn ang="0">
                  <a:pos x="417" y="17"/>
                </a:cxn>
                <a:cxn ang="0">
                  <a:pos x="404" y="21"/>
                </a:cxn>
                <a:cxn ang="0">
                  <a:pos x="391" y="26"/>
                </a:cxn>
                <a:cxn ang="0">
                  <a:pos x="378" y="32"/>
                </a:cxn>
                <a:cxn ang="0">
                  <a:pos x="378" y="32"/>
                </a:cxn>
                <a:cxn ang="0">
                  <a:pos x="324" y="57"/>
                </a:cxn>
                <a:cxn ang="0">
                  <a:pos x="271" y="82"/>
                </a:cxn>
                <a:cxn ang="0">
                  <a:pos x="271" y="82"/>
                </a:cxn>
                <a:cxn ang="0">
                  <a:pos x="237" y="97"/>
                </a:cxn>
                <a:cxn ang="0">
                  <a:pos x="204" y="111"/>
                </a:cxn>
                <a:cxn ang="0">
                  <a:pos x="136" y="137"/>
                </a:cxn>
                <a:cxn ang="0">
                  <a:pos x="69" y="165"/>
                </a:cxn>
                <a:cxn ang="0">
                  <a:pos x="35" y="179"/>
                </a:cxn>
                <a:cxn ang="0">
                  <a:pos x="3" y="193"/>
                </a:cxn>
                <a:cxn ang="0">
                  <a:pos x="3" y="193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1" y="201"/>
                </a:cxn>
                <a:cxn ang="0">
                  <a:pos x="4" y="204"/>
                </a:cxn>
                <a:cxn ang="0">
                  <a:pos x="7" y="205"/>
                </a:cxn>
                <a:cxn ang="0">
                  <a:pos x="9" y="204"/>
                </a:cxn>
                <a:cxn ang="0">
                  <a:pos x="9" y="204"/>
                </a:cxn>
                <a:cxn ang="0">
                  <a:pos x="39" y="189"/>
                </a:cxn>
                <a:cxn ang="0">
                  <a:pos x="69" y="176"/>
                </a:cxn>
                <a:cxn ang="0">
                  <a:pos x="132" y="150"/>
                </a:cxn>
                <a:cxn ang="0">
                  <a:pos x="195" y="127"/>
                </a:cxn>
                <a:cxn ang="0">
                  <a:pos x="256" y="100"/>
                </a:cxn>
                <a:cxn ang="0">
                  <a:pos x="256" y="100"/>
                </a:cxn>
                <a:cxn ang="0">
                  <a:pos x="289" y="86"/>
                </a:cxn>
                <a:cxn ang="0">
                  <a:pos x="323" y="73"/>
                </a:cxn>
                <a:cxn ang="0">
                  <a:pos x="323" y="73"/>
                </a:cxn>
                <a:cxn ang="0">
                  <a:pos x="344" y="65"/>
                </a:cxn>
                <a:cxn ang="0">
                  <a:pos x="356" y="60"/>
                </a:cxn>
                <a:cxn ang="0">
                  <a:pos x="364" y="55"/>
                </a:cxn>
                <a:cxn ang="0">
                  <a:pos x="364" y="55"/>
                </a:cxn>
                <a:cxn ang="0">
                  <a:pos x="377" y="46"/>
                </a:cxn>
                <a:cxn ang="0">
                  <a:pos x="391" y="39"/>
                </a:cxn>
                <a:cxn ang="0">
                  <a:pos x="407" y="32"/>
                </a:cxn>
                <a:cxn ang="0">
                  <a:pos x="421" y="27"/>
                </a:cxn>
                <a:cxn ang="0">
                  <a:pos x="421" y="27"/>
                </a:cxn>
                <a:cxn ang="0">
                  <a:pos x="445" y="18"/>
                </a:cxn>
                <a:cxn ang="0">
                  <a:pos x="458" y="13"/>
                </a:cxn>
                <a:cxn ang="0">
                  <a:pos x="470" y="10"/>
                </a:cxn>
                <a:cxn ang="0">
                  <a:pos x="470" y="10"/>
                </a:cxn>
                <a:cxn ang="0">
                  <a:pos x="472" y="9"/>
                </a:cxn>
                <a:cxn ang="0">
                  <a:pos x="474" y="8"/>
                </a:cxn>
                <a:cxn ang="0">
                  <a:pos x="474" y="6"/>
                </a:cxn>
                <a:cxn ang="0">
                  <a:pos x="474" y="4"/>
                </a:cxn>
                <a:cxn ang="0">
                  <a:pos x="471" y="0"/>
                </a:cxn>
                <a:cxn ang="0">
                  <a:pos x="470" y="0"/>
                </a:cxn>
                <a:cxn ang="0">
                  <a:pos x="467" y="0"/>
                </a:cxn>
                <a:cxn ang="0">
                  <a:pos x="467" y="0"/>
                </a:cxn>
              </a:cxnLst>
              <a:rect l="0" t="0" r="r" b="b"/>
              <a:pathLst>
                <a:path w="474" h="205">
                  <a:moveTo>
                    <a:pt x="467" y="0"/>
                  </a:moveTo>
                  <a:lnTo>
                    <a:pt x="467" y="0"/>
                  </a:lnTo>
                  <a:lnTo>
                    <a:pt x="458" y="1"/>
                  </a:lnTo>
                  <a:lnTo>
                    <a:pt x="449" y="4"/>
                  </a:lnTo>
                  <a:lnTo>
                    <a:pt x="432" y="11"/>
                  </a:lnTo>
                  <a:lnTo>
                    <a:pt x="432" y="11"/>
                  </a:lnTo>
                  <a:lnTo>
                    <a:pt x="417" y="17"/>
                  </a:lnTo>
                  <a:lnTo>
                    <a:pt x="404" y="21"/>
                  </a:lnTo>
                  <a:lnTo>
                    <a:pt x="391" y="26"/>
                  </a:lnTo>
                  <a:lnTo>
                    <a:pt x="378" y="32"/>
                  </a:lnTo>
                  <a:lnTo>
                    <a:pt x="378" y="32"/>
                  </a:lnTo>
                  <a:lnTo>
                    <a:pt x="324" y="57"/>
                  </a:lnTo>
                  <a:lnTo>
                    <a:pt x="271" y="82"/>
                  </a:lnTo>
                  <a:lnTo>
                    <a:pt x="271" y="82"/>
                  </a:lnTo>
                  <a:lnTo>
                    <a:pt x="237" y="97"/>
                  </a:lnTo>
                  <a:lnTo>
                    <a:pt x="204" y="111"/>
                  </a:lnTo>
                  <a:lnTo>
                    <a:pt x="136" y="137"/>
                  </a:lnTo>
                  <a:lnTo>
                    <a:pt x="69" y="165"/>
                  </a:lnTo>
                  <a:lnTo>
                    <a:pt x="35" y="179"/>
                  </a:lnTo>
                  <a:lnTo>
                    <a:pt x="3" y="193"/>
                  </a:lnTo>
                  <a:lnTo>
                    <a:pt x="3" y="193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1" y="201"/>
                  </a:lnTo>
                  <a:lnTo>
                    <a:pt x="4" y="204"/>
                  </a:lnTo>
                  <a:lnTo>
                    <a:pt x="7" y="205"/>
                  </a:lnTo>
                  <a:lnTo>
                    <a:pt x="9" y="204"/>
                  </a:lnTo>
                  <a:lnTo>
                    <a:pt x="9" y="204"/>
                  </a:lnTo>
                  <a:lnTo>
                    <a:pt x="39" y="189"/>
                  </a:lnTo>
                  <a:lnTo>
                    <a:pt x="69" y="176"/>
                  </a:lnTo>
                  <a:lnTo>
                    <a:pt x="132" y="150"/>
                  </a:lnTo>
                  <a:lnTo>
                    <a:pt x="195" y="127"/>
                  </a:lnTo>
                  <a:lnTo>
                    <a:pt x="256" y="100"/>
                  </a:lnTo>
                  <a:lnTo>
                    <a:pt x="256" y="100"/>
                  </a:lnTo>
                  <a:lnTo>
                    <a:pt x="289" y="86"/>
                  </a:lnTo>
                  <a:lnTo>
                    <a:pt x="323" y="73"/>
                  </a:lnTo>
                  <a:lnTo>
                    <a:pt x="323" y="73"/>
                  </a:lnTo>
                  <a:lnTo>
                    <a:pt x="344" y="65"/>
                  </a:lnTo>
                  <a:lnTo>
                    <a:pt x="356" y="60"/>
                  </a:lnTo>
                  <a:lnTo>
                    <a:pt x="364" y="55"/>
                  </a:lnTo>
                  <a:lnTo>
                    <a:pt x="364" y="55"/>
                  </a:lnTo>
                  <a:lnTo>
                    <a:pt x="377" y="46"/>
                  </a:lnTo>
                  <a:lnTo>
                    <a:pt x="391" y="39"/>
                  </a:lnTo>
                  <a:lnTo>
                    <a:pt x="407" y="32"/>
                  </a:lnTo>
                  <a:lnTo>
                    <a:pt x="421" y="27"/>
                  </a:lnTo>
                  <a:lnTo>
                    <a:pt x="421" y="27"/>
                  </a:lnTo>
                  <a:lnTo>
                    <a:pt x="445" y="18"/>
                  </a:lnTo>
                  <a:lnTo>
                    <a:pt x="458" y="13"/>
                  </a:lnTo>
                  <a:lnTo>
                    <a:pt x="470" y="10"/>
                  </a:lnTo>
                  <a:lnTo>
                    <a:pt x="470" y="10"/>
                  </a:lnTo>
                  <a:lnTo>
                    <a:pt x="472" y="9"/>
                  </a:lnTo>
                  <a:lnTo>
                    <a:pt x="474" y="8"/>
                  </a:lnTo>
                  <a:lnTo>
                    <a:pt x="474" y="6"/>
                  </a:lnTo>
                  <a:lnTo>
                    <a:pt x="474" y="4"/>
                  </a:lnTo>
                  <a:lnTo>
                    <a:pt x="471" y="0"/>
                  </a:lnTo>
                  <a:lnTo>
                    <a:pt x="470" y="0"/>
                  </a:lnTo>
                  <a:lnTo>
                    <a:pt x="467" y="0"/>
                  </a:lnTo>
                  <a:lnTo>
                    <a:pt x="467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0" name="Freeform 386"/>
            <p:cNvSpPr/>
            <p:nvPr/>
          </p:nvSpPr>
          <p:spPr bwMode="auto">
            <a:xfrm>
              <a:off x="5697539" y="1277938"/>
              <a:ext cx="190500" cy="130175"/>
            </a:xfrm>
            <a:custGeom>
              <a:avLst/>
              <a:gdLst/>
              <a:ahLst/>
              <a:cxnLst>
                <a:cxn ang="0">
                  <a:pos x="470" y="1"/>
                </a:cxn>
                <a:cxn ang="0">
                  <a:pos x="470" y="1"/>
                </a:cxn>
                <a:cxn ang="0">
                  <a:pos x="439" y="23"/>
                </a:cxn>
                <a:cxn ang="0">
                  <a:pos x="408" y="46"/>
                </a:cxn>
                <a:cxn ang="0">
                  <a:pos x="344" y="89"/>
                </a:cxn>
                <a:cxn ang="0">
                  <a:pos x="280" y="131"/>
                </a:cxn>
                <a:cxn ang="0">
                  <a:pos x="248" y="153"/>
                </a:cxn>
                <a:cxn ang="0">
                  <a:pos x="218" y="176"/>
                </a:cxn>
                <a:cxn ang="0">
                  <a:pos x="218" y="176"/>
                </a:cxn>
                <a:cxn ang="0">
                  <a:pos x="184" y="204"/>
                </a:cxn>
                <a:cxn ang="0">
                  <a:pos x="148" y="229"/>
                </a:cxn>
                <a:cxn ang="0">
                  <a:pos x="111" y="252"/>
                </a:cxn>
                <a:cxn ang="0">
                  <a:pos x="73" y="273"/>
                </a:cxn>
                <a:cxn ang="0">
                  <a:pos x="73" y="273"/>
                </a:cxn>
                <a:cxn ang="0">
                  <a:pos x="59" y="281"/>
                </a:cxn>
                <a:cxn ang="0">
                  <a:pos x="46" y="290"/>
                </a:cxn>
                <a:cxn ang="0">
                  <a:pos x="33" y="299"/>
                </a:cxn>
                <a:cxn ang="0">
                  <a:pos x="18" y="306"/>
                </a:cxn>
                <a:cxn ang="0">
                  <a:pos x="18" y="306"/>
                </a:cxn>
                <a:cxn ang="0">
                  <a:pos x="12" y="310"/>
                </a:cxn>
                <a:cxn ang="0">
                  <a:pos x="6" y="312"/>
                </a:cxn>
                <a:cxn ang="0">
                  <a:pos x="3" y="316"/>
                </a:cxn>
                <a:cxn ang="0">
                  <a:pos x="0" y="323"/>
                </a:cxn>
                <a:cxn ang="0">
                  <a:pos x="0" y="323"/>
                </a:cxn>
                <a:cxn ang="0">
                  <a:pos x="0" y="325"/>
                </a:cxn>
                <a:cxn ang="0">
                  <a:pos x="1" y="328"/>
                </a:cxn>
                <a:cxn ang="0">
                  <a:pos x="4" y="329"/>
                </a:cxn>
                <a:cxn ang="0">
                  <a:pos x="8" y="329"/>
                </a:cxn>
                <a:cxn ang="0">
                  <a:pos x="10" y="328"/>
                </a:cxn>
                <a:cxn ang="0">
                  <a:pos x="10" y="327"/>
                </a:cxn>
                <a:cxn ang="0">
                  <a:pos x="10" y="327"/>
                </a:cxn>
                <a:cxn ang="0">
                  <a:pos x="13" y="323"/>
                </a:cxn>
                <a:cxn ang="0">
                  <a:pos x="18" y="319"/>
                </a:cxn>
                <a:cxn ang="0">
                  <a:pos x="31" y="311"/>
                </a:cxn>
                <a:cxn ang="0">
                  <a:pos x="54" y="298"/>
                </a:cxn>
                <a:cxn ang="0">
                  <a:pos x="54" y="298"/>
                </a:cxn>
                <a:cxn ang="0">
                  <a:pos x="85" y="280"/>
                </a:cxn>
                <a:cxn ang="0">
                  <a:pos x="116" y="261"/>
                </a:cxn>
                <a:cxn ang="0">
                  <a:pos x="116" y="261"/>
                </a:cxn>
                <a:cxn ang="0">
                  <a:pos x="148" y="242"/>
                </a:cxn>
                <a:cxn ang="0">
                  <a:pos x="178" y="222"/>
                </a:cxn>
                <a:cxn ang="0">
                  <a:pos x="207" y="200"/>
                </a:cxn>
                <a:cxn ang="0">
                  <a:pos x="235" y="178"/>
                </a:cxn>
                <a:cxn ang="0">
                  <a:pos x="235" y="178"/>
                </a:cxn>
                <a:cxn ang="0">
                  <a:pos x="264" y="155"/>
                </a:cxn>
                <a:cxn ang="0">
                  <a:pos x="294" y="134"/>
                </a:cxn>
                <a:cxn ang="0">
                  <a:pos x="356" y="93"/>
                </a:cxn>
                <a:cxn ang="0">
                  <a:pos x="417" y="52"/>
                </a:cxn>
                <a:cxn ang="0">
                  <a:pos x="449" y="31"/>
                </a:cxn>
                <a:cxn ang="0">
                  <a:pos x="477" y="9"/>
                </a:cxn>
                <a:cxn ang="0">
                  <a:pos x="477" y="9"/>
                </a:cxn>
                <a:cxn ang="0">
                  <a:pos x="479" y="8"/>
                </a:cxn>
                <a:cxn ang="0">
                  <a:pos x="480" y="5"/>
                </a:cxn>
                <a:cxn ang="0">
                  <a:pos x="479" y="4"/>
                </a:cxn>
                <a:cxn ang="0">
                  <a:pos x="477" y="1"/>
                </a:cxn>
                <a:cxn ang="0">
                  <a:pos x="475" y="0"/>
                </a:cxn>
                <a:cxn ang="0">
                  <a:pos x="472" y="0"/>
                </a:cxn>
                <a:cxn ang="0">
                  <a:pos x="470" y="1"/>
                </a:cxn>
                <a:cxn ang="0">
                  <a:pos x="470" y="1"/>
                </a:cxn>
              </a:cxnLst>
              <a:rect l="0" t="0" r="r" b="b"/>
              <a:pathLst>
                <a:path w="480" h="329">
                  <a:moveTo>
                    <a:pt x="470" y="1"/>
                  </a:moveTo>
                  <a:lnTo>
                    <a:pt x="470" y="1"/>
                  </a:lnTo>
                  <a:lnTo>
                    <a:pt x="439" y="23"/>
                  </a:lnTo>
                  <a:lnTo>
                    <a:pt x="408" y="46"/>
                  </a:lnTo>
                  <a:lnTo>
                    <a:pt x="344" y="89"/>
                  </a:lnTo>
                  <a:lnTo>
                    <a:pt x="280" y="131"/>
                  </a:lnTo>
                  <a:lnTo>
                    <a:pt x="248" y="153"/>
                  </a:lnTo>
                  <a:lnTo>
                    <a:pt x="218" y="176"/>
                  </a:lnTo>
                  <a:lnTo>
                    <a:pt x="218" y="176"/>
                  </a:lnTo>
                  <a:lnTo>
                    <a:pt x="184" y="204"/>
                  </a:lnTo>
                  <a:lnTo>
                    <a:pt x="148" y="229"/>
                  </a:lnTo>
                  <a:lnTo>
                    <a:pt x="111" y="252"/>
                  </a:lnTo>
                  <a:lnTo>
                    <a:pt x="73" y="273"/>
                  </a:lnTo>
                  <a:lnTo>
                    <a:pt x="73" y="273"/>
                  </a:lnTo>
                  <a:lnTo>
                    <a:pt x="59" y="281"/>
                  </a:lnTo>
                  <a:lnTo>
                    <a:pt x="46" y="290"/>
                  </a:lnTo>
                  <a:lnTo>
                    <a:pt x="33" y="299"/>
                  </a:lnTo>
                  <a:lnTo>
                    <a:pt x="18" y="306"/>
                  </a:lnTo>
                  <a:lnTo>
                    <a:pt x="18" y="306"/>
                  </a:lnTo>
                  <a:lnTo>
                    <a:pt x="12" y="310"/>
                  </a:lnTo>
                  <a:lnTo>
                    <a:pt x="6" y="312"/>
                  </a:lnTo>
                  <a:lnTo>
                    <a:pt x="3" y="316"/>
                  </a:lnTo>
                  <a:lnTo>
                    <a:pt x="0" y="323"/>
                  </a:lnTo>
                  <a:lnTo>
                    <a:pt x="0" y="323"/>
                  </a:lnTo>
                  <a:lnTo>
                    <a:pt x="0" y="325"/>
                  </a:lnTo>
                  <a:lnTo>
                    <a:pt x="1" y="328"/>
                  </a:lnTo>
                  <a:lnTo>
                    <a:pt x="4" y="329"/>
                  </a:lnTo>
                  <a:lnTo>
                    <a:pt x="8" y="329"/>
                  </a:lnTo>
                  <a:lnTo>
                    <a:pt x="10" y="328"/>
                  </a:lnTo>
                  <a:lnTo>
                    <a:pt x="10" y="327"/>
                  </a:lnTo>
                  <a:lnTo>
                    <a:pt x="10" y="327"/>
                  </a:lnTo>
                  <a:lnTo>
                    <a:pt x="13" y="323"/>
                  </a:lnTo>
                  <a:lnTo>
                    <a:pt x="18" y="319"/>
                  </a:lnTo>
                  <a:lnTo>
                    <a:pt x="31" y="311"/>
                  </a:lnTo>
                  <a:lnTo>
                    <a:pt x="54" y="298"/>
                  </a:lnTo>
                  <a:lnTo>
                    <a:pt x="54" y="298"/>
                  </a:lnTo>
                  <a:lnTo>
                    <a:pt x="85" y="280"/>
                  </a:lnTo>
                  <a:lnTo>
                    <a:pt x="116" y="261"/>
                  </a:lnTo>
                  <a:lnTo>
                    <a:pt x="116" y="261"/>
                  </a:lnTo>
                  <a:lnTo>
                    <a:pt x="148" y="242"/>
                  </a:lnTo>
                  <a:lnTo>
                    <a:pt x="178" y="222"/>
                  </a:lnTo>
                  <a:lnTo>
                    <a:pt x="207" y="200"/>
                  </a:lnTo>
                  <a:lnTo>
                    <a:pt x="235" y="178"/>
                  </a:lnTo>
                  <a:lnTo>
                    <a:pt x="235" y="178"/>
                  </a:lnTo>
                  <a:lnTo>
                    <a:pt x="264" y="155"/>
                  </a:lnTo>
                  <a:lnTo>
                    <a:pt x="294" y="134"/>
                  </a:lnTo>
                  <a:lnTo>
                    <a:pt x="356" y="93"/>
                  </a:lnTo>
                  <a:lnTo>
                    <a:pt x="417" y="52"/>
                  </a:lnTo>
                  <a:lnTo>
                    <a:pt x="449" y="31"/>
                  </a:lnTo>
                  <a:lnTo>
                    <a:pt x="477" y="9"/>
                  </a:lnTo>
                  <a:lnTo>
                    <a:pt x="477" y="9"/>
                  </a:lnTo>
                  <a:lnTo>
                    <a:pt x="479" y="8"/>
                  </a:lnTo>
                  <a:lnTo>
                    <a:pt x="480" y="5"/>
                  </a:lnTo>
                  <a:lnTo>
                    <a:pt x="479" y="4"/>
                  </a:lnTo>
                  <a:lnTo>
                    <a:pt x="477" y="1"/>
                  </a:lnTo>
                  <a:lnTo>
                    <a:pt x="475" y="0"/>
                  </a:lnTo>
                  <a:lnTo>
                    <a:pt x="472" y="0"/>
                  </a:lnTo>
                  <a:lnTo>
                    <a:pt x="470" y="1"/>
                  </a:lnTo>
                  <a:lnTo>
                    <a:pt x="470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1" name="Freeform 387"/>
            <p:cNvSpPr/>
            <p:nvPr/>
          </p:nvSpPr>
          <p:spPr bwMode="auto">
            <a:xfrm>
              <a:off x="5686426" y="1303338"/>
              <a:ext cx="265113" cy="166688"/>
            </a:xfrm>
            <a:custGeom>
              <a:avLst/>
              <a:gdLst/>
              <a:ahLst/>
              <a:cxnLst>
                <a:cxn ang="0">
                  <a:pos x="657" y="6"/>
                </a:cxn>
                <a:cxn ang="0">
                  <a:pos x="650" y="9"/>
                </a:cxn>
                <a:cxn ang="0">
                  <a:pos x="631" y="19"/>
                </a:cxn>
                <a:cxn ang="0">
                  <a:pos x="604" y="34"/>
                </a:cxn>
                <a:cxn ang="0">
                  <a:pos x="595" y="37"/>
                </a:cxn>
                <a:cxn ang="0">
                  <a:pos x="581" y="51"/>
                </a:cxn>
                <a:cxn ang="0">
                  <a:pos x="573" y="57"/>
                </a:cxn>
                <a:cxn ang="0">
                  <a:pos x="526" y="90"/>
                </a:cxn>
                <a:cxn ang="0">
                  <a:pos x="437" y="146"/>
                </a:cxn>
                <a:cxn ang="0">
                  <a:pos x="345" y="200"/>
                </a:cxn>
                <a:cxn ang="0">
                  <a:pos x="243" y="260"/>
                </a:cxn>
                <a:cxn ang="0">
                  <a:pos x="140" y="320"/>
                </a:cxn>
                <a:cxn ang="0">
                  <a:pos x="97" y="347"/>
                </a:cxn>
                <a:cxn ang="0">
                  <a:pos x="86" y="354"/>
                </a:cxn>
                <a:cxn ang="0">
                  <a:pos x="51" y="371"/>
                </a:cxn>
                <a:cxn ang="0">
                  <a:pos x="37" y="379"/>
                </a:cxn>
                <a:cxn ang="0">
                  <a:pos x="11" y="400"/>
                </a:cxn>
                <a:cxn ang="0">
                  <a:pos x="1" y="413"/>
                </a:cxn>
                <a:cxn ang="0">
                  <a:pos x="0" y="415"/>
                </a:cxn>
                <a:cxn ang="0">
                  <a:pos x="3" y="421"/>
                </a:cxn>
                <a:cxn ang="0">
                  <a:pos x="9" y="421"/>
                </a:cxn>
                <a:cxn ang="0">
                  <a:pos x="11" y="418"/>
                </a:cxn>
                <a:cxn ang="0">
                  <a:pos x="24" y="404"/>
                </a:cxn>
                <a:cxn ang="0">
                  <a:pos x="39" y="392"/>
                </a:cxn>
                <a:cxn ang="0">
                  <a:pos x="73" y="372"/>
                </a:cxn>
                <a:cxn ang="0">
                  <a:pos x="94" y="362"/>
                </a:cxn>
                <a:cxn ang="0">
                  <a:pos x="135" y="336"/>
                </a:cxn>
                <a:cxn ang="0">
                  <a:pos x="156" y="324"/>
                </a:cxn>
                <a:cxn ang="0">
                  <a:pos x="352" y="209"/>
                </a:cxn>
                <a:cxn ang="0">
                  <a:pos x="517" y="109"/>
                </a:cxn>
                <a:cxn ang="0">
                  <a:pos x="536" y="96"/>
                </a:cxn>
                <a:cxn ang="0">
                  <a:pos x="594" y="56"/>
                </a:cxn>
                <a:cxn ang="0">
                  <a:pos x="610" y="44"/>
                </a:cxn>
                <a:cxn ang="0">
                  <a:pos x="636" y="27"/>
                </a:cxn>
                <a:cxn ang="0">
                  <a:pos x="654" y="18"/>
                </a:cxn>
                <a:cxn ang="0">
                  <a:pos x="662" y="17"/>
                </a:cxn>
                <a:cxn ang="0">
                  <a:pos x="667" y="13"/>
                </a:cxn>
                <a:cxn ang="0">
                  <a:pos x="669" y="5"/>
                </a:cxn>
                <a:cxn ang="0">
                  <a:pos x="667" y="2"/>
                </a:cxn>
                <a:cxn ang="0">
                  <a:pos x="662" y="0"/>
                </a:cxn>
                <a:cxn ang="0">
                  <a:pos x="657" y="2"/>
                </a:cxn>
                <a:cxn ang="0">
                  <a:pos x="657" y="5"/>
                </a:cxn>
              </a:cxnLst>
              <a:rect l="0" t="0" r="r" b="b"/>
              <a:pathLst>
                <a:path w="669" h="421">
                  <a:moveTo>
                    <a:pt x="657" y="5"/>
                  </a:moveTo>
                  <a:lnTo>
                    <a:pt x="657" y="6"/>
                  </a:lnTo>
                  <a:lnTo>
                    <a:pt x="657" y="6"/>
                  </a:lnTo>
                  <a:lnTo>
                    <a:pt x="650" y="9"/>
                  </a:lnTo>
                  <a:lnTo>
                    <a:pt x="642" y="11"/>
                  </a:lnTo>
                  <a:lnTo>
                    <a:pt x="631" y="19"/>
                  </a:lnTo>
                  <a:lnTo>
                    <a:pt x="618" y="27"/>
                  </a:lnTo>
                  <a:lnTo>
                    <a:pt x="604" y="34"/>
                  </a:lnTo>
                  <a:lnTo>
                    <a:pt x="604" y="34"/>
                  </a:lnTo>
                  <a:lnTo>
                    <a:pt x="595" y="37"/>
                  </a:lnTo>
                  <a:lnTo>
                    <a:pt x="589" y="44"/>
                  </a:lnTo>
                  <a:lnTo>
                    <a:pt x="581" y="51"/>
                  </a:lnTo>
                  <a:lnTo>
                    <a:pt x="573" y="57"/>
                  </a:lnTo>
                  <a:lnTo>
                    <a:pt x="573" y="57"/>
                  </a:lnTo>
                  <a:lnTo>
                    <a:pt x="526" y="90"/>
                  </a:lnTo>
                  <a:lnTo>
                    <a:pt x="526" y="90"/>
                  </a:lnTo>
                  <a:lnTo>
                    <a:pt x="482" y="119"/>
                  </a:lnTo>
                  <a:lnTo>
                    <a:pt x="437" y="146"/>
                  </a:lnTo>
                  <a:lnTo>
                    <a:pt x="391" y="172"/>
                  </a:lnTo>
                  <a:lnTo>
                    <a:pt x="345" y="200"/>
                  </a:lnTo>
                  <a:lnTo>
                    <a:pt x="345" y="200"/>
                  </a:lnTo>
                  <a:lnTo>
                    <a:pt x="243" y="260"/>
                  </a:lnTo>
                  <a:lnTo>
                    <a:pt x="140" y="320"/>
                  </a:lnTo>
                  <a:lnTo>
                    <a:pt x="140" y="320"/>
                  </a:lnTo>
                  <a:lnTo>
                    <a:pt x="118" y="333"/>
                  </a:lnTo>
                  <a:lnTo>
                    <a:pt x="97" y="347"/>
                  </a:lnTo>
                  <a:lnTo>
                    <a:pt x="97" y="347"/>
                  </a:lnTo>
                  <a:lnTo>
                    <a:pt x="86" y="354"/>
                  </a:lnTo>
                  <a:lnTo>
                    <a:pt x="75" y="360"/>
                  </a:lnTo>
                  <a:lnTo>
                    <a:pt x="51" y="371"/>
                  </a:lnTo>
                  <a:lnTo>
                    <a:pt x="51" y="371"/>
                  </a:lnTo>
                  <a:lnTo>
                    <a:pt x="37" y="379"/>
                  </a:lnTo>
                  <a:lnTo>
                    <a:pt x="24" y="389"/>
                  </a:lnTo>
                  <a:lnTo>
                    <a:pt x="11" y="400"/>
                  </a:lnTo>
                  <a:lnTo>
                    <a:pt x="5" y="406"/>
                  </a:lnTo>
                  <a:lnTo>
                    <a:pt x="1" y="413"/>
                  </a:lnTo>
                  <a:lnTo>
                    <a:pt x="1" y="413"/>
                  </a:lnTo>
                  <a:lnTo>
                    <a:pt x="0" y="415"/>
                  </a:lnTo>
                  <a:lnTo>
                    <a:pt x="0" y="417"/>
                  </a:lnTo>
                  <a:lnTo>
                    <a:pt x="3" y="421"/>
                  </a:lnTo>
                  <a:lnTo>
                    <a:pt x="7" y="421"/>
                  </a:lnTo>
                  <a:lnTo>
                    <a:pt x="9" y="421"/>
                  </a:lnTo>
                  <a:lnTo>
                    <a:pt x="11" y="418"/>
                  </a:lnTo>
                  <a:lnTo>
                    <a:pt x="11" y="418"/>
                  </a:lnTo>
                  <a:lnTo>
                    <a:pt x="17" y="410"/>
                  </a:lnTo>
                  <a:lnTo>
                    <a:pt x="24" y="404"/>
                  </a:lnTo>
                  <a:lnTo>
                    <a:pt x="32" y="397"/>
                  </a:lnTo>
                  <a:lnTo>
                    <a:pt x="39" y="392"/>
                  </a:lnTo>
                  <a:lnTo>
                    <a:pt x="56" y="381"/>
                  </a:lnTo>
                  <a:lnTo>
                    <a:pt x="73" y="372"/>
                  </a:lnTo>
                  <a:lnTo>
                    <a:pt x="73" y="372"/>
                  </a:lnTo>
                  <a:lnTo>
                    <a:pt x="94" y="362"/>
                  </a:lnTo>
                  <a:lnTo>
                    <a:pt x="115" y="349"/>
                  </a:lnTo>
                  <a:lnTo>
                    <a:pt x="135" y="336"/>
                  </a:lnTo>
                  <a:lnTo>
                    <a:pt x="156" y="324"/>
                  </a:lnTo>
                  <a:lnTo>
                    <a:pt x="156" y="324"/>
                  </a:lnTo>
                  <a:lnTo>
                    <a:pt x="352" y="209"/>
                  </a:lnTo>
                  <a:lnTo>
                    <a:pt x="352" y="209"/>
                  </a:lnTo>
                  <a:lnTo>
                    <a:pt x="434" y="159"/>
                  </a:lnTo>
                  <a:lnTo>
                    <a:pt x="517" y="109"/>
                  </a:lnTo>
                  <a:lnTo>
                    <a:pt x="517" y="109"/>
                  </a:lnTo>
                  <a:lnTo>
                    <a:pt x="536" y="96"/>
                  </a:lnTo>
                  <a:lnTo>
                    <a:pt x="556" y="83"/>
                  </a:lnTo>
                  <a:lnTo>
                    <a:pt x="594" y="56"/>
                  </a:lnTo>
                  <a:lnTo>
                    <a:pt x="594" y="56"/>
                  </a:lnTo>
                  <a:lnTo>
                    <a:pt x="610" y="44"/>
                  </a:lnTo>
                  <a:lnTo>
                    <a:pt x="627" y="32"/>
                  </a:lnTo>
                  <a:lnTo>
                    <a:pt x="636" y="27"/>
                  </a:lnTo>
                  <a:lnTo>
                    <a:pt x="645" y="22"/>
                  </a:lnTo>
                  <a:lnTo>
                    <a:pt x="654" y="18"/>
                  </a:lnTo>
                  <a:lnTo>
                    <a:pt x="662" y="17"/>
                  </a:lnTo>
                  <a:lnTo>
                    <a:pt x="662" y="17"/>
                  </a:lnTo>
                  <a:lnTo>
                    <a:pt x="666" y="14"/>
                  </a:lnTo>
                  <a:lnTo>
                    <a:pt x="667" y="13"/>
                  </a:lnTo>
                  <a:lnTo>
                    <a:pt x="669" y="10"/>
                  </a:lnTo>
                  <a:lnTo>
                    <a:pt x="669" y="5"/>
                  </a:lnTo>
                  <a:lnTo>
                    <a:pt x="669" y="5"/>
                  </a:lnTo>
                  <a:lnTo>
                    <a:pt x="667" y="2"/>
                  </a:lnTo>
                  <a:lnTo>
                    <a:pt x="666" y="1"/>
                  </a:lnTo>
                  <a:lnTo>
                    <a:pt x="662" y="0"/>
                  </a:lnTo>
                  <a:lnTo>
                    <a:pt x="658" y="1"/>
                  </a:lnTo>
                  <a:lnTo>
                    <a:pt x="657" y="2"/>
                  </a:lnTo>
                  <a:lnTo>
                    <a:pt x="657" y="5"/>
                  </a:lnTo>
                  <a:lnTo>
                    <a:pt x="657" y="5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2" name="Freeform 388"/>
            <p:cNvSpPr/>
            <p:nvPr/>
          </p:nvSpPr>
          <p:spPr bwMode="auto">
            <a:xfrm>
              <a:off x="5648326" y="1501776"/>
              <a:ext cx="149225" cy="60325"/>
            </a:xfrm>
            <a:custGeom>
              <a:avLst/>
              <a:gdLst/>
              <a:ahLst/>
              <a:cxnLst>
                <a:cxn ang="0">
                  <a:pos x="372" y="0"/>
                </a:cxn>
                <a:cxn ang="0">
                  <a:pos x="372" y="0"/>
                </a:cxn>
                <a:cxn ang="0">
                  <a:pos x="361" y="1"/>
                </a:cxn>
                <a:cxn ang="0">
                  <a:pos x="352" y="4"/>
                </a:cxn>
                <a:cxn ang="0">
                  <a:pos x="334" y="10"/>
                </a:cxn>
                <a:cxn ang="0">
                  <a:pos x="297" y="26"/>
                </a:cxn>
                <a:cxn ang="0">
                  <a:pos x="297" y="26"/>
                </a:cxn>
                <a:cxn ang="0">
                  <a:pos x="271" y="36"/>
                </a:cxn>
                <a:cxn ang="0">
                  <a:pos x="244" y="45"/>
                </a:cxn>
                <a:cxn ang="0">
                  <a:pos x="218" y="55"/>
                </a:cxn>
                <a:cxn ang="0">
                  <a:pos x="191" y="64"/>
                </a:cxn>
                <a:cxn ang="0">
                  <a:pos x="191" y="64"/>
                </a:cxn>
                <a:cxn ang="0">
                  <a:pos x="102" y="99"/>
                </a:cxn>
                <a:cxn ang="0">
                  <a:pos x="58" y="117"/>
                </a:cxn>
                <a:cxn ang="0">
                  <a:pos x="15" y="137"/>
                </a:cxn>
                <a:cxn ang="0">
                  <a:pos x="15" y="137"/>
                </a:cxn>
                <a:cxn ang="0">
                  <a:pos x="11" y="136"/>
                </a:cxn>
                <a:cxn ang="0">
                  <a:pos x="10" y="137"/>
                </a:cxn>
                <a:cxn ang="0">
                  <a:pos x="8" y="138"/>
                </a:cxn>
                <a:cxn ang="0">
                  <a:pos x="2" y="144"/>
                </a:cxn>
                <a:cxn ang="0">
                  <a:pos x="2" y="144"/>
                </a:cxn>
                <a:cxn ang="0">
                  <a:pos x="0" y="145"/>
                </a:cxn>
                <a:cxn ang="0">
                  <a:pos x="0" y="147"/>
                </a:cxn>
                <a:cxn ang="0">
                  <a:pos x="2" y="151"/>
                </a:cxn>
                <a:cxn ang="0">
                  <a:pos x="4" y="153"/>
                </a:cxn>
                <a:cxn ang="0">
                  <a:pos x="7" y="153"/>
                </a:cxn>
                <a:cxn ang="0">
                  <a:pos x="8" y="153"/>
                </a:cxn>
                <a:cxn ang="0">
                  <a:pos x="8" y="153"/>
                </a:cxn>
                <a:cxn ang="0">
                  <a:pos x="54" y="132"/>
                </a:cxn>
                <a:cxn ang="0">
                  <a:pos x="101" y="112"/>
                </a:cxn>
                <a:cxn ang="0">
                  <a:pos x="194" y="76"/>
                </a:cxn>
                <a:cxn ang="0">
                  <a:pos x="194" y="76"/>
                </a:cxn>
                <a:cxn ang="0">
                  <a:pos x="215" y="66"/>
                </a:cxn>
                <a:cxn ang="0">
                  <a:pos x="237" y="59"/>
                </a:cxn>
                <a:cxn ang="0">
                  <a:pos x="282" y="44"/>
                </a:cxn>
                <a:cxn ang="0">
                  <a:pos x="282" y="44"/>
                </a:cxn>
                <a:cxn ang="0">
                  <a:pos x="304" y="35"/>
                </a:cxn>
                <a:cxn ang="0">
                  <a:pos x="326" y="25"/>
                </a:cxn>
                <a:cxn ang="0">
                  <a:pos x="348" y="15"/>
                </a:cxn>
                <a:cxn ang="0">
                  <a:pos x="360" y="13"/>
                </a:cxn>
                <a:cxn ang="0">
                  <a:pos x="372" y="10"/>
                </a:cxn>
                <a:cxn ang="0">
                  <a:pos x="372" y="10"/>
                </a:cxn>
                <a:cxn ang="0">
                  <a:pos x="373" y="10"/>
                </a:cxn>
                <a:cxn ang="0">
                  <a:pos x="376" y="9"/>
                </a:cxn>
                <a:cxn ang="0">
                  <a:pos x="377" y="5"/>
                </a:cxn>
                <a:cxn ang="0">
                  <a:pos x="377" y="2"/>
                </a:cxn>
                <a:cxn ang="0">
                  <a:pos x="376" y="1"/>
                </a:cxn>
                <a:cxn ang="0">
                  <a:pos x="373" y="0"/>
                </a:cxn>
                <a:cxn ang="0">
                  <a:pos x="372" y="0"/>
                </a:cxn>
                <a:cxn ang="0">
                  <a:pos x="372" y="0"/>
                </a:cxn>
              </a:cxnLst>
              <a:rect l="0" t="0" r="r" b="b"/>
              <a:pathLst>
                <a:path w="377" h="153">
                  <a:moveTo>
                    <a:pt x="372" y="0"/>
                  </a:moveTo>
                  <a:lnTo>
                    <a:pt x="372" y="0"/>
                  </a:lnTo>
                  <a:lnTo>
                    <a:pt x="361" y="1"/>
                  </a:lnTo>
                  <a:lnTo>
                    <a:pt x="352" y="4"/>
                  </a:lnTo>
                  <a:lnTo>
                    <a:pt x="334" y="10"/>
                  </a:lnTo>
                  <a:lnTo>
                    <a:pt x="297" y="26"/>
                  </a:lnTo>
                  <a:lnTo>
                    <a:pt x="297" y="26"/>
                  </a:lnTo>
                  <a:lnTo>
                    <a:pt x="271" y="36"/>
                  </a:lnTo>
                  <a:lnTo>
                    <a:pt x="244" y="45"/>
                  </a:lnTo>
                  <a:lnTo>
                    <a:pt x="218" y="55"/>
                  </a:lnTo>
                  <a:lnTo>
                    <a:pt x="191" y="64"/>
                  </a:lnTo>
                  <a:lnTo>
                    <a:pt x="191" y="64"/>
                  </a:lnTo>
                  <a:lnTo>
                    <a:pt x="102" y="99"/>
                  </a:lnTo>
                  <a:lnTo>
                    <a:pt x="58" y="117"/>
                  </a:lnTo>
                  <a:lnTo>
                    <a:pt x="15" y="137"/>
                  </a:lnTo>
                  <a:lnTo>
                    <a:pt x="15" y="137"/>
                  </a:lnTo>
                  <a:lnTo>
                    <a:pt x="11" y="136"/>
                  </a:lnTo>
                  <a:lnTo>
                    <a:pt x="10" y="137"/>
                  </a:lnTo>
                  <a:lnTo>
                    <a:pt x="8" y="138"/>
                  </a:lnTo>
                  <a:lnTo>
                    <a:pt x="2" y="144"/>
                  </a:lnTo>
                  <a:lnTo>
                    <a:pt x="2" y="144"/>
                  </a:lnTo>
                  <a:lnTo>
                    <a:pt x="0" y="145"/>
                  </a:lnTo>
                  <a:lnTo>
                    <a:pt x="0" y="147"/>
                  </a:lnTo>
                  <a:lnTo>
                    <a:pt x="2" y="151"/>
                  </a:lnTo>
                  <a:lnTo>
                    <a:pt x="4" y="153"/>
                  </a:lnTo>
                  <a:lnTo>
                    <a:pt x="7" y="153"/>
                  </a:lnTo>
                  <a:lnTo>
                    <a:pt x="8" y="153"/>
                  </a:lnTo>
                  <a:lnTo>
                    <a:pt x="8" y="153"/>
                  </a:lnTo>
                  <a:lnTo>
                    <a:pt x="54" y="132"/>
                  </a:lnTo>
                  <a:lnTo>
                    <a:pt x="101" y="112"/>
                  </a:lnTo>
                  <a:lnTo>
                    <a:pt x="194" y="76"/>
                  </a:lnTo>
                  <a:lnTo>
                    <a:pt x="194" y="76"/>
                  </a:lnTo>
                  <a:lnTo>
                    <a:pt x="215" y="66"/>
                  </a:lnTo>
                  <a:lnTo>
                    <a:pt x="237" y="59"/>
                  </a:lnTo>
                  <a:lnTo>
                    <a:pt x="282" y="44"/>
                  </a:lnTo>
                  <a:lnTo>
                    <a:pt x="282" y="44"/>
                  </a:lnTo>
                  <a:lnTo>
                    <a:pt x="304" y="35"/>
                  </a:lnTo>
                  <a:lnTo>
                    <a:pt x="326" y="25"/>
                  </a:lnTo>
                  <a:lnTo>
                    <a:pt x="348" y="15"/>
                  </a:lnTo>
                  <a:lnTo>
                    <a:pt x="360" y="13"/>
                  </a:lnTo>
                  <a:lnTo>
                    <a:pt x="372" y="10"/>
                  </a:lnTo>
                  <a:lnTo>
                    <a:pt x="372" y="10"/>
                  </a:lnTo>
                  <a:lnTo>
                    <a:pt x="373" y="10"/>
                  </a:lnTo>
                  <a:lnTo>
                    <a:pt x="376" y="9"/>
                  </a:lnTo>
                  <a:lnTo>
                    <a:pt x="377" y="5"/>
                  </a:lnTo>
                  <a:lnTo>
                    <a:pt x="377" y="2"/>
                  </a:lnTo>
                  <a:lnTo>
                    <a:pt x="376" y="1"/>
                  </a:lnTo>
                  <a:lnTo>
                    <a:pt x="373" y="0"/>
                  </a:lnTo>
                  <a:lnTo>
                    <a:pt x="372" y="0"/>
                  </a:lnTo>
                  <a:lnTo>
                    <a:pt x="37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3" name="Freeform 389"/>
            <p:cNvSpPr/>
            <p:nvPr/>
          </p:nvSpPr>
          <p:spPr bwMode="auto">
            <a:xfrm>
              <a:off x="5649914" y="1543051"/>
              <a:ext cx="96838" cy="36513"/>
            </a:xfrm>
            <a:custGeom>
              <a:avLst/>
              <a:gdLst/>
              <a:ahLst/>
              <a:cxnLst>
                <a:cxn ang="0">
                  <a:pos x="238" y="0"/>
                </a:cxn>
                <a:cxn ang="0">
                  <a:pos x="238" y="0"/>
                </a:cxn>
                <a:cxn ang="0">
                  <a:pos x="226" y="4"/>
                </a:cxn>
                <a:cxn ang="0">
                  <a:pos x="214" y="9"/>
                </a:cxn>
                <a:cxn ang="0">
                  <a:pos x="201" y="14"/>
                </a:cxn>
                <a:cxn ang="0">
                  <a:pos x="194" y="15"/>
                </a:cxn>
                <a:cxn ang="0">
                  <a:pos x="188" y="17"/>
                </a:cxn>
                <a:cxn ang="0">
                  <a:pos x="188" y="17"/>
                </a:cxn>
                <a:cxn ang="0">
                  <a:pos x="174" y="19"/>
                </a:cxn>
                <a:cxn ang="0">
                  <a:pos x="158" y="25"/>
                </a:cxn>
                <a:cxn ang="0">
                  <a:pos x="130" y="36"/>
                </a:cxn>
                <a:cxn ang="0">
                  <a:pos x="130" y="36"/>
                </a:cxn>
                <a:cxn ang="0">
                  <a:pos x="115" y="42"/>
                </a:cxn>
                <a:cxn ang="0">
                  <a:pos x="99" y="49"/>
                </a:cxn>
                <a:cxn ang="0">
                  <a:pos x="69" y="62"/>
                </a:cxn>
                <a:cxn ang="0">
                  <a:pos x="53" y="69"/>
                </a:cxn>
                <a:cxn ang="0">
                  <a:pos x="38" y="74"/>
                </a:cxn>
                <a:cxn ang="0">
                  <a:pos x="22" y="78"/>
                </a:cxn>
                <a:cxn ang="0">
                  <a:pos x="6" y="79"/>
                </a:cxn>
                <a:cxn ang="0">
                  <a:pos x="6" y="79"/>
                </a:cxn>
                <a:cxn ang="0">
                  <a:pos x="4" y="81"/>
                </a:cxn>
                <a:cxn ang="0">
                  <a:pos x="1" y="82"/>
                </a:cxn>
                <a:cxn ang="0">
                  <a:pos x="0" y="86"/>
                </a:cxn>
                <a:cxn ang="0">
                  <a:pos x="1" y="90"/>
                </a:cxn>
                <a:cxn ang="0">
                  <a:pos x="4" y="91"/>
                </a:cxn>
                <a:cxn ang="0">
                  <a:pos x="6" y="91"/>
                </a:cxn>
                <a:cxn ang="0">
                  <a:pos x="6" y="91"/>
                </a:cxn>
                <a:cxn ang="0">
                  <a:pos x="21" y="90"/>
                </a:cxn>
                <a:cxn ang="0">
                  <a:pos x="35" y="87"/>
                </a:cxn>
                <a:cxn ang="0">
                  <a:pos x="49" y="82"/>
                </a:cxn>
                <a:cxn ang="0">
                  <a:pos x="64" y="78"/>
                </a:cxn>
                <a:cxn ang="0">
                  <a:pos x="92" y="65"/>
                </a:cxn>
                <a:cxn ang="0">
                  <a:pos x="119" y="53"/>
                </a:cxn>
                <a:cxn ang="0">
                  <a:pos x="119" y="53"/>
                </a:cxn>
                <a:cxn ang="0">
                  <a:pos x="137" y="44"/>
                </a:cxn>
                <a:cxn ang="0">
                  <a:pos x="157" y="38"/>
                </a:cxn>
                <a:cxn ang="0">
                  <a:pos x="176" y="31"/>
                </a:cxn>
                <a:cxn ang="0">
                  <a:pos x="194" y="28"/>
                </a:cxn>
                <a:cxn ang="0">
                  <a:pos x="194" y="28"/>
                </a:cxn>
                <a:cxn ang="0">
                  <a:pos x="201" y="27"/>
                </a:cxn>
                <a:cxn ang="0">
                  <a:pos x="208" y="25"/>
                </a:cxn>
                <a:cxn ang="0">
                  <a:pos x="218" y="21"/>
                </a:cxn>
                <a:cxn ang="0">
                  <a:pos x="230" y="15"/>
                </a:cxn>
                <a:cxn ang="0">
                  <a:pos x="242" y="11"/>
                </a:cxn>
                <a:cxn ang="0">
                  <a:pos x="242" y="11"/>
                </a:cxn>
                <a:cxn ang="0">
                  <a:pos x="243" y="10"/>
                </a:cxn>
                <a:cxn ang="0">
                  <a:pos x="244" y="9"/>
                </a:cxn>
                <a:cxn ang="0">
                  <a:pos x="246" y="6"/>
                </a:cxn>
                <a:cxn ang="0">
                  <a:pos x="246" y="5"/>
                </a:cxn>
                <a:cxn ang="0">
                  <a:pos x="243" y="1"/>
                </a:cxn>
                <a:cxn ang="0">
                  <a:pos x="240" y="0"/>
                </a:cxn>
                <a:cxn ang="0">
                  <a:pos x="238" y="0"/>
                </a:cxn>
                <a:cxn ang="0">
                  <a:pos x="238" y="0"/>
                </a:cxn>
              </a:cxnLst>
              <a:rect l="0" t="0" r="r" b="b"/>
              <a:pathLst>
                <a:path w="246" h="91">
                  <a:moveTo>
                    <a:pt x="238" y="0"/>
                  </a:moveTo>
                  <a:lnTo>
                    <a:pt x="238" y="0"/>
                  </a:lnTo>
                  <a:lnTo>
                    <a:pt x="226" y="4"/>
                  </a:lnTo>
                  <a:lnTo>
                    <a:pt x="214" y="9"/>
                  </a:lnTo>
                  <a:lnTo>
                    <a:pt x="201" y="14"/>
                  </a:lnTo>
                  <a:lnTo>
                    <a:pt x="194" y="15"/>
                  </a:lnTo>
                  <a:lnTo>
                    <a:pt x="188" y="17"/>
                  </a:lnTo>
                  <a:lnTo>
                    <a:pt x="188" y="17"/>
                  </a:lnTo>
                  <a:lnTo>
                    <a:pt x="174" y="19"/>
                  </a:lnTo>
                  <a:lnTo>
                    <a:pt x="158" y="25"/>
                  </a:lnTo>
                  <a:lnTo>
                    <a:pt x="130" y="36"/>
                  </a:lnTo>
                  <a:lnTo>
                    <a:pt x="130" y="36"/>
                  </a:lnTo>
                  <a:lnTo>
                    <a:pt x="115" y="42"/>
                  </a:lnTo>
                  <a:lnTo>
                    <a:pt x="99" y="49"/>
                  </a:lnTo>
                  <a:lnTo>
                    <a:pt x="69" y="62"/>
                  </a:lnTo>
                  <a:lnTo>
                    <a:pt x="53" y="69"/>
                  </a:lnTo>
                  <a:lnTo>
                    <a:pt x="38" y="74"/>
                  </a:lnTo>
                  <a:lnTo>
                    <a:pt x="22" y="78"/>
                  </a:lnTo>
                  <a:lnTo>
                    <a:pt x="6" y="79"/>
                  </a:lnTo>
                  <a:lnTo>
                    <a:pt x="6" y="79"/>
                  </a:lnTo>
                  <a:lnTo>
                    <a:pt x="4" y="81"/>
                  </a:lnTo>
                  <a:lnTo>
                    <a:pt x="1" y="82"/>
                  </a:lnTo>
                  <a:lnTo>
                    <a:pt x="0" y="86"/>
                  </a:lnTo>
                  <a:lnTo>
                    <a:pt x="1" y="90"/>
                  </a:lnTo>
                  <a:lnTo>
                    <a:pt x="4" y="91"/>
                  </a:lnTo>
                  <a:lnTo>
                    <a:pt x="6" y="91"/>
                  </a:lnTo>
                  <a:lnTo>
                    <a:pt x="6" y="91"/>
                  </a:lnTo>
                  <a:lnTo>
                    <a:pt x="21" y="90"/>
                  </a:lnTo>
                  <a:lnTo>
                    <a:pt x="35" y="87"/>
                  </a:lnTo>
                  <a:lnTo>
                    <a:pt x="49" y="82"/>
                  </a:lnTo>
                  <a:lnTo>
                    <a:pt x="64" y="78"/>
                  </a:lnTo>
                  <a:lnTo>
                    <a:pt x="92" y="65"/>
                  </a:lnTo>
                  <a:lnTo>
                    <a:pt x="119" y="53"/>
                  </a:lnTo>
                  <a:lnTo>
                    <a:pt x="119" y="53"/>
                  </a:lnTo>
                  <a:lnTo>
                    <a:pt x="137" y="44"/>
                  </a:lnTo>
                  <a:lnTo>
                    <a:pt x="157" y="38"/>
                  </a:lnTo>
                  <a:lnTo>
                    <a:pt x="176" y="31"/>
                  </a:lnTo>
                  <a:lnTo>
                    <a:pt x="194" y="28"/>
                  </a:lnTo>
                  <a:lnTo>
                    <a:pt x="194" y="28"/>
                  </a:lnTo>
                  <a:lnTo>
                    <a:pt x="201" y="27"/>
                  </a:lnTo>
                  <a:lnTo>
                    <a:pt x="208" y="25"/>
                  </a:lnTo>
                  <a:lnTo>
                    <a:pt x="218" y="21"/>
                  </a:lnTo>
                  <a:lnTo>
                    <a:pt x="230" y="15"/>
                  </a:lnTo>
                  <a:lnTo>
                    <a:pt x="242" y="11"/>
                  </a:lnTo>
                  <a:lnTo>
                    <a:pt x="242" y="11"/>
                  </a:lnTo>
                  <a:lnTo>
                    <a:pt x="243" y="10"/>
                  </a:lnTo>
                  <a:lnTo>
                    <a:pt x="244" y="9"/>
                  </a:lnTo>
                  <a:lnTo>
                    <a:pt x="246" y="6"/>
                  </a:lnTo>
                  <a:lnTo>
                    <a:pt x="246" y="5"/>
                  </a:lnTo>
                  <a:lnTo>
                    <a:pt x="243" y="1"/>
                  </a:lnTo>
                  <a:lnTo>
                    <a:pt x="240" y="0"/>
                  </a:lnTo>
                  <a:lnTo>
                    <a:pt x="238" y="0"/>
                  </a:lnTo>
                  <a:lnTo>
                    <a:pt x="23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4" name="Freeform 390"/>
            <p:cNvSpPr/>
            <p:nvPr/>
          </p:nvSpPr>
          <p:spPr bwMode="auto">
            <a:xfrm>
              <a:off x="5273676" y="1162051"/>
              <a:ext cx="122238" cy="95250"/>
            </a:xfrm>
            <a:custGeom>
              <a:avLst/>
              <a:gdLst/>
              <a:ahLst/>
              <a:cxnLst>
                <a:cxn ang="0">
                  <a:pos x="298" y="1"/>
                </a:cxn>
                <a:cxn ang="0">
                  <a:pos x="298" y="1"/>
                </a:cxn>
                <a:cxn ang="0">
                  <a:pos x="277" y="21"/>
                </a:cxn>
                <a:cxn ang="0">
                  <a:pos x="256" y="39"/>
                </a:cxn>
                <a:cxn ang="0">
                  <a:pos x="234" y="56"/>
                </a:cxn>
                <a:cxn ang="0">
                  <a:pos x="210" y="72"/>
                </a:cxn>
                <a:cxn ang="0">
                  <a:pos x="163" y="103"/>
                </a:cxn>
                <a:cxn ang="0">
                  <a:pos x="116" y="136"/>
                </a:cxn>
                <a:cxn ang="0">
                  <a:pos x="116" y="136"/>
                </a:cxn>
                <a:cxn ang="0">
                  <a:pos x="96" y="152"/>
                </a:cxn>
                <a:cxn ang="0">
                  <a:pos x="77" y="167"/>
                </a:cxn>
                <a:cxn ang="0">
                  <a:pos x="56" y="183"/>
                </a:cxn>
                <a:cxn ang="0">
                  <a:pos x="35" y="198"/>
                </a:cxn>
                <a:cxn ang="0">
                  <a:pos x="35" y="198"/>
                </a:cxn>
                <a:cxn ang="0">
                  <a:pos x="24" y="204"/>
                </a:cxn>
                <a:cxn ang="0">
                  <a:pos x="14" y="212"/>
                </a:cxn>
                <a:cxn ang="0">
                  <a:pos x="6" y="221"/>
                </a:cxn>
                <a:cxn ang="0">
                  <a:pos x="2" y="226"/>
                </a:cxn>
                <a:cxn ang="0">
                  <a:pos x="0" y="233"/>
                </a:cxn>
                <a:cxn ang="0">
                  <a:pos x="0" y="233"/>
                </a:cxn>
                <a:cxn ang="0">
                  <a:pos x="0" y="235"/>
                </a:cxn>
                <a:cxn ang="0">
                  <a:pos x="0" y="237"/>
                </a:cxn>
                <a:cxn ang="0">
                  <a:pos x="1" y="238"/>
                </a:cxn>
                <a:cxn ang="0">
                  <a:pos x="3" y="239"/>
                </a:cxn>
                <a:cxn ang="0">
                  <a:pos x="7" y="239"/>
                </a:cxn>
                <a:cxn ang="0">
                  <a:pos x="9" y="238"/>
                </a:cxn>
                <a:cxn ang="0">
                  <a:pos x="10" y="235"/>
                </a:cxn>
                <a:cxn ang="0">
                  <a:pos x="10" y="235"/>
                </a:cxn>
                <a:cxn ang="0">
                  <a:pos x="14" y="229"/>
                </a:cxn>
                <a:cxn ang="0">
                  <a:pos x="19" y="222"/>
                </a:cxn>
                <a:cxn ang="0">
                  <a:pos x="26" y="216"/>
                </a:cxn>
                <a:cxn ang="0">
                  <a:pos x="34" y="211"/>
                </a:cxn>
                <a:cxn ang="0">
                  <a:pos x="49" y="201"/>
                </a:cxn>
                <a:cxn ang="0">
                  <a:pos x="62" y="194"/>
                </a:cxn>
                <a:cxn ang="0">
                  <a:pos x="62" y="194"/>
                </a:cxn>
                <a:cxn ang="0">
                  <a:pos x="83" y="178"/>
                </a:cxn>
                <a:cxn ang="0">
                  <a:pos x="103" y="161"/>
                </a:cxn>
                <a:cxn ang="0">
                  <a:pos x="124" y="145"/>
                </a:cxn>
                <a:cxn ang="0">
                  <a:pos x="145" y="130"/>
                </a:cxn>
                <a:cxn ang="0">
                  <a:pos x="145" y="130"/>
                </a:cxn>
                <a:cxn ang="0">
                  <a:pos x="187" y="102"/>
                </a:cxn>
                <a:cxn ang="0">
                  <a:pos x="228" y="73"/>
                </a:cxn>
                <a:cxn ang="0">
                  <a:pos x="249" y="59"/>
                </a:cxn>
                <a:cxn ang="0">
                  <a:pos x="269" y="43"/>
                </a:cxn>
                <a:cxn ang="0">
                  <a:pos x="287" y="26"/>
                </a:cxn>
                <a:cxn ang="0">
                  <a:pos x="306" y="9"/>
                </a:cxn>
                <a:cxn ang="0">
                  <a:pos x="306" y="9"/>
                </a:cxn>
                <a:cxn ang="0">
                  <a:pos x="307" y="8"/>
                </a:cxn>
                <a:cxn ang="0">
                  <a:pos x="307" y="5"/>
                </a:cxn>
                <a:cxn ang="0">
                  <a:pos x="306" y="1"/>
                </a:cxn>
                <a:cxn ang="0">
                  <a:pos x="302" y="0"/>
                </a:cxn>
                <a:cxn ang="0">
                  <a:pos x="300" y="0"/>
                </a:cxn>
                <a:cxn ang="0">
                  <a:pos x="298" y="1"/>
                </a:cxn>
                <a:cxn ang="0">
                  <a:pos x="298" y="1"/>
                </a:cxn>
              </a:cxnLst>
              <a:rect l="0" t="0" r="r" b="b"/>
              <a:pathLst>
                <a:path w="307" h="239">
                  <a:moveTo>
                    <a:pt x="298" y="1"/>
                  </a:moveTo>
                  <a:lnTo>
                    <a:pt x="298" y="1"/>
                  </a:lnTo>
                  <a:lnTo>
                    <a:pt x="277" y="21"/>
                  </a:lnTo>
                  <a:lnTo>
                    <a:pt x="256" y="39"/>
                  </a:lnTo>
                  <a:lnTo>
                    <a:pt x="234" y="56"/>
                  </a:lnTo>
                  <a:lnTo>
                    <a:pt x="210" y="72"/>
                  </a:lnTo>
                  <a:lnTo>
                    <a:pt x="163" y="103"/>
                  </a:lnTo>
                  <a:lnTo>
                    <a:pt x="116" y="136"/>
                  </a:lnTo>
                  <a:lnTo>
                    <a:pt x="116" y="136"/>
                  </a:lnTo>
                  <a:lnTo>
                    <a:pt x="96" y="152"/>
                  </a:lnTo>
                  <a:lnTo>
                    <a:pt x="77" y="167"/>
                  </a:lnTo>
                  <a:lnTo>
                    <a:pt x="56" y="183"/>
                  </a:lnTo>
                  <a:lnTo>
                    <a:pt x="35" y="198"/>
                  </a:lnTo>
                  <a:lnTo>
                    <a:pt x="35" y="198"/>
                  </a:lnTo>
                  <a:lnTo>
                    <a:pt x="24" y="204"/>
                  </a:lnTo>
                  <a:lnTo>
                    <a:pt x="14" y="212"/>
                  </a:lnTo>
                  <a:lnTo>
                    <a:pt x="6" y="221"/>
                  </a:lnTo>
                  <a:lnTo>
                    <a:pt x="2" y="226"/>
                  </a:lnTo>
                  <a:lnTo>
                    <a:pt x="0" y="233"/>
                  </a:lnTo>
                  <a:lnTo>
                    <a:pt x="0" y="233"/>
                  </a:lnTo>
                  <a:lnTo>
                    <a:pt x="0" y="235"/>
                  </a:lnTo>
                  <a:lnTo>
                    <a:pt x="0" y="237"/>
                  </a:lnTo>
                  <a:lnTo>
                    <a:pt x="1" y="238"/>
                  </a:lnTo>
                  <a:lnTo>
                    <a:pt x="3" y="239"/>
                  </a:lnTo>
                  <a:lnTo>
                    <a:pt x="7" y="239"/>
                  </a:lnTo>
                  <a:lnTo>
                    <a:pt x="9" y="238"/>
                  </a:lnTo>
                  <a:lnTo>
                    <a:pt x="10" y="235"/>
                  </a:lnTo>
                  <a:lnTo>
                    <a:pt x="10" y="235"/>
                  </a:lnTo>
                  <a:lnTo>
                    <a:pt x="14" y="229"/>
                  </a:lnTo>
                  <a:lnTo>
                    <a:pt x="19" y="222"/>
                  </a:lnTo>
                  <a:lnTo>
                    <a:pt x="26" y="216"/>
                  </a:lnTo>
                  <a:lnTo>
                    <a:pt x="34" y="211"/>
                  </a:lnTo>
                  <a:lnTo>
                    <a:pt x="49" y="201"/>
                  </a:lnTo>
                  <a:lnTo>
                    <a:pt x="62" y="194"/>
                  </a:lnTo>
                  <a:lnTo>
                    <a:pt x="62" y="194"/>
                  </a:lnTo>
                  <a:lnTo>
                    <a:pt x="83" y="178"/>
                  </a:lnTo>
                  <a:lnTo>
                    <a:pt x="103" y="161"/>
                  </a:lnTo>
                  <a:lnTo>
                    <a:pt x="124" y="145"/>
                  </a:lnTo>
                  <a:lnTo>
                    <a:pt x="145" y="130"/>
                  </a:lnTo>
                  <a:lnTo>
                    <a:pt x="145" y="130"/>
                  </a:lnTo>
                  <a:lnTo>
                    <a:pt x="187" y="102"/>
                  </a:lnTo>
                  <a:lnTo>
                    <a:pt x="228" y="73"/>
                  </a:lnTo>
                  <a:lnTo>
                    <a:pt x="249" y="59"/>
                  </a:lnTo>
                  <a:lnTo>
                    <a:pt x="269" y="43"/>
                  </a:lnTo>
                  <a:lnTo>
                    <a:pt x="287" y="26"/>
                  </a:lnTo>
                  <a:lnTo>
                    <a:pt x="306" y="9"/>
                  </a:lnTo>
                  <a:lnTo>
                    <a:pt x="306" y="9"/>
                  </a:lnTo>
                  <a:lnTo>
                    <a:pt x="307" y="8"/>
                  </a:lnTo>
                  <a:lnTo>
                    <a:pt x="307" y="5"/>
                  </a:lnTo>
                  <a:lnTo>
                    <a:pt x="306" y="1"/>
                  </a:lnTo>
                  <a:lnTo>
                    <a:pt x="302" y="0"/>
                  </a:lnTo>
                  <a:lnTo>
                    <a:pt x="300" y="0"/>
                  </a:lnTo>
                  <a:lnTo>
                    <a:pt x="298" y="1"/>
                  </a:lnTo>
                  <a:lnTo>
                    <a:pt x="298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5" name="Freeform 391"/>
            <p:cNvSpPr/>
            <p:nvPr/>
          </p:nvSpPr>
          <p:spPr bwMode="auto">
            <a:xfrm>
              <a:off x="5329239" y="1193801"/>
              <a:ext cx="87313" cy="68263"/>
            </a:xfrm>
            <a:custGeom>
              <a:avLst/>
              <a:gdLst/>
              <a:ahLst/>
              <a:cxnLst>
                <a:cxn ang="0">
                  <a:pos x="210" y="0"/>
                </a:cxn>
                <a:cxn ang="0">
                  <a:pos x="210" y="0"/>
                </a:cxn>
                <a:cxn ang="0">
                  <a:pos x="203" y="2"/>
                </a:cxn>
                <a:cxn ang="0">
                  <a:pos x="193" y="5"/>
                </a:cxn>
                <a:cxn ang="0">
                  <a:pos x="176" y="13"/>
                </a:cxn>
                <a:cxn ang="0">
                  <a:pos x="161" y="22"/>
                </a:cxn>
                <a:cxn ang="0">
                  <a:pos x="145" y="34"/>
                </a:cxn>
                <a:cxn ang="0">
                  <a:pos x="116" y="59"/>
                </a:cxn>
                <a:cxn ang="0">
                  <a:pos x="87" y="81"/>
                </a:cxn>
                <a:cxn ang="0">
                  <a:pos x="87" y="81"/>
                </a:cxn>
                <a:cxn ang="0">
                  <a:pos x="56" y="106"/>
                </a:cxn>
                <a:cxn ang="0">
                  <a:pos x="40" y="119"/>
                </a:cxn>
                <a:cxn ang="0">
                  <a:pos x="26" y="133"/>
                </a:cxn>
                <a:cxn ang="0">
                  <a:pos x="26" y="133"/>
                </a:cxn>
                <a:cxn ang="0">
                  <a:pos x="12" y="146"/>
                </a:cxn>
                <a:cxn ang="0">
                  <a:pos x="5" y="154"/>
                </a:cxn>
                <a:cxn ang="0">
                  <a:pos x="0" y="163"/>
                </a:cxn>
                <a:cxn ang="0">
                  <a:pos x="0" y="163"/>
                </a:cxn>
                <a:cxn ang="0">
                  <a:pos x="0" y="166"/>
                </a:cxn>
                <a:cxn ang="0">
                  <a:pos x="1" y="169"/>
                </a:cxn>
                <a:cxn ang="0">
                  <a:pos x="1" y="169"/>
                </a:cxn>
                <a:cxn ang="0">
                  <a:pos x="2" y="170"/>
                </a:cxn>
                <a:cxn ang="0">
                  <a:pos x="2" y="170"/>
                </a:cxn>
                <a:cxn ang="0">
                  <a:pos x="5" y="171"/>
                </a:cxn>
                <a:cxn ang="0">
                  <a:pos x="6" y="171"/>
                </a:cxn>
                <a:cxn ang="0">
                  <a:pos x="10" y="169"/>
                </a:cxn>
                <a:cxn ang="0">
                  <a:pos x="12" y="167"/>
                </a:cxn>
                <a:cxn ang="0">
                  <a:pos x="13" y="166"/>
                </a:cxn>
                <a:cxn ang="0">
                  <a:pos x="12" y="163"/>
                </a:cxn>
                <a:cxn ang="0">
                  <a:pos x="10" y="162"/>
                </a:cxn>
                <a:cxn ang="0">
                  <a:pos x="10" y="162"/>
                </a:cxn>
                <a:cxn ang="0">
                  <a:pos x="102" y="85"/>
                </a:cxn>
                <a:cxn ang="0">
                  <a:pos x="102" y="85"/>
                </a:cxn>
                <a:cxn ang="0">
                  <a:pos x="127" y="64"/>
                </a:cxn>
                <a:cxn ang="0">
                  <a:pos x="154" y="42"/>
                </a:cxn>
                <a:cxn ang="0">
                  <a:pos x="169" y="31"/>
                </a:cxn>
                <a:cxn ang="0">
                  <a:pos x="183" y="22"/>
                </a:cxn>
                <a:cxn ang="0">
                  <a:pos x="197" y="16"/>
                </a:cxn>
                <a:cxn ang="0">
                  <a:pos x="213" y="12"/>
                </a:cxn>
                <a:cxn ang="0">
                  <a:pos x="213" y="12"/>
                </a:cxn>
                <a:cxn ang="0">
                  <a:pos x="216" y="10"/>
                </a:cxn>
                <a:cxn ang="0">
                  <a:pos x="217" y="9"/>
                </a:cxn>
                <a:cxn ang="0">
                  <a:pos x="218" y="6"/>
                </a:cxn>
                <a:cxn ang="0">
                  <a:pos x="217" y="5"/>
                </a:cxn>
                <a:cxn ang="0">
                  <a:pos x="216" y="1"/>
                </a:cxn>
                <a:cxn ang="0">
                  <a:pos x="213" y="0"/>
                </a:cxn>
                <a:cxn ang="0">
                  <a:pos x="210" y="0"/>
                </a:cxn>
                <a:cxn ang="0">
                  <a:pos x="210" y="0"/>
                </a:cxn>
              </a:cxnLst>
              <a:rect l="0" t="0" r="r" b="b"/>
              <a:pathLst>
                <a:path w="218" h="171">
                  <a:moveTo>
                    <a:pt x="210" y="0"/>
                  </a:moveTo>
                  <a:lnTo>
                    <a:pt x="210" y="0"/>
                  </a:lnTo>
                  <a:lnTo>
                    <a:pt x="203" y="2"/>
                  </a:lnTo>
                  <a:lnTo>
                    <a:pt x="193" y="5"/>
                  </a:lnTo>
                  <a:lnTo>
                    <a:pt x="176" y="13"/>
                  </a:lnTo>
                  <a:lnTo>
                    <a:pt x="161" y="22"/>
                  </a:lnTo>
                  <a:lnTo>
                    <a:pt x="145" y="34"/>
                  </a:lnTo>
                  <a:lnTo>
                    <a:pt x="116" y="59"/>
                  </a:lnTo>
                  <a:lnTo>
                    <a:pt x="87" y="81"/>
                  </a:lnTo>
                  <a:lnTo>
                    <a:pt x="87" y="81"/>
                  </a:lnTo>
                  <a:lnTo>
                    <a:pt x="56" y="106"/>
                  </a:lnTo>
                  <a:lnTo>
                    <a:pt x="40" y="119"/>
                  </a:lnTo>
                  <a:lnTo>
                    <a:pt x="26" y="133"/>
                  </a:lnTo>
                  <a:lnTo>
                    <a:pt x="26" y="133"/>
                  </a:lnTo>
                  <a:lnTo>
                    <a:pt x="12" y="146"/>
                  </a:lnTo>
                  <a:lnTo>
                    <a:pt x="5" y="154"/>
                  </a:lnTo>
                  <a:lnTo>
                    <a:pt x="0" y="163"/>
                  </a:lnTo>
                  <a:lnTo>
                    <a:pt x="0" y="163"/>
                  </a:lnTo>
                  <a:lnTo>
                    <a:pt x="0" y="166"/>
                  </a:lnTo>
                  <a:lnTo>
                    <a:pt x="1" y="169"/>
                  </a:lnTo>
                  <a:lnTo>
                    <a:pt x="1" y="169"/>
                  </a:lnTo>
                  <a:lnTo>
                    <a:pt x="2" y="170"/>
                  </a:lnTo>
                  <a:lnTo>
                    <a:pt x="2" y="170"/>
                  </a:lnTo>
                  <a:lnTo>
                    <a:pt x="5" y="171"/>
                  </a:lnTo>
                  <a:lnTo>
                    <a:pt x="6" y="171"/>
                  </a:lnTo>
                  <a:lnTo>
                    <a:pt x="10" y="169"/>
                  </a:lnTo>
                  <a:lnTo>
                    <a:pt x="12" y="167"/>
                  </a:lnTo>
                  <a:lnTo>
                    <a:pt x="13" y="166"/>
                  </a:lnTo>
                  <a:lnTo>
                    <a:pt x="12" y="163"/>
                  </a:lnTo>
                  <a:lnTo>
                    <a:pt x="10" y="162"/>
                  </a:lnTo>
                  <a:lnTo>
                    <a:pt x="10" y="162"/>
                  </a:lnTo>
                  <a:lnTo>
                    <a:pt x="102" y="85"/>
                  </a:lnTo>
                  <a:lnTo>
                    <a:pt x="102" y="85"/>
                  </a:lnTo>
                  <a:lnTo>
                    <a:pt x="127" y="64"/>
                  </a:lnTo>
                  <a:lnTo>
                    <a:pt x="154" y="42"/>
                  </a:lnTo>
                  <a:lnTo>
                    <a:pt x="169" y="31"/>
                  </a:lnTo>
                  <a:lnTo>
                    <a:pt x="183" y="22"/>
                  </a:lnTo>
                  <a:lnTo>
                    <a:pt x="197" y="16"/>
                  </a:lnTo>
                  <a:lnTo>
                    <a:pt x="213" y="12"/>
                  </a:lnTo>
                  <a:lnTo>
                    <a:pt x="213" y="12"/>
                  </a:lnTo>
                  <a:lnTo>
                    <a:pt x="216" y="10"/>
                  </a:lnTo>
                  <a:lnTo>
                    <a:pt x="217" y="9"/>
                  </a:lnTo>
                  <a:lnTo>
                    <a:pt x="218" y="6"/>
                  </a:lnTo>
                  <a:lnTo>
                    <a:pt x="217" y="5"/>
                  </a:lnTo>
                  <a:lnTo>
                    <a:pt x="216" y="1"/>
                  </a:lnTo>
                  <a:lnTo>
                    <a:pt x="213" y="0"/>
                  </a:lnTo>
                  <a:lnTo>
                    <a:pt x="210" y="0"/>
                  </a:lnTo>
                  <a:lnTo>
                    <a:pt x="21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6" name="Freeform 392"/>
            <p:cNvSpPr/>
            <p:nvPr/>
          </p:nvSpPr>
          <p:spPr bwMode="auto">
            <a:xfrm>
              <a:off x="5395914" y="1125538"/>
              <a:ext cx="141288" cy="26988"/>
            </a:xfrm>
            <a:custGeom>
              <a:avLst/>
              <a:gdLst/>
              <a:ahLst/>
              <a:cxnLst>
                <a:cxn ang="0">
                  <a:pos x="348" y="0"/>
                </a:cxn>
                <a:cxn ang="0">
                  <a:pos x="348" y="0"/>
                </a:cxn>
                <a:cxn ang="0">
                  <a:pos x="326" y="2"/>
                </a:cxn>
                <a:cxn ang="0">
                  <a:pos x="305" y="5"/>
                </a:cxn>
                <a:cxn ang="0">
                  <a:pos x="263" y="14"/>
                </a:cxn>
                <a:cxn ang="0">
                  <a:pos x="221" y="23"/>
                </a:cxn>
                <a:cxn ang="0">
                  <a:pos x="199" y="27"/>
                </a:cxn>
                <a:cxn ang="0">
                  <a:pos x="178" y="30"/>
                </a:cxn>
                <a:cxn ang="0">
                  <a:pos x="178" y="30"/>
                </a:cxn>
                <a:cxn ang="0">
                  <a:pos x="156" y="32"/>
                </a:cxn>
                <a:cxn ang="0">
                  <a:pos x="135" y="36"/>
                </a:cxn>
                <a:cxn ang="0">
                  <a:pos x="92" y="45"/>
                </a:cxn>
                <a:cxn ang="0">
                  <a:pos x="49" y="53"/>
                </a:cxn>
                <a:cxn ang="0">
                  <a:pos x="28" y="56"/>
                </a:cxn>
                <a:cxn ang="0">
                  <a:pos x="5" y="57"/>
                </a:cxn>
                <a:cxn ang="0">
                  <a:pos x="5" y="57"/>
                </a:cxn>
                <a:cxn ang="0">
                  <a:pos x="3" y="57"/>
                </a:cxn>
                <a:cxn ang="0">
                  <a:pos x="2" y="58"/>
                </a:cxn>
                <a:cxn ang="0">
                  <a:pos x="0" y="62"/>
                </a:cxn>
                <a:cxn ang="0">
                  <a:pos x="2" y="66"/>
                </a:cxn>
                <a:cxn ang="0">
                  <a:pos x="3" y="68"/>
                </a:cxn>
                <a:cxn ang="0">
                  <a:pos x="5" y="69"/>
                </a:cxn>
                <a:cxn ang="0">
                  <a:pos x="16" y="69"/>
                </a:cxn>
                <a:cxn ang="0">
                  <a:pos x="16" y="69"/>
                </a:cxn>
                <a:cxn ang="0">
                  <a:pos x="20" y="68"/>
                </a:cxn>
                <a:cxn ang="0">
                  <a:pos x="20" y="68"/>
                </a:cxn>
                <a:cxn ang="0">
                  <a:pos x="38" y="66"/>
                </a:cxn>
                <a:cxn ang="0">
                  <a:pos x="58" y="64"/>
                </a:cxn>
                <a:cxn ang="0">
                  <a:pos x="94" y="57"/>
                </a:cxn>
                <a:cxn ang="0">
                  <a:pos x="132" y="49"/>
                </a:cxn>
                <a:cxn ang="0">
                  <a:pos x="170" y="41"/>
                </a:cxn>
                <a:cxn ang="0">
                  <a:pos x="170" y="41"/>
                </a:cxn>
                <a:cxn ang="0">
                  <a:pos x="215" y="34"/>
                </a:cxn>
                <a:cxn ang="0">
                  <a:pos x="259" y="24"/>
                </a:cxn>
                <a:cxn ang="0">
                  <a:pos x="304" y="17"/>
                </a:cxn>
                <a:cxn ang="0">
                  <a:pos x="326" y="14"/>
                </a:cxn>
                <a:cxn ang="0">
                  <a:pos x="348" y="11"/>
                </a:cxn>
                <a:cxn ang="0">
                  <a:pos x="348" y="11"/>
                </a:cxn>
                <a:cxn ang="0">
                  <a:pos x="350" y="10"/>
                </a:cxn>
                <a:cxn ang="0">
                  <a:pos x="352" y="9"/>
                </a:cxn>
                <a:cxn ang="0">
                  <a:pos x="353" y="5"/>
                </a:cxn>
                <a:cxn ang="0">
                  <a:pos x="353" y="3"/>
                </a:cxn>
                <a:cxn ang="0">
                  <a:pos x="352" y="1"/>
                </a:cxn>
                <a:cxn ang="0">
                  <a:pos x="350" y="0"/>
                </a:cxn>
                <a:cxn ang="0">
                  <a:pos x="348" y="0"/>
                </a:cxn>
                <a:cxn ang="0">
                  <a:pos x="348" y="0"/>
                </a:cxn>
              </a:cxnLst>
              <a:rect l="0" t="0" r="r" b="b"/>
              <a:pathLst>
                <a:path w="353" h="69">
                  <a:moveTo>
                    <a:pt x="348" y="0"/>
                  </a:moveTo>
                  <a:lnTo>
                    <a:pt x="348" y="0"/>
                  </a:lnTo>
                  <a:lnTo>
                    <a:pt x="326" y="2"/>
                  </a:lnTo>
                  <a:lnTo>
                    <a:pt x="305" y="5"/>
                  </a:lnTo>
                  <a:lnTo>
                    <a:pt x="263" y="14"/>
                  </a:lnTo>
                  <a:lnTo>
                    <a:pt x="221" y="23"/>
                  </a:lnTo>
                  <a:lnTo>
                    <a:pt x="199" y="27"/>
                  </a:lnTo>
                  <a:lnTo>
                    <a:pt x="178" y="30"/>
                  </a:lnTo>
                  <a:lnTo>
                    <a:pt x="178" y="30"/>
                  </a:lnTo>
                  <a:lnTo>
                    <a:pt x="156" y="32"/>
                  </a:lnTo>
                  <a:lnTo>
                    <a:pt x="135" y="36"/>
                  </a:lnTo>
                  <a:lnTo>
                    <a:pt x="92" y="45"/>
                  </a:lnTo>
                  <a:lnTo>
                    <a:pt x="49" y="53"/>
                  </a:lnTo>
                  <a:lnTo>
                    <a:pt x="28" y="56"/>
                  </a:lnTo>
                  <a:lnTo>
                    <a:pt x="5" y="57"/>
                  </a:lnTo>
                  <a:lnTo>
                    <a:pt x="5" y="57"/>
                  </a:lnTo>
                  <a:lnTo>
                    <a:pt x="3" y="57"/>
                  </a:lnTo>
                  <a:lnTo>
                    <a:pt x="2" y="58"/>
                  </a:lnTo>
                  <a:lnTo>
                    <a:pt x="0" y="62"/>
                  </a:lnTo>
                  <a:lnTo>
                    <a:pt x="2" y="66"/>
                  </a:lnTo>
                  <a:lnTo>
                    <a:pt x="3" y="68"/>
                  </a:lnTo>
                  <a:lnTo>
                    <a:pt x="5" y="69"/>
                  </a:lnTo>
                  <a:lnTo>
                    <a:pt x="16" y="69"/>
                  </a:lnTo>
                  <a:lnTo>
                    <a:pt x="16" y="69"/>
                  </a:lnTo>
                  <a:lnTo>
                    <a:pt x="20" y="68"/>
                  </a:lnTo>
                  <a:lnTo>
                    <a:pt x="20" y="68"/>
                  </a:lnTo>
                  <a:lnTo>
                    <a:pt x="38" y="66"/>
                  </a:lnTo>
                  <a:lnTo>
                    <a:pt x="58" y="64"/>
                  </a:lnTo>
                  <a:lnTo>
                    <a:pt x="94" y="57"/>
                  </a:lnTo>
                  <a:lnTo>
                    <a:pt x="132" y="49"/>
                  </a:lnTo>
                  <a:lnTo>
                    <a:pt x="170" y="41"/>
                  </a:lnTo>
                  <a:lnTo>
                    <a:pt x="170" y="41"/>
                  </a:lnTo>
                  <a:lnTo>
                    <a:pt x="215" y="34"/>
                  </a:lnTo>
                  <a:lnTo>
                    <a:pt x="259" y="24"/>
                  </a:lnTo>
                  <a:lnTo>
                    <a:pt x="304" y="17"/>
                  </a:lnTo>
                  <a:lnTo>
                    <a:pt x="326" y="14"/>
                  </a:lnTo>
                  <a:lnTo>
                    <a:pt x="348" y="11"/>
                  </a:lnTo>
                  <a:lnTo>
                    <a:pt x="348" y="11"/>
                  </a:lnTo>
                  <a:lnTo>
                    <a:pt x="350" y="10"/>
                  </a:lnTo>
                  <a:lnTo>
                    <a:pt x="352" y="9"/>
                  </a:lnTo>
                  <a:lnTo>
                    <a:pt x="353" y="5"/>
                  </a:lnTo>
                  <a:lnTo>
                    <a:pt x="353" y="3"/>
                  </a:lnTo>
                  <a:lnTo>
                    <a:pt x="352" y="1"/>
                  </a:lnTo>
                  <a:lnTo>
                    <a:pt x="350" y="0"/>
                  </a:lnTo>
                  <a:lnTo>
                    <a:pt x="348" y="0"/>
                  </a:lnTo>
                  <a:lnTo>
                    <a:pt x="34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7" name="Freeform 393"/>
            <p:cNvSpPr/>
            <p:nvPr/>
          </p:nvSpPr>
          <p:spPr bwMode="auto">
            <a:xfrm>
              <a:off x="5421314" y="1193801"/>
              <a:ext cx="92075" cy="20638"/>
            </a:xfrm>
            <a:custGeom>
              <a:avLst/>
              <a:gdLst/>
              <a:ahLst/>
              <a:cxnLst>
                <a:cxn ang="0">
                  <a:pos x="225" y="1"/>
                </a:cxn>
                <a:cxn ang="0">
                  <a:pos x="225" y="1"/>
                </a:cxn>
                <a:cxn ang="0">
                  <a:pos x="217" y="4"/>
                </a:cxn>
                <a:cxn ang="0">
                  <a:pos x="209" y="5"/>
                </a:cxn>
                <a:cxn ang="0">
                  <a:pos x="194" y="5"/>
                </a:cxn>
                <a:cxn ang="0">
                  <a:pos x="194" y="5"/>
                </a:cxn>
                <a:cxn ang="0">
                  <a:pos x="179" y="6"/>
                </a:cxn>
                <a:cxn ang="0">
                  <a:pos x="166" y="10"/>
                </a:cxn>
                <a:cxn ang="0">
                  <a:pos x="139" y="17"/>
                </a:cxn>
                <a:cxn ang="0">
                  <a:pos x="139" y="17"/>
                </a:cxn>
                <a:cxn ang="0">
                  <a:pos x="72" y="31"/>
                </a:cxn>
                <a:cxn ang="0">
                  <a:pos x="38" y="36"/>
                </a:cxn>
                <a:cxn ang="0">
                  <a:pos x="22" y="39"/>
                </a:cxn>
                <a:cxn ang="0">
                  <a:pos x="5" y="40"/>
                </a:cxn>
                <a:cxn ang="0">
                  <a:pos x="5" y="40"/>
                </a:cxn>
                <a:cxn ang="0">
                  <a:pos x="3" y="40"/>
                </a:cxn>
                <a:cxn ang="0">
                  <a:pos x="1" y="42"/>
                </a:cxn>
                <a:cxn ang="0">
                  <a:pos x="0" y="46"/>
                </a:cxn>
                <a:cxn ang="0">
                  <a:pos x="1" y="50"/>
                </a:cxn>
                <a:cxn ang="0">
                  <a:pos x="3" y="51"/>
                </a:cxn>
                <a:cxn ang="0">
                  <a:pos x="5" y="51"/>
                </a:cxn>
                <a:cxn ang="0">
                  <a:pos x="5" y="51"/>
                </a:cxn>
                <a:cxn ang="0">
                  <a:pos x="21" y="51"/>
                </a:cxn>
                <a:cxn ang="0">
                  <a:pos x="37" y="48"/>
                </a:cxn>
                <a:cxn ang="0">
                  <a:pos x="68" y="43"/>
                </a:cxn>
                <a:cxn ang="0">
                  <a:pos x="131" y="30"/>
                </a:cxn>
                <a:cxn ang="0">
                  <a:pos x="131" y="30"/>
                </a:cxn>
                <a:cxn ang="0">
                  <a:pos x="166" y="22"/>
                </a:cxn>
                <a:cxn ang="0">
                  <a:pos x="184" y="18"/>
                </a:cxn>
                <a:cxn ang="0">
                  <a:pos x="201" y="17"/>
                </a:cxn>
                <a:cxn ang="0">
                  <a:pos x="201" y="17"/>
                </a:cxn>
                <a:cxn ang="0">
                  <a:pos x="217" y="16"/>
                </a:cxn>
                <a:cxn ang="0">
                  <a:pos x="224" y="14"/>
                </a:cxn>
                <a:cxn ang="0">
                  <a:pos x="230" y="10"/>
                </a:cxn>
                <a:cxn ang="0">
                  <a:pos x="230" y="10"/>
                </a:cxn>
                <a:cxn ang="0">
                  <a:pos x="233" y="9"/>
                </a:cxn>
                <a:cxn ang="0">
                  <a:pos x="233" y="6"/>
                </a:cxn>
                <a:cxn ang="0">
                  <a:pos x="233" y="2"/>
                </a:cxn>
                <a:cxn ang="0">
                  <a:pos x="229" y="0"/>
                </a:cxn>
                <a:cxn ang="0">
                  <a:pos x="228" y="0"/>
                </a:cxn>
                <a:cxn ang="0">
                  <a:pos x="225" y="1"/>
                </a:cxn>
                <a:cxn ang="0">
                  <a:pos x="225" y="1"/>
                </a:cxn>
              </a:cxnLst>
              <a:rect l="0" t="0" r="r" b="b"/>
              <a:pathLst>
                <a:path w="233" h="51">
                  <a:moveTo>
                    <a:pt x="225" y="1"/>
                  </a:moveTo>
                  <a:lnTo>
                    <a:pt x="225" y="1"/>
                  </a:lnTo>
                  <a:lnTo>
                    <a:pt x="217" y="4"/>
                  </a:lnTo>
                  <a:lnTo>
                    <a:pt x="209" y="5"/>
                  </a:lnTo>
                  <a:lnTo>
                    <a:pt x="194" y="5"/>
                  </a:lnTo>
                  <a:lnTo>
                    <a:pt x="194" y="5"/>
                  </a:lnTo>
                  <a:lnTo>
                    <a:pt x="179" y="6"/>
                  </a:lnTo>
                  <a:lnTo>
                    <a:pt x="166" y="10"/>
                  </a:lnTo>
                  <a:lnTo>
                    <a:pt x="139" y="17"/>
                  </a:lnTo>
                  <a:lnTo>
                    <a:pt x="139" y="17"/>
                  </a:lnTo>
                  <a:lnTo>
                    <a:pt x="72" y="31"/>
                  </a:lnTo>
                  <a:lnTo>
                    <a:pt x="38" y="36"/>
                  </a:lnTo>
                  <a:lnTo>
                    <a:pt x="22" y="39"/>
                  </a:lnTo>
                  <a:lnTo>
                    <a:pt x="5" y="40"/>
                  </a:lnTo>
                  <a:lnTo>
                    <a:pt x="5" y="40"/>
                  </a:lnTo>
                  <a:lnTo>
                    <a:pt x="3" y="40"/>
                  </a:lnTo>
                  <a:lnTo>
                    <a:pt x="1" y="42"/>
                  </a:lnTo>
                  <a:lnTo>
                    <a:pt x="0" y="46"/>
                  </a:lnTo>
                  <a:lnTo>
                    <a:pt x="1" y="50"/>
                  </a:lnTo>
                  <a:lnTo>
                    <a:pt x="3" y="51"/>
                  </a:lnTo>
                  <a:lnTo>
                    <a:pt x="5" y="51"/>
                  </a:lnTo>
                  <a:lnTo>
                    <a:pt x="5" y="51"/>
                  </a:lnTo>
                  <a:lnTo>
                    <a:pt x="21" y="51"/>
                  </a:lnTo>
                  <a:lnTo>
                    <a:pt x="37" y="48"/>
                  </a:lnTo>
                  <a:lnTo>
                    <a:pt x="68" y="43"/>
                  </a:lnTo>
                  <a:lnTo>
                    <a:pt x="131" y="30"/>
                  </a:lnTo>
                  <a:lnTo>
                    <a:pt x="131" y="30"/>
                  </a:lnTo>
                  <a:lnTo>
                    <a:pt x="166" y="22"/>
                  </a:lnTo>
                  <a:lnTo>
                    <a:pt x="184" y="18"/>
                  </a:lnTo>
                  <a:lnTo>
                    <a:pt x="201" y="17"/>
                  </a:lnTo>
                  <a:lnTo>
                    <a:pt x="201" y="17"/>
                  </a:lnTo>
                  <a:lnTo>
                    <a:pt x="217" y="16"/>
                  </a:lnTo>
                  <a:lnTo>
                    <a:pt x="224" y="14"/>
                  </a:lnTo>
                  <a:lnTo>
                    <a:pt x="230" y="10"/>
                  </a:lnTo>
                  <a:lnTo>
                    <a:pt x="230" y="10"/>
                  </a:lnTo>
                  <a:lnTo>
                    <a:pt x="233" y="9"/>
                  </a:lnTo>
                  <a:lnTo>
                    <a:pt x="233" y="6"/>
                  </a:lnTo>
                  <a:lnTo>
                    <a:pt x="233" y="2"/>
                  </a:lnTo>
                  <a:lnTo>
                    <a:pt x="229" y="0"/>
                  </a:lnTo>
                  <a:lnTo>
                    <a:pt x="228" y="0"/>
                  </a:lnTo>
                  <a:lnTo>
                    <a:pt x="225" y="1"/>
                  </a:lnTo>
                  <a:lnTo>
                    <a:pt x="22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8" name="Freeform 394"/>
            <p:cNvSpPr/>
            <p:nvPr/>
          </p:nvSpPr>
          <p:spPr bwMode="auto">
            <a:xfrm>
              <a:off x="5537201" y="1117601"/>
              <a:ext cx="44450" cy="11113"/>
            </a:xfrm>
            <a:custGeom>
              <a:avLst/>
              <a:gdLst/>
              <a:ahLst/>
              <a:cxnLst>
                <a:cxn ang="0">
                  <a:pos x="108" y="0"/>
                </a:cxn>
                <a:cxn ang="0">
                  <a:pos x="108" y="0"/>
                </a:cxn>
                <a:cxn ang="0">
                  <a:pos x="57" y="11"/>
                </a:cxn>
                <a:cxn ang="0">
                  <a:pos x="32" y="15"/>
                </a:cxn>
                <a:cxn ang="0">
                  <a:pos x="6" y="17"/>
                </a:cxn>
                <a:cxn ang="0">
                  <a:pos x="6" y="17"/>
                </a:cxn>
                <a:cxn ang="0">
                  <a:pos x="4" y="17"/>
                </a:cxn>
                <a:cxn ang="0">
                  <a:pos x="2" y="19"/>
                </a:cxn>
                <a:cxn ang="0">
                  <a:pos x="0" y="23"/>
                </a:cxn>
                <a:cxn ang="0">
                  <a:pos x="2" y="26"/>
                </a:cxn>
                <a:cxn ang="0">
                  <a:pos x="4" y="28"/>
                </a:cxn>
                <a:cxn ang="0">
                  <a:pos x="6" y="29"/>
                </a:cxn>
                <a:cxn ang="0">
                  <a:pos x="6" y="29"/>
                </a:cxn>
                <a:cxn ang="0">
                  <a:pos x="20" y="28"/>
                </a:cxn>
                <a:cxn ang="0">
                  <a:pos x="33" y="26"/>
                </a:cxn>
                <a:cxn ang="0">
                  <a:pos x="58" y="21"/>
                </a:cxn>
                <a:cxn ang="0">
                  <a:pos x="110" y="11"/>
                </a:cxn>
                <a:cxn ang="0">
                  <a:pos x="110" y="11"/>
                </a:cxn>
                <a:cxn ang="0">
                  <a:pos x="113" y="11"/>
                </a:cxn>
                <a:cxn ang="0">
                  <a:pos x="114" y="8"/>
                </a:cxn>
                <a:cxn ang="0">
                  <a:pos x="114" y="7"/>
                </a:cxn>
                <a:cxn ang="0">
                  <a:pos x="114" y="4"/>
                </a:cxn>
                <a:cxn ang="0">
                  <a:pos x="112" y="2"/>
                </a:cxn>
                <a:cxn ang="0">
                  <a:pos x="110" y="0"/>
                </a:cxn>
                <a:cxn ang="0">
                  <a:pos x="108" y="0"/>
                </a:cxn>
                <a:cxn ang="0">
                  <a:pos x="108" y="0"/>
                </a:cxn>
              </a:cxnLst>
              <a:rect l="0" t="0" r="r" b="b"/>
              <a:pathLst>
                <a:path w="114" h="29">
                  <a:moveTo>
                    <a:pt x="108" y="0"/>
                  </a:moveTo>
                  <a:lnTo>
                    <a:pt x="108" y="0"/>
                  </a:lnTo>
                  <a:lnTo>
                    <a:pt x="57" y="11"/>
                  </a:lnTo>
                  <a:lnTo>
                    <a:pt x="32" y="15"/>
                  </a:lnTo>
                  <a:lnTo>
                    <a:pt x="6" y="17"/>
                  </a:lnTo>
                  <a:lnTo>
                    <a:pt x="6" y="17"/>
                  </a:lnTo>
                  <a:lnTo>
                    <a:pt x="4" y="17"/>
                  </a:lnTo>
                  <a:lnTo>
                    <a:pt x="2" y="19"/>
                  </a:lnTo>
                  <a:lnTo>
                    <a:pt x="0" y="23"/>
                  </a:lnTo>
                  <a:lnTo>
                    <a:pt x="2" y="26"/>
                  </a:lnTo>
                  <a:lnTo>
                    <a:pt x="4" y="28"/>
                  </a:lnTo>
                  <a:lnTo>
                    <a:pt x="6" y="29"/>
                  </a:lnTo>
                  <a:lnTo>
                    <a:pt x="6" y="29"/>
                  </a:lnTo>
                  <a:lnTo>
                    <a:pt x="20" y="28"/>
                  </a:lnTo>
                  <a:lnTo>
                    <a:pt x="33" y="26"/>
                  </a:lnTo>
                  <a:lnTo>
                    <a:pt x="58" y="21"/>
                  </a:lnTo>
                  <a:lnTo>
                    <a:pt x="110" y="11"/>
                  </a:lnTo>
                  <a:lnTo>
                    <a:pt x="110" y="11"/>
                  </a:lnTo>
                  <a:lnTo>
                    <a:pt x="113" y="11"/>
                  </a:lnTo>
                  <a:lnTo>
                    <a:pt x="114" y="8"/>
                  </a:lnTo>
                  <a:lnTo>
                    <a:pt x="114" y="7"/>
                  </a:lnTo>
                  <a:lnTo>
                    <a:pt x="114" y="4"/>
                  </a:lnTo>
                  <a:lnTo>
                    <a:pt x="112" y="2"/>
                  </a:lnTo>
                  <a:lnTo>
                    <a:pt x="110" y="0"/>
                  </a:lnTo>
                  <a:lnTo>
                    <a:pt x="108" y="0"/>
                  </a:lnTo>
                  <a:lnTo>
                    <a:pt x="108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79" name="Freeform 395"/>
            <p:cNvSpPr/>
            <p:nvPr/>
          </p:nvSpPr>
          <p:spPr bwMode="auto">
            <a:xfrm>
              <a:off x="5481639" y="1184276"/>
              <a:ext cx="198438" cy="82550"/>
            </a:xfrm>
            <a:custGeom>
              <a:avLst/>
              <a:gdLst/>
              <a:ahLst/>
              <a:cxnLst>
                <a:cxn ang="0">
                  <a:pos x="492" y="0"/>
                </a:cxn>
                <a:cxn ang="0">
                  <a:pos x="492" y="0"/>
                </a:cxn>
                <a:cxn ang="0">
                  <a:pos x="478" y="1"/>
                </a:cxn>
                <a:cxn ang="0">
                  <a:pos x="463" y="5"/>
                </a:cxn>
                <a:cxn ang="0">
                  <a:pos x="449" y="10"/>
                </a:cxn>
                <a:cxn ang="0">
                  <a:pos x="434" y="15"/>
                </a:cxn>
                <a:cxn ang="0">
                  <a:pos x="407" y="28"/>
                </a:cxn>
                <a:cxn ang="0">
                  <a:pos x="381" y="40"/>
                </a:cxn>
                <a:cxn ang="0">
                  <a:pos x="381" y="40"/>
                </a:cxn>
                <a:cxn ang="0">
                  <a:pos x="314" y="66"/>
                </a:cxn>
                <a:cxn ang="0">
                  <a:pos x="247" y="91"/>
                </a:cxn>
                <a:cxn ang="0">
                  <a:pos x="247" y="91"/>
                </a:cxn>
                <a:cxn ang="0">
                  <a:pos x="188" y="113"/>
                </a:cxn>
                <a:cxn ang="0">
                  <a:pos x="158" y="125"/>
                </a:cxn>
                <a:cxn ang="0">
                  <a:pos x="128" y="137"/>
                </a:cxn>
                <a:cxn ang="0">
                  <a:pos x="128" y="137"/>
                </a:cxn>
                <a:cxn ang="0">
                  <a:pos x="114" y="145"/>
                </a:cxn>
                <a:cxn ang="0">
                  <a:pos x="98" y="153"/>
                </a:cxn>
                <a:cxn ang="0">
                  <a:pos x="68" y="170"/>
                </a:cxn>
                <a:cxn ang="0">
                  <a:pos x="54" y="177"/>
                </a:cxn>
                <a:cxn ang="0">
                  <a:pos x="38" y="184"/>
                </a:cxn>
                <a:cxn ang="0">
                  <a:pos x="21" y="189"/>
                </a:cxn>
                <a:cxn ang="0">
                  <a:pos x="4" y="193"/>
                </a:cxn>
                <a:cxn ang="0">
                  <a:pos x="4" y="193"/>
                </a:cxn>
                <a:cxn ang="0">
                  <a:pos x="3" y="194"/>
                </a:cxn>
                <a:cxn ang="0">
                  <a:pos x="1" y="196"/>
                </a:cxn>
                <a:cxn ang="0">
                  <a:pos x="0" y="197"/>
                </a:cxn>
                <a:cxn ang="0">
                  <a:pos x="0" y="200"/>
                </a:cxn>
                <a:cxn ang="0">
                  <a:pos x="3" y="204"/>
                </a:cxn>
                <a:cxn ang="0">
                  <a:pos x="5" y="205"/>
                </a:cxn>
                <a:cxn ang="0">
                  <a:pos x="8" y="205"/>
                </a:cxn>
                <a:cxn ang="0">
                  <a:pos x="8" y="205"/>
                </a:cxn>
                <a:cxn ang="0">
                  <a:pos x="21" y="201"/>
                </a:cxn>
                <a:cxn ang="0">
                  <a:pos x="35" y="197"/>
                </a:cxn>
                <a:cxn ang="0">
                  <a:pos x="48" y="192"/>
                </a:cxn>
                <a:cxn ang="0">
                  <a:pos x="62" y="187"/>
                </a:cxn>
                <a:cxn ang="0">
                  <a:pos x="86" y="172"/>
                </a:cxn>
                <a:cxn ang="0">
                  <a:pos x="110" y="159"/>
                </a:cxn>
                <a:cxn ang="0">
                  <a:pos x="110" y="159"/>
                </a:cxn>
                <a:cxn ang="0">
                  <a:pos x="126" y="151"/>
                </a:cxn>
                <a:cxn ang="0">
                  <a:pos x="140" y="145"/>
                </a:cxn>
                <a:cxn ang="0">
                  <a:pos x="171" y="132"/>
                </a:cxn>
                <a:cxn ang="0">
                  <a:pos x="203" y="121"/>
                </a:cxn>
                <a:cxn ang="0">
                  <a:pos x="233" y="109"/>
                </a:cxn>
                <a:cxn ang="0">
                  <a:pos x="233" y="109"/>
                </a:cxn>
                <a:cxn ang="0">
                  <a:pos x="293" y="86"/>
                </a:cxn>
                <a:cxn ang="0">
                  <a:pos x="355" y="62"/>
                </a:cxn>
                <a:cxn ang="0">
                  <a:pos x="355" y="62"/>
                </a:cxn>
                <a:cxn ang="0">
                  <a:pos x="423" y="35"/>
                </a:cxn>
                <a:cxn ang="0">
                  <a:pos x="423" y="35"/>
                </a:cxn>
                <a:cxn ang="0">
                  <a:pos x="457" y="21"/>
                </a:cxn>
                <a:cxn ang="0">
                  <a:pos x="474" y="14"/>
                </a:cxn>
                <a:cxn ang="0">
                  <a:pos x="483" y="11"/>
                </a:cxn>
                <a:cxn ang="0">
                  <a:pos x="492" y="10"/>
                </a:cxn>
                <a:cxn ang="0">
                  <a:pos x="492" y="10"/>
                </a:cxn>
                <a:cxn ang="0">
                  <a:pos x="493" y="10"/>
                </a:cxn>
                <a:cxn ang="0">
                  <a:pos x="496" y="9"/>
                </a:cxn>
                <a:cxn ang="0">
                  <a:pos x="497" y="5"/>
                </a:cxn>
                <a:cxn ang="0">
                  <a:pos x="497" y="2"/>
                </a:cxn>
                <a:cxn ang="0">
                  <a:pos x="496" y="1"/>
                </a:cxn>
                <a:cxn ang="0">
                  <a:pos x="493" y="0"/>
                </a:cxn>
                <a:cxn ang="0">
                  <a:pos x="492" y="0"/>
                </a:cxn>
                <a:cxn ang="0">
                  <a:pos x="492" y="0"/>
                </a:cxn>
              </a:cxnLst>
              <a:rect l="0" t="0" r="r" b="b"/>
              <a:pathLst>
                <a:path w="497" h="205">
                  <a:moveTo>
                    <a:pt x="492" y="0"/>
                  </a:moveTo>
                  <a:lnTo>
                    <a:pt x="492" y="0"/>
                  </a:lnTo>
                  <a:lnTo>
                    <a:pt x="478" y="1"/>
                  </a:lnTo>
                  <a:lnTo>
                    <a:pt x="463" y="5"/>
                  </a:lnTo>
                  <a:lnTo>
                    <a:pt x="449" y="10"/>
                  </a:lnTo>
                  <a:lnTo>
                    <a:pt x="434" y="15"/>
                  </a:lnTo>
                  <a:lnTo>
                    <a:pt x="407" y="28"/>
                  </a:lnTo>
                  <a:lnTo>
                    <a:pt x="381" y="40"/>
                  </a:lnTo>
                  <a:lnTo>
                    <a:pt x="381" y="40"/>
                  </a:lnTo>
                  <a:lnTo>
                    <a:pt x="314" y="66"/>
                  </a:lnTo>
                  <a:lnTo>
                    <a:pt x="247" y="91"/>
                  </a:lnTo>
                  <a:lnTo>
                    <a:pt x="247" y="91"/>
                  </a:lnTo>
                  <a:lnTo>
                    <a:pt x="188" y="113"/>
                  </a:lnTo>
                  <a:lnTo>
                    <a:pt x="158" y="125"/>
                  </a:lnTo>
                  <a:lnTo>
                    <a:pt x="128" y="137"/>
                  </a:lnTo>
                  <a:lnTo>
                    <a:pt x="128" y="137"/>
                  </a:lnTo>
                  <a:lnTo>
                    <a:pt x="114" y="145"/>
                  </a:lnTo>
                  <a:lnTo>
                    <a:pt x="98" y="153"/>
                  </a:lnTo>
                  <a:lnTo>
                    <a:pt x="68" y="170"/>
                  </a:lnTo>
                  <a:lnTo>
                    <a:pt x="54" y="177"/>
                  </a:lnTo>
                  <a:lnTo>
                    <a:pt x="38" y="184"/>
                  </a:lnTo>
                  <a:lnTo>
                    <a:pt x="21" y="189"/>
                  </a:lnTo>
                  <a:lnTo>
                    <a:pt x="4" y="193"/>
                  </a:lnTo>
                  <a:lnTo>
                    <a:pt x="4" y="193"/>
                  </a:lnTo>
                  <a:lnTo>
                    <a:pt x="3" y="194"/>
                  </a:lnTo>
                  <a:lnTo>
                    <a:pt x="1" y="196"/>
                  </a:lnTo>
                  <a:lnTo>
                    <a:pt x="0" y="197"/>
                  </a:lnTo>
                  <a:lnTo>
                    <a:pt x="0" y="200"/>
                  </a:lnTo>
                  <a:lnTo>
                    <a:pt x="3" y="204"/>
                  </a:lnTo>
                  <a:lnTo>
                    <a:pt x="5" y="205"/>
                  </a:lnTo>
                  <a:lnTo>
                    <a:pt x="8" y="205"/>
                  </a:lnTo>
                  <a:lnTo>
                    <a:pt x="8" y="205"/>
                  </a:lnTo>
                  <a:lnTo>
                    <a:pt x="21" y="201"/>
                  </a:lnTo>
                  <a:lnTo>
                    <a:pt x="35" y="197"/>
                  </a:lnTo>
                  <a:lnTo>
                    <a:pt x="48" y="192"/>
                  </a:lnTo>
                  <a:lnTo>
                    <a:pt x="62" y="187"/>
                  </a:lnTo>
                  <a:lnTo>
                    <a:pt x="86" y="172"/>
                  </a:lnTo>
                  <a:lnTo>
                    <a:pt x="110" y="159"/>
                  </a:lnTo>
                  <a:lnTo>
                    <a:pt x="110" y="159"/>
                  </a:lnTo>
                  <a:lnTo>
                    <a:pt x="126" y="151"/>
                  </a:lnTo>
                  <a:lnTo>
                    <a:pt x="140" y="145"/>
                  </a:lnTo>
                  <a:lnTo>
                    <a:pt x="171" y="132"/>
                  </a:lnTo>
                  <a:lnTo>
                    <a:pt x="203" y="121"/>
                  </a:lnTo>
                  <a:lnTo>
                    <a:pt x="233" y="109"/>
                  </a:lnTo>
                  <a:lnTo>
                    <a:pt x="233" y="109"/>
                  </a:lnTo>
                  <a:lnTo>
                    <a:pt x="293" y="86"/>
                  </a:lnTo>
                  <a:lnTo>
                    <a:pt x="355" y="62"/>
                  </a:lnTo>
                  <a:lnTo>
                    <a:pt x="355" y="62"/>
                  </a:lnTo>
                  <a:lnTo>
                    <a:pt x="423" y="35"/>
                  </a:lnTo>
                  <a:lnTo>
                    <a:pt x="423" y="35"/>
                  </a:lnTo>
                  <a:lnTo>
                    <a:pt x="457" y="21"/>
                  </a:lnTo>
                  <a:lnTo>
                    <a:pt x="474" y="14"/>
                  </a:lnTo>
                  <a:lnTo>
                    <a:pt x="483" y="11"/>
                  </a:lnTo>
                  <a:lnTo>
                    <a:pt x="492" y="10"/>
                  </a:lnTo>
                  <a:lnTo>
                    <a:pt x="492" y="10"/>
                  </a:lnTo>
                  <a:lnTo>
                    <a:pt x="493" y="10"/>
                  </a:lnTo>
                  <a:lnTo>
                    <a:pt x="496" y="9"/>
                  </a:lnTo>
                  <a:lnTo>
                    <a:pt x="497" y="5"/>
                  </a:lnTo>
                  <a:lnTo>
                    <a:pt x="497" y="2"/>
                  </a:lnTo>
                  <a:lnTo>
                    <a:pt x="496" y="1"/>
                  </a:lnTo>
                  <a:lnTo>
                    <a:pt x="493" y="0"/>
                  </a:lnTo>
                  <a:lnTo>
                    <a:pt x="492" y="0"/>
                  </a:lnTo>
                  <a:lnTo>
                    <a:pt x="492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0" name="Freeform 396"/>
            <p:cNvSpPr/>
            <p:nvPr/>
          </p:nvSpPr>
          <p:spPr bwMode="auto">
            <a:xfrm>
              <a:off x="5664201" y="1103313"/>
              <a:ext cx="76200" cy="76200"/>
            </a:xfrm>
            <a:custGeom>
              <a:avLst/>
              <a:gdLst/>
              <a:ahLst/>
              <a:cxnLst>
                <a:cxn ang="0">
                  <a:pos x="186" y="0"/>
                </a:cxn>
                <a:cxn ang="0">
                  <a:pos x="186" y="0"/>
                </a:cxn>
                <a:cxn ang="0">
                  <a:pos x="178" y="3"/>
                </a:cxn>
                <a:cxn ang="0">
                  <a:pos x="171" y="7"/>
                </a:cxn>
                <a:cxn ang="0">
                  <a:pos x="166" y="12"/>
                </a:cxn>
                <a:cxn ang="0">
                  <a:pos x="161" y="19"/>
                </a:cxn>
                <a:cxn ang="0">
                  <a:pos x="161" y="19"/>
                </a:cxn>
                <a:cxn ang="0">
                  <a:pos x="135" y="49"/>
                </a:cxn>
                <a:cxn ang="0">
                  <a:pos x="107" y="77"/>
                </a:cxn>
                <a:cxn ang="0">
                  <a:pos x="107" y="77"/>
                </a:cxn>
                <a:cxn ang="0">
                  <a:pos x="82" y="105"/>
                </a:cxn>
                <a:cxn ang="0">
                  <a:pos x="57" y="134"/>
                </a:cxn>
                <a:cxn ang="0">
                  <a:pos x="44" y="147"/>
                </a:cxn>
                <a:cxn ang="0">
                  <a:pos x="31" y="160"/>
                </a:cxn>
                <a:cxn ang="0">
                  <a:pos x="17" y="173"/>
                </a:cxn>
                <a:cxn ang="0">
                  <a:pos x="3" y="183"/>
                </a:cxn>
                <a:cxn ang="0">
                  <a:pos x="3" y="183"/>
                </a:cxn>
                <a:cxn ang="0">
                  <a:pos x="0" y="185"/>
                </a:cxn>
                <a:cxn ang="0">
                  <a:pos x="0" y="187"/>
                </a:cxn>
                <a:cxn ang="0">
                  <a:pos x="0" y="191"/>
                </a:cxn>
                <a:cxn ang="0">
                  <a:pos x="4" y="194"/>
                </a:cxn>
                <a:cxn ang="0">
                  <a:pos x="5" y="194"/>
                </a:cxn>
                <a:cxn ang="0">
                  <a:pos x="8" y="193"/>
                </a:cxn>
                <a:cxn ang="0">
                  <a:pos x="8" y="193"/>
                </a:cxn>
                <a:cxn ang="0">
                  <a:pos x="20" y="185"/>
                </a:cxn>
                <a:cxn ang="0">
                  <a:pos x="31" y="174"/>
                </a:cxn>
                <a:cxn ang="0">
                  <a:pos x="54" y="153"/>
                </a:cxn>
                <a:cxn ang="0">
                  <a:pos x="74" y="131"/>
                </a:cxn>
                <a:cxn ang="0">
                  <a:pos x="94" y="109"/>
                </a:cxn>
                <a:cxn ang="0">
                  <a:pos x="94" y="109"/>
                </a:cxn>
                <a:cxn ang="0">
                  <a:pos x="140" y="55"/>
                </a:cxn>
                <a:cxn ang="0">
                  <a:pos x="140" y="55"/>
                </a:cxn>
                <a:cxn ang="0">
                  <a:pos x="150" y="43"/>
                </a:cxn>
                <a:cxn ang="0">
                  <a:pos x="162" y="30"/>
                </a:cxn>
                <a:cxn ang="0">
                  <a:pos x="169" y="24"/>
                </a:cxn>
                <a:cxn ang="0">
                  <a:pos x="175" y="17"/>
                </a:cxn>
                <a:cxn ang="0">
                  <a:pos x="183" y="13"/>
                </a:cxn>
                <a:cxn ang="0">
                  <a:pos x="190" y="11"/>
                </a:cxn>
                <a:cxn ang="0">
                  <a:pos x="190" y="11"/>
                </a:cxn>
                <a:cxn ang="0">
                  <a:pos x="191" y="9"/>
                </a:cxn>
                <a:cxn ang="0">
                  <a:pos x="192" y="8"/>
                </a:cxn>
                <a:cxn ang="0">
                  <a:pos x="194" y="7"/>
                </a:cxn>
                <a:cxn ang="0">
                  <a:pos x="194" y="4"/>
                </a:cxn>
                <a:cxn ang="0">
                  <a:pos x="191" y="0"/>
                </a:cxn>
                <a:cxn ang="0">
                  <a:pos x="188" y="0"/>
                </a:cxn>
                <a:cxn ang="0">
                  <a:pos x="186" y="0"/>
                </a:cxn>
                <a:cxn ang="0">
                  <a:pos x="186" y="0"/>
                </a:cxn>
              </a:cxnLst>
              <a:rect l="0" t="0" r="r" b="b"/>
              <a:pathLst>
                <a:path w="194" h="194">
                  <a:moveTo>
                    <a:pt x="186" y="0"/>
                  </a:moveTo>
                  <a:lnTo>
                    <a:pt x="186" y="0"/>
                  </a:lnTo>
                  <a:lnTo>
                    <a:pt x="178" y="3"/>
                  </a:lnTo>
                  <a:lnTo>
                    <a:pt x="171" y="7"/>
                  </a:lnTo>
                  <a:lnTo>
                    <a:pt x="166" y="12"/>
                  </a:lnTo>
                  <a:lnTo>
                    <a:pt x="161" y="19"/>
                  </a:lnTo>
                  <a:lnTo>
                    <a:pt x="161" y="19"/>
                  </a:lnTo>
                  <a:lnTo>
                    <a:pt x="135" y="49"/>
                  </a:lnTo>
                  <a:lnTo>
                    <a:pt x="107" y="77"/>
                  </a:lnTo>
                  <a:lnTo>
                    <a:pt x="107" y="77"/>
                  </a:lnTo>
                  <a:lnTo>
                    <a:pt x="82" y="105"/>
                  </a:lnTo>
                  <a:lnTo>
                    <a:pt x="57" y="134"/>
                  </a:lnTo>
                  <a:lnTo>
                    <a:pt x="44" y="147"/>
                  </a:lnTo>
                  <a:lnTo>
                    <a:pt x="31" y="160"/>
                  </a:lnTo>
                  <a:lnTo>
                    <a:pt x="17" y="173"/>
                  </a:lnTo>
                  <a:lnTo>
                    <a:pt x="3" y="183"/>
                  </a:lnTo>
                  <a:lnTo>
                    <a:pt x="3" y="183"/>
                  </a:lnTo>
                  <a:lnTo>
                    <a:pt x="0" y="185"/>
                  </a:lnTo>
                  <a:lnTo>
                    <a:pt x="0" y="187"/>
                  </a:lnTo>
                  <a:lnTo>
                    <a:pt x="0" y="191"/>
                  </a:lnTo>
                  <a:lnTo>
                    <a:pt x="4" y="194"/>
                  </a:lnTo>
                  <a:lnTo>
                    <a:pt x="5" y="194"/>
                  </a:lnTo>
                  <a:lnTo>
                    <a:pt x="8" y="193"/>
                  </a:lnTo>
                  <a:lnTo>
                    <a:pt x="8" y="193"/>
                  </a:lnTo>
                  <a:lnTo>
                    <a:pt x="20" y="185"/>
                  </a:lnTo>
                  <a:lnTo>
                    <a:pt x="31" y="174"/>
                  </a:lnTo>
                  <a:lnTo>
                    <a:pt x="54" y="153"/>
                  </a:lnTo>
                  <a:lnTo>
                    <a:pt x="74" y="131"/>
                  </a:lnTo>
                  <a:lnTo>
                    <a:pt x="94" y="109"/>
                  </a:lnTo>
                  <a:lnTo>
                    <a:pt x="94" y="109"/>
                  </a:lnTo>
                  <a:lnTo>
                    <a:pt x="140" y="55"/>
                  </a:lnTo>
                  <a:lnTo>
                    <a:pt x="140" y="55"/>
                  </a:lnTo>
                  <a:lnTo>
                    <a:pt x="150" y="43"/>
                  </a:lnTo>
                  <a:lnTo>
                    <a:pt x="162" y="30"/>
                  </a:lnTo>
                  <a:lnTo>
                    <a:pt x="169" y="24"/>
                  </a:lnTo>
                  <a:lnTo>
                    <a:pt x="175" y="17"/>
                  </a:lnTo>
                  <a:lnTo>
                    <a:pt x="183" y="13"/>
                  </a:lnTo>
                  <a:lnTo>
                    <a:pt x="190" y="11"/>
                  </a:lnTo>
                  <a:lnTo>
                    <a:pt x="190" y="11"/>
                  </a:lnTo>
                  <a:lnTo>
                    <a:pt x="191" y="9"/>
                  </a:lnTo>
                  <a:lnTo>
                    <a:pt x="192" y="8"/>
                  </a:lnTo>
                  <a:lnTo>
                    <a:pt x="194" y="7"/>
                  </a:lnTo>
                  <a:lnTo>
                    <a:pt x="194" y="4"/>
                  </a:lnTo>
                  <a:lnTo>
                    <a:pt x="191" y="0"/>
                  </a:lnTo>
                  <a:lnTo>
                    <a:pt x="188" y="0"/>
                  </a:lnTo>
                  <a:lnTo>
                    <a:pt x="186" y="0"/>
                  </a:lnTo>
                  <a:lnTo>
                    <a:pt x="186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1" name="Freeform 397"/>
            <p:cNvSpPr/>
            <p:nvPr/>
          </p:nvSpPr>
          <p:spPr bwMode="auto">
            <a:xfrm>
              <a:off x="5715001" y="1112838"/>
              <a:ext cx="82550" cy="103188"/>
            </a:xfrm>
            <a:custGeom>
              <a:avLst/>
              <a:gdLst/>
              <a:ahLst/>
              <a:cxnLst>
                <a:cxn ang="0">
                  <a:pos x="195" y="1"/>
                </a:cxn>
                <a:cxn ang="0">
                  <a:pos x="195" y="1"/>
                </a:cxn>
                <a:cxn ang="0">
                  <a:pos x="170" y="28"/>
                </a:cxn>
                <a:cxn ang="0">
                  <a:pos x="145" y="57"/>
                </a:cxn>
                <a:cxn ang="0">
                  <a:pos x="121" y="87"/>
                </a:cxn>
                <a:cxn ang="0">
                  <a:pos x="99" y="116"/>
                </a:cxn>
                <a:cxn ang="0">
                  <a:pos x="99" y="116"/>
                </a:cxn>
                <a:cxn ang="0">
                  <a:pos x="72" y="154"/>
                </a:cxn>
                <a:cxn ang="0">
                  <a:pos x="59" y="173"/>
                </a:cxn>
                <a:cxn ang="0">
                  <a:pos x="44" y="192"/>
                </a:cxn>
                <a:cxn ang="0">
                  <a:pos x="44" y="192"/>
                </a:cxn>
                <a:cxn ang="0">
                  <a:pos x="34" y="207"/>
                </a:cxn>
                <a:cxn ang="0">
                  <a:pos x="23" y="223"/>
                </a:cxn>
                <a:cxn ang="0">
                  <a:pos x="13" y="238"/>
                </a:cxn>
                <a:cxn ang="0">
                  <a:pos x="1" y="252"/>
                </a:cxn>
                <a:cxn ang="0">
                  <a:pos x="1" y="252"/>
                </a:cxn>
                <a:cxn ang="0">
                  <a:pos x="0" y="255"/>
                </a:cxn>
                <a:cxn ang="0">
                  <a:pos x="0" y="257"/>
                </a:cxn>
                <a:cxn ang="0">
                  <a:pos x="1" y="260"/>
                </a:cxn>
                <a:cxn ang="0">
                  <a:pos x="5" y="262"/>
                </a:cxn>
                <a:cxn ang="0">
                  <a:pos x="8" y="262"/>
                </a:cxn>
                <a:cxn ang="0">
                  <a:pos x="9" y="260"/>
                </a:cxn>
                <a:cxn ang="0">
                  <a:pos x="9" y="260"/>
                </a:cxn>
                <a:cxn ang="0">
                  <a:pos x="19" y="248"/>
                </a:cxn>
                <a:cxn ang="0">
                  <a:pos x="28" y="235"/>
                </a:cxn>
                <a:cxn ang="0">
                  <a:pos x="36" y="222"/>
                </a:cxn>
                <a:cxn ang="0">
                  <a:pos x="46" y="209"/>
                </a:cxn>
                <a:cxn ang="0">
                  <a:pos x="46" y="209"/>
                </a:cxn>
                <a:cxn ang="0">
                  <a:pos x="69" y="179"/>
                </a:cxn>
                <a:cxn ang="0">
                  <a:pos x="90" y="147"/>
                </a:cxn>
                <a:cxn ang="0">
                  <a:pos x="90" y="147"/>
                </a:cxn>
                <a:cxn ang="0">
                  <a:pos x="116" y="111"/>
                </a:cxn>
                <a:cxn ang="0">
                  <a:pos x="144" y="75"/>
                </a:cxn>
                <a:cxn ang="0">
                  <a:pos x="172" y="41"/>
                </a:cxn>
                <a:cxn ang="0">
                  <a:pos x="204" y="9"/>
                </a:cxn>
                <a:cxn ang="0">
                  <a:pos x="204" y="9"/>
                </a:cxn>
                <a:cxn ang="0">
                  <a:pos x="205" y="7"/>
                </a:cxn>
                <a:cxn ang="0">
                  <a:pos x="205" y="5"/>
                </a:cxn>
                <a:cxn ang="0">
                  <a:pos x="204" y="1"/>
                </a:cxn>
                <a:cxn ang="0">
                  <a:pos x="200" y="0"/>
                </a:cxn>
                <a:cxn ang="0">
                  <a:pos x="197" y="0"/>
                </a:cxn>
                <a:cxn ang="0">
                  <a:pos x="195" y="1"/>
                </a:cxn>
                <a:cxn ang="0">
                  <a:pos x="195" y="1"/>
                </a:cxn>
              </a:cxnLst>
              <a:rect l="0" t="0" r="r" b="b"/>
              <a:pathLst>
                <a:path w="205" h="262">
                  <a:moveTo>
                    <a:pt x="195" y="1"/>
                  </a:moveTo>
                  <a:lnTo>
                    <a:pt x="195" y="1"/>
                  </a:lnTo>
                  <a:lnTo>
                    <a:pt x="170" y="28"/>
                  </a:lnTo>
                  <a:lnTo>
                    <a:pt x="145" y="57"/>
                  </a:lnTo>
                  <a:lnTo>
                    <a:pt x="121" y="87"/>
                  </a:lnTo>
                  <a:lnTo>
                    <a:pt x="99" y="116"/>
                  </a:lnTo>
                  <a:lnTo>
                    <a:pt x="99" y="116"/>
                  </a:lnTo>
                  <a:lnTo>
                    <a:pt x="72" y="154"/>
                  </a:lnTo>
                  <a:lnTo>
                    <a:pt x="59" y="173"/>
                  </a:lnTo>
                  <a:lnTo>
                    <a:pt x="44" y="192"/>
                  </a:lnTo>
                  <a:lnTo>
                    <a:pt x="44" y="192"/>
                  </a:lnTo>
                  <a:lnTo>
                    <a:pt x="34" y="207"/>
                  </a:lnTo>
                  <a:lnTo>
                    <a:pt x="23" y="223"/>
                  </a:lnTo>
                  <a:lnTo>
                    <a:pt x="13" y="238"/>
                  </a:lnTo>
                  <a:lnTo>
                    <a:pt x="1" y="252"/>
                  </a:lnTo>
                  <a:lnTo>
                    <a:pt x="1" y="252"/>
                  </a:lnTo>
                  <a:lnTo>
                    <a:pt x="0" y="255"/>
                  </a:lnTo>
                  <a:lnTo>
                    <a:pt x="0" y="257"/>
                  </a:lnTo>
                  <a:lnTo>
                    <a:pt x="1" y="260"/>
                  </a:lnTo>
                  <a:lnTo>
                    <a:pt x="5" y="262"/>
                  </a:lnTo>
                  <a:lnTo>
                    <a:pt x="8" y="262"/>
                  </a:lnTo>
                  <a:lnTo>
                    <a:pt x="9" y="260"/>
                  </a:lnTo>
                  <a:lnTo>
                    <a:pt x="9" y="260"/>
                  </a:lnTo>
                  <a:lnTo>
                    <a:pt x="19" y="248"/>
                  </a:lnTo>
                  <a:lnTo>
                    <a:pt x="28" y="235"/>
                  </a:lnTo>
                  <a:lnTo>
                    <a:pt x="36" y="222"/>
                  </a:lnTo>
                  <a:lnTo>
                    <a:pt x="46" y="209"/>
                  </a:lnTo>
                  <a:lnTo>
                    <a:pt x="46" y="209"/>
                  </a:lnTo>
                  <a:lnTo>
                    <a:pt x="69" y="179"/>
                  </a:lnTo>
                  <a:lnTo>
                    <a:pt x="90" y="147"/>
                  </a:lnTo>
                  <a:lnTo>
                    <a:pt x="90" y="147"/>
                  </a:lnTo>
                  <a:lnTo>
                    <a:pt x="116" y="111"/>
                  </a:lnTo>
                  <a:lnTo>
                    <a:pt x="144" y="75"/>
                  </a:lnTo>
                  <a:lnTo>
                    <a:pt x="172" y="41"/>
                  </a:lnTo>
                  <a:lnTo>
                    <a:pt x="204" y="9"/>
                  </a:lnTo>
                  <a:lnTo>
                    <a:pt x="204" y="9"/>
                  </a:lnTo>
                  <a:lnTo>
                    <a:pt x="205" y="7"/>
                  </a:lnTo>
                  <a:lnTo>
                    <a:pt x="205" y="5"/>
                  </a:lnTo>
                  <a:lnTo>
                    <a:pt x="204" y="1"/>
                  </a:lnTo>
                  <a:lnTo>
                    <a:pt x="200" y="0"/>
                  </a:lnTo>
                  <a:lnTo>
                    <a:pt x="197" y="0"/>
                  </a:lnTo>
                  <a:lnTo>
                    <a:pt x="195" y="1"/>
                  </a:lnTo>
                  <a:lnTo>
                    <a:pt x="195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2" name="Freeform 398"/>
            <p:cNvSpPr/>
            <p:nvPr/>
          </p:nvSpPr>
          <p:spPr bwMode="auto">
            <a:xfrm>
              <a:off x="5797551" y="1162051"/>
              <a:ext cx="90488" cy="42863"/>
            </a:xfrm>
            <a:custGeom>
              <a:avLst/>
              <a:gdLst/>
              <a:ahLst/>
              <a:cxnLst>
                <a:cxn ang="0">
                  <a:pos x="221" y="0"/>
                </a:cxn>
                <a:cxn ang="0">
                  <a:pos x="221" y="0"/>
                </a:cxn>
                <a:cxn ang="0">
                  <a:pos x="170" y="20"/>
                </a:cxn>
                <a:cxn ang="0">
                  <a:pos x="145" y="30"/>
                </a:cxn>
                <a:cxn ang="0">
                  <a:pos x="122" y="42"/>
                </a:cxn>
                <a:cxn ang="0">
                  <a:pos x="122" y="42"/>
                </a:cxn>
                <a:cxn ang="0">
                  <a:pos x="107" y="47"/>
                </a:cxn>
                <a:cxn ang="0">
                  <a:pos x="94" y="52"/>
                </a:cxn>
                <a:cxn ang="0">
                  <a:pos x="81" y="58"/>
                </a:cxn>
                <a:cxn ang="0">
                  <a:pos x="68" y="64"/>
                </a:cxn>
                <a:cxn ang="0">
                  <a:pos x="68" y="64"/>
                </a:cxn>
                <a:cxn ang="0">
                  <a:pos x="54" y="73"/>
                </a:cxn>
                <a:cxn ang="0">
                  <a:pos x="38" y="84"/>
                </a:cxn>
                <a:cxn ang="0">
                  <a:pos x="31" y="88"/>
                </a:cxn>
                <a:cxn ang="0">
                  <a:pos x="22" y="93"/>
                </a:cxn>
                <a:cxn ang="0">
                  <a:pos x="14" y="96"/>
                </a:cxn>
                <a:cxn ang="0">
                  <a:pos x="5" y="97"/>
                </a:cxn>
                <a:cxn ang="0">
                  <a:pos x="5" y="97"/>
                </a:cxn>
                <a:cxn ang="0">
                  <a:pos x="3" y="98"/>
                </a:cxn>
                <a:cxn ang="0">
                  <a:pos x="1" y="99"/>
                </a:cxn>
                <a:cxn ang="0">
                  <a:pos x="0" y="103"/>
                </a:cxn>
                <a:cxn ang="0">
                  <a:pos x="0" y="106"/>
                </a:cxn>
                <a:cxn ang="0">
                  <a:pos x="1" y="107"/>
                </a:cxn>
                <a:cxn ang="0">
                  <a:pos x="3" y="109"/>
                </a:cxn>
                <a:cxn ang="0">
                  <a:pos x="5" y="109"/>
                </a:cxn>
                <a:cxn ang="0">
                  <a:pos x="5" y="109"/>
                </a:cxn>
                <a:cxn ang="0">
                  <a:pos x="18" y="106"/>
                </a:cxn>
                <a:cxn ang="0">
                  <a:pos x="30" y="102"/>
                </a:cxn>
                <a:cxn ang="0">
                  <a:pos x="42" y="96"/>
                </a:cxn>
                <a:cxn ang="0">
                  <a:pos x="54" y="89"/>
                </a:cxn>
                <a:cxn ang="0">
                  <a:pos x="76" y="75"/>
                </a:cxn>
                <a:cxn ang="0">
                  <a:pos x="86" y="68"/>
                </a:cxn>
                <a:cxn ang="0">
                  <a:pos x="98" y="63"/>
                </a:cxn>
                <a:cxn ang="0">
                  <a:pos x="98" y="63"/>
                </a:cxn>
                <a:cxn ang="0">
                  <a:pos x="161" y="37"/>
                </a:cxn>
                <a:cxn ang="0">
                  <a:pos x="192" y="24"/>
                </a:cxn>
                <a:cxn ang="0">
                  <a:pos x="224" y="12"/>
                </a:cxn>
                <a:cxn ang="0">
                  <a:pos x="224" y="12"/>
                </a:cxn>
                <a:cxn ang="0">
                  <a:pos x="226" y="11"/>
                </a:cxn>
                <a:cxn ang="0">
                  <a:pos x="228" y="8"/>
                </a:cxn>
                <a:cxn ang="0">
                  <a:pos x="228" y="4"/>
                </a:cxn>
                <a:cxn ang="0">
                  <a:pos x="226" y="1"/>
                </a:cxn>
                <a:cxn ang="0">
                  <a:pos x="225" y="0"/>
                </a:cxn>
                <a:cxn ang="0">
                  <a:pos x="224" y="0"/>
                </a:cxn>
                <a:cxn ang="0">
                  <a:pos x="221" y="0"/>
                </a:cxn>
                <a:cxn ang="0">
                  <a:pos x="221" y="0"/>
                </a:cxn>
              </a:cxnLst>
              <a:rect l="0" t="0" r="r" b="b"/>
              <a:pathLst>
                <a:path w="228" h="109">
                  <a:moveTo>
                    <a:pt x="221" y="0"/>
                  </a:moveTo>
                  <a:lnTo>
                    <a:pt x="221" y="0"/>
                  </a:lnTo>
                  <a:lnTo>
                    <a:pt x="170" y="20"/>
                  </a:lnTo>
                  <a:lnTo>
                    <a:pt x="145" y="30"/>
                  </a:lnTo>
                  <a:lnTo>
                    <a:pt x="122" y="42"/>
                  </a:lnTo>
                  <a:lnTo>
                    <a:pt x="122" y="42"/>
                  </a:lnTo>
                  <a:lnTo>
                    <a:pt x="107" y="47"/>
                  </a:lnTo>
                  <a:lnTo>
                    <a:pt x="94" y="52"/>
                  </a:lnTo>
                  <a:lnTo>
                    <a:pt x="81" y="58"/>
                  </a:lnTo>
                  <a:lnTo>
                    <a:pt x="68" y="64"/>
                  </a:lnTo>
                  <a:lnTo>
                    <a:pt x="68" y="64"/>
                  </a:lnTo>
                  <a:lnTo>
                    <a:pt x="54" y="73"/>
                  </a:lnTo>
                  <a:lnTo>
                    <a:pt x="38" y="84"/>
                  </a:lnTo>
                  <a:lnTo>
                    <a:pt x="31" y="88"/>
                  </a:lnTo>
                  <a:lnTo>
                    <a:pt x="22" y="93"/>
                  </a:lnTo>
                  <a:lnTo>
                    <a:pt x="14" y="96"/>
                  </a:lnTo>
                  <a:lnTo>
                    <a:pt x="5" y="97"/>
                  </a:lnTo>
                  <a:lnTo>
                    <a:pt x="5" y="97"/>
                  </a:lnTo>
                  <a:lnTo>
                    <a:pt x="3" y="98"/>
                  </a:lnTo>
                  <a:lnTo>
                    <a:pt x="1" y="99"/>
                  </a:lnTo>
                  <a:lnTo>
                    <a:pt x="0" y="103"/>
                  </a:lnTo>
                  <a:lnTo>
                    <a:pt x="0" y="106"/>
                  </a:lnTo>
                  <a:lnTo>
                    <a:pt x="1" y="107"/>
                  </a:lnTo>
                  <a:lnTo>
                    <a:pt x="3" y="109"/>
                  </a:lnTo>
                  <a:lnTo>
                    <a:pt x="5" y="109"/>
                  </a:lnTo>
                  <a:lnTo>
                    <a:pt x="5" y="109"/>
                  </a:lnTo>
                  <a:lnTo>
                    <a:pt x="18" y="106"/>
                  </a:lnTo>
                  <a:lnTo>
                    <a:pt x="30" y="102"/>
                  </a:lnTo>
                  <a:lnTo>
                    <a:pt x="42" y="96"/>
                  </a:lnTo>
                  <a:lnTo>
                    <a:pt x="54" y="89"/>
                  </a:lnTo>
                  <a:lnTo>
                    <a:pt x="76" y="75"/>
                  </a:lnTo>
                  <a:lnTo>
                    <a:pt x="86" y="68"/>
                  </a:lnTo>
                  <a:lnTo>
                    <a:pt x="98" y="63"/>
                  </a:lnTo>
                  <a:lnTo>
                    <a:pt x="98" y="63"/>
                  </a:lnTo>
                  <a:lnTo>
                    <a:pt x="161" y="37"/>
                  </a:lnTo>
                  <a:lnTo>
                    <a:pt x="192" y="24"/>
                  </a:lnTo>
                  <a:lnTo>
                    <a:pt x="224" y="12"/>
                  </a:lnTo>
                  <a:lnTo>
                    <a:pt x="224" y="12"/>
                  </a:lnTo>
                  <a:lnTo>
                    <a:pt x="226" y="11"/>
                  </a:lnTo>
                  <a:lnTo>
                    <a:pt x="228" y="8"/>
                  </a:lnTo>
                  <a:lnTo>
                    <a:pt x="228" y="4"/>
                  </a:lnTo>
                  <a:lnTo>
                    <a:pt x="226" y="1"/>
                  </a:lnTo>
                  <a:lnTo>
                    <a:pt x="225" y="0"/>
                  </a:lnTo>
                  <a:lnTo>
                    <a:pt x="224" y="0"/>
                  </a:lnTo>
                  <a:lnTo>
                    <a:pt x="221" y="0"/>
                  </a:lnTo>
                  <a:lnTo>
                    <a:pt x="221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3" name="Freeform 399"/>
            <p:cNvSpPr/>
            <p:nvPr/>
          </p:nvSpPr>
          <p:spPr bwMode="auto">
            <a:xfrm>
              <a:off x="5772151" y="1168401"/>
              <a:ext cx="136525" cy="65088"/>
            </a:xfrm>
            <a:custGeom>
              <a:avLst/>
              <a:gdLst/>
              <a:ahLst/>
              <a:cxnLst>
                <a:cxn ang="0">
                  <a:pos x="333" y="1"/>
                </a:cxn>
                <a:cxn ang="0">
                  <a:pos x="325" y="4"/>
                </a:cxn>
                <a:cxn ang="0">
                  <a:pos x="316" y="4"/>
                </a:cxn>
                <a:cxn ang="0">
                  <a:pos x="293" y="16"/>
                </a:cxn>
                <a:cxn ang="0">
                  <a:pos x="268" y="26"/>
                </a:cxn>
                <a:cxn ang="0">
                  <a:pos x="259" y="29"/>
                </a:cxn>
                <a:cxn ang="0">
                  <a:pos x="233" y="43"/>
                </a:cxn>
                <a:cxn ang="0">
                  <a:pos x="217" y="50"/>
                </a:cxn>
                <a:cxn ang="0">
                  <a:pos x="172" y="65"/>
                </a:cxn>
                <a:cxn ang="0">
                  <a:pos x="148" y="77"/>
                </a:cxn>
                <a:cxn ang="0">
                  <a:pos x="76" y="118"/>
                </a:cxn>
                <a:cxn ang="0">
                  <a:pos x="58" y="127"/>
                </a:cxn>
                <a:cxn ang="0">
                  <a:pos x="19" y="144"/>
                </a:cxn>
                <a:cxn ang="0">
                  <a:pos x="2" y="156"/>
                </a:cxn>
                <a:cxn ang="0">
                  <a:pos x="0" y="158"/>
                </a:cxn>
                <a:cxn ang="0">
                  <a:pos x="0" y="162"/>
                </a:cxn>
                <a:cxn ang="0">
                  <a:pos x="6" y="165"/>
                </a:cxn>
                <a:cxn ang="0">
                  <a:pos x="9" y="164"/>
                </a:cxn>
                <a:cxn ang="0">
                  <a:pos x="19" y="157"/>
                </a:cxn>
                <a:cxn ang="0">
                  <a:pos x="50" y="141"/>
                </a:cxn>
                <a:cxn ang="0">
                  <a:pos x="92" y="122"/>
                </a:cxn>
                <a:cxn ang="0">
                  <a:pos x="119" y="106"/>
                </a:cxn>
                <a:cxn ang="0">
                  <a:pos x="173" y="79"/>
                </a:cxn>
                <a:cxn ang="0">
                  <a:pos x="203" y="68"/>
                </a:cxn>
                <a:cxn ang="0">
                  <a:pos x="223" y="60"/>
                </a:cxn>
                <a:cxn ang="0">
                  <a:pos x="283" y="34"/>
                </a:cxn>
                <a:cxn ang="0">
                  <a:pos x="304" y="22"/>
                </a:cxn>
                <a:cxn ang="0">
                  <a:pos x="325" y="14"/>
                </a:cxn>
                <a:cxn ang="0">
                  <a:pos x="334" y="14"/>
                </a:cxn>
                <a:cxn ang="0">
                  <a:pos x="342" y="11"/>
                </a:cxn>
                <a:cxn ang="0">
                  <a:pos x="342" y="8"/>
                </a:cxn>
                <a:cxn ang="0">
                  <a:pos x="340" y="1"/>
                </a:cxn>
                <a:cxn ang="0">
                  <a:pos x="336" y="0"/>
                </a:cxn>
                <a:cxn ang="0">
                  <a:pos x="333" y="1"/>
                </a:cxn>
              </a:cxnLst>
              <a:rect l="0" t="0" r="r" b="b"/>
              <a:pathLst>
                <a:path w="343" h="165">
                  <a:moveTo>
                    <a:pt x="333" y="1"/>
                  </a:moveTo>
                  <a:lnTo>
                    <a:pt x="333" y="1"/>
                  </a:lnTo>
                  <a:lnTo>
                    <a:pt x="330" y="4"/>
                  </a:lnTo>
                  <a:lnTo>
                    <a:pt x="325" y="4"/>
                  </a:lnTo>
                  <a:lnTo>
                    <a:pt x="319" y="4"/>
                  </a:lnTo>
                  <a:lnTo>
                    <a:pt x="316" y="4"/>
                  </a:lnTo>
                  <a:lnTo>
                    <a:pt x="316" y="4"/>
                  </a:lnTo>
                  <a:lnTo>
                    <a:pt x="293" y="16"/>
                  </a:lnTo>
                  <a:lnTo>
                    <a:pt x="282" y="21"/>
                  </a:lnTo>
                  <a:lnTo>
                    <a:pt x="268" y="26"/>
                  </a:lnTo>
                  <a:lnTo>
                    <a:pt x="268" y="26"/>
                  </a:lnTo>
                  <a:lnTo>
                    <a:pt x="259" y="29"/>
                  </a:lnTo>
                  <a:lnTo>
                    <a:pt x="250" y="33"/>
                  </a:lnTo>
                  <a:lnTo>
                    <a:pt x="233" y="43"/>
                  </a:lnTo>
                  <a:lnTo>
                    <a:pt x="233" y="43"/>
                  </a:lnTo>
                  <a:lnTo>
                    <a:pt x="217" y="50"/>
                  </a:lnTo>
                  <a:lnTo>
                    <a:pt x="203" y="55"/>
                  </a:lnTo>
                  <a:lnTo>
                    <a:pt x="172" y="65"/>
                  </a:lnTo>
                  <a:lnTo>
                    <a:pt x="172" y="65"/>
                  </a:lnTo>
                  <a:lnTo>
                    <a:pt x="148" y="77"/>
                  </a:lnTo>
                  <a:lnTo>
                    <a:pt x="123" y="89"/>
                  </a:lnTo>
                  <a:lnTo>
                    <a:pt x="76" y="118"/>
                  </a:lnTo>
                  <a:lnTo>
                    <a:pt x="76" y="118"/>
                  </a:lnTo>
                  <a:lnTo>
                    <a:pt x="58" y="127"/>
                  </a:lnTo>
                  <a:lnTo>
                    <a:pt x="38" y="135"/>
                  </a:lnTo>
                  <a:lnTo>
                    <a:pt x="19" y="144"/>
                  </a:lnTo>
                  <a:lnTo>
                    <a:pt x="11" y="149"/>
                  </a:lnTo>
                  <a:lnTo>
                    <a:pt x="2" y="156"/>
                  </a:lnTo>
                  <a:lnTo>
                    <a:pt x="2" y="156"/>
                  </a:lnTo>
                  <a:lnTo>
                    <a:pt x="0" y="158"/>
                  </a:lnTo>
                  <a:lnTo>
                    <a:pt x="0" y="160"/>
                  </a:lnTo>
                  <a:lnTo>
                    <a:pt x="0" y="162"/>
                  </a:lnTo>
                  <a:lnTo>
                    <a:pt x="2" y="164"/>
                  </a:lnTo>
                  <a:lnTo>
                    <a:pt x="6" y="165"/>
                  </a:lnTo>
                  <a:lnTo>
                    <a:pt x="8" y="165"/>
                  </a:lnTo>
                  <a:lnTo>
                    <a:pt x="9" y="164"/>
                  </a:lnTo>
                  <a:lnTo>
                    <a:pt x="9" y="164"/>
                  </a:lnTo>
                  <a:lnTo>
                    <a:pt x="19" y="157"/>
                  </a:lnTo>
                  <a:lnTo>
                    <a:pt x="29" y="152"/>
                  </a:lnTo>
                  <a:lnTo>
                    <a:pt x="50" y="141"/>
                  </a:lnTo>
                  <a:lnTo>
                    <a:pt x="72" y="132"/>
                  </a:lnTo>
                  <a:lnTo>
                    <a:pt x="92" y="122"/>
                  </a:lnTo>
                  <a:lnTo>
                    <a:pt x="92" y="122"/>
                  </a:lnTo>
                  <a:lnTo>
                    <a:pt x="119" y="106"/>
                  </a:lnTo>
                  <a:lnTo>
                    <a:pt x="145" y="92"/>
                  </a:lnTo>
                  <a:lnTo>
                    <a:pt x="173" y="79"/>
                  </a:lnTo>
                  <a:lnTo>
                    <a:pt x="187" y="73"/>
                  </a:lnTo>
                  <a:lnTo>
                    <a:pt x="203" y="68"/>
                  </a:lnTo>
                  <a:lnTo>
                    <a:pt x="203" y="68"/>
                  </a:lnTo>
                  <a:lnTo>
                    <a:pt x="223" y="60"/>
                  </a:lnTo>
                  <a:lnTo>
                    <a:pt x="244" y="52"/>
                  </a:lnTo>
                  <a:lnTo>
                    <a:pt x="283" y="34"/>
                  </a:lnTo>
                  <a:lnTo>
                    <a:pt x="283" y="34"/>
                  </a:lnTo>
                  <a:lnTo>
                    <a:pt x="304" y="22"/>
                  </a:lnTo>
                  <a:lnTo>
                    <a:pt x="314" y="17"/>
                  </a:lnTo>
                  <a:lnTo>
                    <a:pt x="325" y="14"/>
                  </a:lnTo>
                  <a:lnTo>
                    <a:pt x="325" y="14"/>
                  </a:lnTo>
                  <a:lnTo>
                    <a:pt x="334" y="14"/>
                  </a:lnTo>
                  <a:lnTo>
                    <a:pt x="338" y="13"/>
                  </a:lnTo>
                  <a:lnTo>
                    <a:pt x="342" y="11"/>
                  </a:lnTo>
                  <a:lnTo>
                    <a:pt x="342" y="11"/>
                  </a:lnTo>
                  <a:lnTo>
                    <a:pt x="342" y="8"/>
                  </a:lnTo>
                  <a:lnTo>
                    <a:pt x="343" y="5"/>
                  </a:lnTo>
                  <a:lnTo>
                    <a:pt x="340" y="1"/>
                  </a:lnTo>
                  <a:lnTo>
                    <a:pt x="339" y="0"/>
                  </a:lnTo>
                  <a:lnTo>
                    <a:pt x="336" y="0"/>
                  </a:lnTo>
                  <a:lnTo>
                    <a:pt x="335" y="0"/>
                  </a:lnTo>
                  <a:lnTo>
                    <a:pt x="333" y="1"/>
                  </a:lnTo>
                  <a:lnTo>
                    <a:pt x="333" y="1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4" name="Freeform 400"/>
            <p:cNvSpPr/>
            <p:nvPr/>
          </p:nvSpPr>
          <p:spPr bwMode="auto">
            <a:xfrm>
              <a:off x="5813426" y="1204913"/>
              <a:ext cx="111125" cy="57150"/>
            </a:xfrm>
            <a:custGeom>
              <a:avLst/>
              <a:gdLst/>
              <a:ahLst/>
              <a:cxnLst>
                <a:cxn ang="0">
                  <a:pos x="270" y="0"/>
                </a:cxn>
                <a:cxn ang="0">
                  <a:pos x="270" y="0"/>
                </a:cxn>
                <a:cxn ang="0">
                  <a:pos x="238" y="18"/>
                </a:cxn>
                <a:cxn ang="0">
                  <a:pos x="204" y="35"/>
                </a:cxn>
                <a:cxn ang="0">
                  <a:pos x="137" y="68"/>
                </a:cxn>
                <a:cxn ang="0">
                  <a:pos x="69" y="99"/>
                </a:cxn>
                <a:cxn ang="0">
                  <a:pos x="2" y="132"/>
                </a:cxn>
                <a:cxn ang="0">
                  <a:pos x="2" y="132"/>
                </a:cxn>
                <a:cxn ang="0">
                  <a:pos x="0" y="133"/>
                </a:cxn>
                <a:cxn ang="0">
                  <a:pos x="0" y="134"/>
                </a:cxn>
                <a:cxn ang="0">
                  <a:pos x="0" y="137"/>
                </a:cxn>
                <a:cxn ang="0">
                  <a:pos x="0" y="140"/>
                </a:cxn>
                <a:cxn ang="0">
                  <a:pos x="4" y="142"/>
                </a:cxn>
                <a:cxn ang="0">
                  <a:pos x="5" y="142"/>
                </a:cxn>
                <a:cxn ang="0">
                  <a:pos x="7" y="141"/>
                </a:cxn>
                <a:cxn ang="0">
                  <a:pos x="7" y="141"/>
                </a:cxn>
                <a:cxn ang="0">
                  <a:pos x="76" y="109"/>
                </a:cxn>
                <a:cxn ang="0">
                  <a:pos x="142" y="77"/>
                </a:cxn>
                <a:cxn ang="0">
                  <a:pos x="210" y="45"/>
                </a:cxn>
                <a:cxn ang="0">
                  <a:pos x="243" y="28"/>
                </a:cxn>
                <a:cxn ang="0">
                  <a:pos x="276" y="10"/>
                </a:cxn>
                <a:cxn ang="0">
                  <a:pos x="276" y="10"/>
                </a:cxn>
                <a:cxn ang="0">
                  <a:pos x="278" y="9"/>
                </a:cxn>
                <a:cxn ang="0">
                  <a:pos x="278" y="6"/>
                </a:cxn>
                <a:cxn ang="0">
                  <a:pos x="278" y="2"/>
                </a:cxn>
                <a:cxn ang="0">
                  <a:pos x="274" y="0"/>
                </a:cxn>
                <a:cxn ang="0">
                  <a:pos x="273" y="0"/>
                </a:cxn>
                <a:cxn ang="0">
                  <a:pos x="270" y="0"/>
                </a:cxn>
                <a:cxn ang="0">
                  <a:pos x="270" y="0"/>
                </a:cxn>
              </a:cxnLst>
              <a:rect l="0" t="0" r="r" b="b"/>
              <a:pathLst>
                <a:path w="278" h="142">
                  <a:moveTo>
                    <a:pt x="270" y="0"/>
                  </a:moveTo>
                  <a:lnTo>
                    <a:pt x="270" y="0"/>
                  </a:lnTo>
                  <a:lnTo>
                    <a:pt x="238" y="18"/>
                  </a:lnTo>
                  <a:lnTo>
                    <a:pt x="204" y="35"/>
                  </a:lnTo>
                  <a:lnTo>
                    <a:pt x="137" y="68"/>
                  </a:lnTo>
                  <a:lnTo>
                    <a:pt x="69" y="99"/>
                  </a:lnTo>
                  <a:lnTo>
                    <a:pt x="2" y="132"/>
                  </a:lnTo>
                  <a:lnTo>
                    <a:pt x="2" y="132"/>
                  </a:lnTo>
                  <a:lnTo>
                    <a:pt x="0" y="133"/>
                  </a:lnTo>
                  <a:lnTo>
                    <a:pt x="0" y="134"/>
                  </a:lnTo>
                  <a:lnTo>
                    <a:pt x="0" y="137"/>
                  </a:lnTo>
                  <a:lnTo>
                    <a:pt x="0" y="140"/>
                  </a:lnTo>
                  <a:lnTo>
                    <a:pt x="4" y="142"/>
                  </a:lnTo>
                  <a:lnTo>
                    <a:pt x="5" y="142"/>
                  </a:lnTo>
                  <a:lnTo>
                    <a:pt x="7" y="141"/>
                  </a:lnTo>
                  <a:lnTo>
                    <a:pt x="7" y="141"/>
                  </a:lnTo>
                  <a:lnTo>
                    <a:pt x="76" y="109"/>
                  </a:lnTo>
                  <a:lnTo>
                    <a:pt x="142" y="77"/>
                  </a:lnTo>
                  <a:lnTo>
                    <a:pt x="210" y="45"/>
                  </a:lnTo>
                  <a:lnTo>
                    <a:pt x="243" y="28"/>
                  </a:lnTo>
                  <a:lnTo>
                    <a:pt x="276" y="10"/>
                  </a:lnTo>
                  <a:lnTo>
                    <a:pt x="276" y="10"/>
                  </a:lnTo>
                  <a:lnTo>
                    <a:pt x="278" y="9"/>
                  </a:lnTo>
                  <a:lnTo>
                    <a:pt x="278" y="6"/>
                  </a:lnTo>
                  <a:lnTo>
                    <a:pt x="278" y="2"/>
                  </a:lnTo>
                  <a:lnTo>
                    <a:pt x="274" y="0"/>
                  </a:lnTo>
                  <a:lnTo>
                    <a:pt x="273" y="0"/>
                  </a:lnTo>
                  <a:lnTo>
                    <a:pt x="270" y="0"/>
                  </a:lnTo>
                  <a:lnTo>
                    <a:pt x="270" y="0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5" name="Freeform 401"/>
            <p:cNvSpPr>
              <a:spLocks noEditPoints="1"/>
            </p:cNvSpPr>
            <p:nvPr/>
          </p:nvSpPr>
          <p:spPr bwMode="auto">
            <a:xfrm>
              <a:off x="5248276" y="1095376"/>
              <a:ext cx="727075" cy="561975"/>
            </a:xfrm>
            <a:custGeom>
              <a:avLst/>
              <a:gdLst/>
              <a:ahLst/>
              <a:cxnLst>
                <a:cxn ang="0">
                  <a:pos x="1801" y="361"/>
                </a:cxn>
                <a:cxn ang="0">
                  <a:pos x="1711" y="258"/>
                </a:cxn>
                <a:cxn ang="0">
                  <a:pos x="1610" y="119"/>
                </a:cxn>
                <a:cxn ang="0">
                  <a:pos x="1511" y="36"/>
                </a:cxn>
                <a:cxn ang="0">
                  <a:pos x="1477" y="7"/>
                </a:cxn>
                <a:cxn ang="0">
                  <a:pos x="1446" y="15"/>
                </a:cxn>
                <a:cxn ang="0">
                  <a:pos x="899" y="0"/>
                </a:cxn>
                <a:cxn ang="0">
                  <a:pos x="331" y="8"/>
                </a:cxn>
                <a:cxn ang="0">
                  <a:pos x="308" y="32"/>
                </a:cxn>
                <a:cxn ang="0">
                  <a:pos x="228" y="115"/>
                </a:cxn>
                <a:cxn ang="0">
                  <a:pos x="41" y="325"/>
                </a:cxn>
                <a:cxn ang="0">
                  <a:pos x="0" y="431"/>
                </a:cxn>
                <a:cxn ang="0">
                  <a:pos x="4" y="448"/>
                </a:cxn>
                <a:cxn ang="0">
                  <a:pos x="64" y="551"/>
                </a:cxn>
                <a:cxn ang="0">
                  <a:pos x="229" y="780"/>
                </a:cxn>
                <a:cxn ang="0">
                  <a:pos x="433" y="983"/>
                </a:cxn>
                <a:cxn ang="0">
                  <a:pos x="556" y="1103"/>
                </a:cxn>
                <a:cxn ang="0">
                  <a:pos x="729" y="1265"/>
                </a:cxn>
                <a:cxn ang="0">
                  <a:pos x="869" y="1377"/>
                </a:cxn>
                <a:cxn ang="0">
                  <a:pos x="914" y="1413"/>
                </a:cxn>
                <a:cxn ang="0">
                  <a:pos x="962" y="1400"/>
                </a:cxn>
                <a:cxn ang="0">
                  <a:pos x="1071" y="1317"/>
                </a:cxn>
                <a:cxn ang="0">
                  <a:pos x="1238" y="1188"/>
                </a:cxn>
                <a:cxn ang="0">
                  <a:pos x="1364" y="1054"/>
                </a:cxn>
                <a:cxn ang="0">
                  <a:pos x="1527" y="896"/>
                </a:cxn>
                <a:cxn ang="0">
                  <a:pos x="1677" y="741"/>
                </a:cxn>
                <a:cxn ang="0">
                  <a:pos x="1777" y="599"/>
                </a:cxn>
                <a:cxn ang="0">
                  <a:pos x="1825" y="518"/>
                </a:cxn>
                <a:cxn ang="0">
                  <a:pos x="1826" y="423"/>
                </a:cxn>
                <a:cxn ang="0">
                  <a:pos x="1756" y="547"/>
                </a:cxn>
                <a:cxn ang="0">
                  <a:pos x="1711" y="619"/>
                </a:cxn>
                <a:cxn ang="0">
                  <a:pos x="1541" y="819"/>
                </a:cxn>
                <a:cxn ang="0">
                  <a:pos x="1344" y="1009"/>
                </a:cxn>
                <a:cxn ang="0">
                  <a:pos x="1185" y="1173"/>
                </a:cxn>
                <a:cxn ang="0">
                  <a:pos x="980" y="1324"/>
                </a:cxn>
                <a:cxn ang="0">
                  <a:pos x="922" y="1355"/>
                </a:cxn>
                <a:cxn ang="0">
                  <a:pos x="911" y="1349"/>
                </a:cxn>
                <a:cxn ang="0">
                  <a:pos x="826" y="1286"/>
                </a:cxn>
                <a:cxn ang="0">
                  <a:pos x="699" y="1170"/>
                </a:cxn>
                <a:cxn ang="0">
                  <a:pos x="598" y="1075"/>
                </a:cxn>
                <a:cxn ang="0">
                  <a:pos x="530" y="1009"/>
                </a:cxn>
                <a:cxn ang="0">
                  <a:pos x="432" y="921"/>
                </a:cxn>
                <a:cxn ang="0">
                  <a:pos x="202" y="677"/>
                </a:cxn>
                <a:cxn ang="0">
                  <a:pos x="106" y="529"/>
                </a:cxn>
                <a:cxn ang="0">
                  <a:pos x="49" y="418"/>
                </a:cxn>
                <a:cxn ang="0">
                  <a:pos x="97" y="333"/>
                </a:cxn>
                <a:cxn ang="0">
                  <a:pos x="247" y="164"/>
                </a:cxn>
                <a:cxn ang="0">
                  <a:pos x="343" y="62"/>
                </a:cxn>
                <a:cxn ang="0">
                  <a:pos x="765" y="49"/>
                </a:cxn>
                <a:cxn ang="0">
                  <a:pos x="1316" y="58"/>
                </a:cxn>
                <a:cxn ang="0">
                  <a:pos x="1478" y="64"/>
                </a:cxn>
                <a:cxn ang="0">
                  <a:pos x="1586" y="163"/>
                </a:cxn>
                <a:cxn ang="0">
                  <a:pos x="1695" y="309"/>
                </a:cxn>
                <a:cxn ang="0">
                  <a:pos x="1765" y="389"/>
                </a:cxn>
                <a:cxn ang="0">
                  <a:pos x="1786" y="484"/>
                </a:cxn>
              </a:cxnLst>
              <a:rect l="0" t="0" r="r" b="b"/>
              <a:pathLst>
                <a:path w="1833" h="1415">
                  <a:moveTo>
                    <a:pt x="1812" y="374"/>
                  </a:moveTo>
                  <a:lnTo>
                    <a:pt x="1812" y="374"/>
                  </a:lnTo>
                  <a:lnTo>
                    <a:pt x="1808" y="367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801" y="361"/>
                  </a:lnTo>
                  <a:lnTo>
                    <a:pt x="1795" y="351"/>
                  </a:lnTo>
                  <a:lnTo>
                    <a:pt x="1788" y="342"/>
                  </a:lnTo>
                  <a:lnTo>
                    <a:pt x="1773" y="322"/>
                  </a:lnTo>
                  <a:lnTo>
                    <a:pt x="1737" y="288"/>
                  </a:lnTo>
                  <a:lnTo>
                    <a:pt x="1737" y="288"/>
                  </a:lnTo>
                  <a:lnTo>
                    <a:pt x="1724" y="274"/>
                  </a:lnTo>
                  <a:lnTo>
                    <a:pt x="1711" y="258"/>
                  </a:lnTo>
                  <a:lnTo>
                    <a:pt x="1689" y="227"/>
                  </a:lnTo>
                  <a:lnTo>
                    <a:pt x="1668" y="193"/>
                  </a:lnTo>
                  <a:lnTo>
                    <a:pt x="1657" y="177"/>
                  </a:lnTo>
                  <a:lnTo>
                    <a:pt x="1646" y="161"/>
                  </a:lnTo>
                  <a:lnTo>
                    <a:pt x="1646" y="161"/>
                  </a:lnTo>
                  <a:lnTo>
                    <a:pt x="1629" y="140"/>
                  </a:lnTo>
                  <a:lnTo>
                    <a:pt x="1610" y="119"/>
                  </a:lnTo>
                  <a:lnTo>
                    <a:pt x="1591" y="100"/>
                  </a:lnTo>
                  <a:lnTo>
                    <a:pt x="1570" y="83"/>
                  </a:lnTo>
                  <a:lnTo>
                    <a:pt x="1570" y="83"/>
                  </a:lnTo>
                  <a:lnTo>
                    <a:pt x="1552" y="70"/>
                  </a:lnTo>
                  <a:lnTo>
                    <a:pt x="1531" y="53"/>
                  </a:lnTo>
                  <a:lnTo>
                    <a:pt x="1520" y="45"/>
                  </a:lnTo>
                  <a:lnTo>
                    <a:pt x="1511" y="36"/>
                  </a:lnTo>
                  <a:lnTo>
                    <a:pt x="1503" y="27"/>
                  </a:lnTo>
                  <a:lnTo>
                    <a:pt x="1497" y="19"/>
                  </a:lnTo>
                  <a:lnTo>
                    <a:pt x="1497" y="19"/>
                  </a:lnTo>
                  <a:lnTo>
                    <a:pt x="1494" y="13"/>
                  </a:lnTo>
                  <a:lnTo>
                    <a:pt x="1489" y="11"/>
                  </a:lnTo>
                  <a:lnTo>
                    <a:pt x="1484" y="8"/>
                  </a:lnTo>
                  <a:lnTo>
                    <a:pt x="1477" y="7"/>
                  </a:lnTo>
                  <a:lnTo>
                    <a:pt x="1463" y="7"/>
                  </a:lnTo>
                  <a:lnTo>
                    <a:pt x="1463" y="7"/>
                  </a:lnTo>
                  <a:lnTo>
                    <a:pt x="1457" y="8"/>
                  </a:lnTo>
                  <a:lnTo>
                    <a:pt x="1452" y="10"/>
                  </a:lnTo>
                  <a:lnTo>
                    <a:pt x="1448" y="12"/>
                  </a:lnTo>
                  <a:lnTo>
                    <a:pt x="1446" y="15"/>
                  </a:lnTo>
                  <a:lnTo>
                    <a:pt x="1446" y="15"/>
                  </a:lnTo>
                  <a:lnTo>
                    <a:pt x="1376" y="13"/>
                  </a:lnTo>
                  <a:lnTo>
                    <a:pt x="1308" y="12"/>
                  </a:lnTo>
                  <a:lnTo>
                    <a:pt x="1172" y="7"/>
                  </a:lnTo>
                  <a:lnTo>
                    <a:pt x="1036" y="2"/>
                  </a:lnTo>
                  <a:lnTo>
                    <a:pt x="967" y="0"/>
                  </a:lnTo>
                  <a:lnTo>
                    <a:pt x="899" y="0"/>
                  </a:lnTo>
                  <a:lnTo>
                    <a:pt x="899" y="0"/>
                  </a:lnTo>
                  <a:lnTo>
                    <a:pt x="832" y="0"/>
                  </a:lnTo>
                  <a:lnTo>
                    <a:pt x="765" y="3"/>
                  </a:lnTo>
                  <a:lnTo>
                    <a:pt x="699" y="6"/>
                  </a:lnTo>
                  <a:lnTo>
                    <a:pt x="632" y="7"/>
                  </a:lnTo>
                  <a:lnTo>
                    <a:pt x="335" y="7"/>
                  </a:lnTo>
                  <a:lnTo>
                    <a:pt x="335" y="7"/>
                  </a:lnTo>
                  <a:lnTo>
                    <a:pt x="331" y="8"/>
                  </a:lnTo>
                  <a:lnTo>
                    <a:pt x="327" y="8"/>
                  </a:lnTo>
                  <a:lnTo>
                    <a:pt x="321" y="13"/>
                  </a:lnTo>
                  <a:lnTo>
                    <a:pt x="321" y="13"/>
                  </a:lnTo>
                  <a:lnTo>
                    <a:pt x="318" y="16"/>
                  </a:lnTo>
                  <a:lnTo>
                    <a:pt x="315" y="19"/>
                  </a:lnTo>
                  <a:lnTo>
                    <a:pt x="315" y="19"/>
                  </a:lnTo>
                  <a:lnTo>
                    <a:pt x="308" y="32"/>
                  </a:lnTo>
                  <a:lnTo>
                    <a:pt x="298" y="45"/>
                  </a:lnTo>
                  <a:lnTo>
                    <a:pt x="288" y="58"/>
                  </a:lnTo>
                  <a:lnTo>
                    <a:pt x="275" y="70"/>
                  </a:lnTo>
                  <a:lnTo>
                    <a:pt x="251" y="92"/>
                  </a:lnTo>
                  <a:lnTo>
                    <a:pt x="238" y="104"/>
                  </a:lnTo>
                  <a:lnTo>
                    <a:pt x="228" y="115"/>
                  </a:lnTo>
                  <a:lnTo>
                    <a:pt x="228" y="115"/>
                  </a:lnTo>
                  <a:lnTo>
                    <a:pt x="171" y="177"/>
                  </a:lnTo>
                  <a:lnTo>
                    <a:pt x="114" y="236"/>
                  </a:lnTo>
                  <a:lnTo>
                    <a:pt x="114" y="236"/>
                  </a:lnTo>
                  <a:lnTo>
                    <a:pt x="96" y="255"/>
                  </a:lnTo>
                  <a:lnTo>
                    <a:pt x="77" y="278"/>
                  </a:lnTo>
                  <a:lnTo>
                    <a:pt x="59" y="301"/>
                  </a:lnTo>
                  <a:lnTo>
                    <a:pt x="41" y="325"/>
                  </a:lnTo>
                  <a:lnTo>
                    <a:pt x="26" y="351"/>
                  </a:lnTo>
                  <a:lnTo>
                    <a:pt x="20" y="364"/>
                  </a:lnTo>
                  <a:lnTo>
                    <a:pt x="13" y="377"/>
                  </a:lnTo>
                  <a:lnTo>
                    <a:pt x="8" y="390"/>
                  </a:lnTo>
                  <a:lnTo>
                    <a:pt x="5" y="403"/>
                  </a:lnTo>
                  <a:lnTo>
                    <a:pt x="3" y="416"/>
                  </a:lnTo>
                  <a:lnTo>
                    <a:pt x="0" y="431"/>
                  </a:lnTo>
                  <a:lnTo>
                    <a:pt x="0" y="431"/>
                  </a:lnTo>
                  <a:lnTo>
                    <a:pt x="0" y="433"/>
                  </a:lnTo>
                  <a:lnTo>
                    <a:pt x="0" y="436"/>
                  </a:lnTo>
                  <a:lnTo>
                    <a:pt x="0" y="436"/>
                  </a:lnTo>
                  <a:lnTo>
                    <a:pt x="1" y="442"/>
                  </a:lnTo>
                  <a:lnTo>
                    <a:pt x="4" y="448"/>
                  </a:lnTo>
                  <a:lnTo>
                    <a:pt x="4" y="448"/>
                  </a:lnTo>
                  <a:lnTo>
                    <a:pt x="8" y="462"/>
                  </a:lnTo>
                  <a:lnTo>
                    <a:pt x="15" y="475"/>
                  </a:lnTo>
                  <a:lnTo>
                    <a:pt x="22" y="490"/>
                  </a:lnTo>
                  <a:lnTo>
                    <a:pt x="30" y="503"/>
                  </a:lnTo>
                  <a:lnTo>
                    <a:pt x="47" y="527"/>
                  </a:lnTo>
                  <a:lnTo>
                    <a:pt x="64" y="551"/>
                  </a:lnTo>
                  <a:lnTo>
                    <a:pt x="64" y="551"/>
                  </a:lnTo>
                  <a:lnTo>
                    <a:pt x="90" y="590"/>
                  </a:lnTo>
                  <a:lnTo>
                    <a:pt x="115" y="629"/>
                  </a:lnTo>
                  <a:lnTo>
                    <a:pt x="141" y="667"/>
                  </a:lnTo>
                  <a:lnTo>
                    <a:pt x="169" y="705"/>
                  </a:lnTo>
                  <a:lnTo>
                    <a:pt x="169" y="705"/>
                  </a:lnTo>
                  <a:lnTo>
                    <a:pt x="198" y="743"/>
                  </a:lnTo>
                  <a:lnTo>
                    <a:pt x="229" y="780"/>
                  </a:lnTo>
                  <a:lnTo>
                    <a:pt x="260" y="816"/>
                  </a:lnTo>
                  <a:lnTo>
                    <a:pt x="293" y="850"/>
                  </a:lnTo>
                  <a:lnTo>
                    <a:pt x="327" y="886"/>
                  </a:lnTo>
                  <a:lnTo>
                    <a:pt x="362" y="918"/>
                  </a:lnTo>
                  <a:lnTo>
                    <a:pt x="398" y="951"/>
                  </a:lnTo>
                  <a:lnTo>
                    <a:pt x="433" y="983"/>
                  </a:lnTo>
                  <a:lnTo>
                    <a:pt x="433" y="983"/>
                  </a:lnTo>
                  <a:lnTo>
                    <a:pt x="449" y="998"/>
                  </a:lnTo>
                  <a:lnTo>
                    <a:pt x="465" y="1013"/>
                  </a:lnTo>
                  <a:lnTo>
                    <a:pt x="495" y="1044"/>
                  </a:lnTo>
                  <a:lnTo>
                    <a:pt x="525" y="1074"/>
                  </a:lnTo>
                  <a:lnTo>
                    <a:pt x="539" y="1090"/>
                  </a:lnTo>
                  <a:lnTo>
                    <a:pt x="556" y="1103"/>
                  </a:lnTo>
                  <a:lnTo>
                    <a:pt x="556" y="1103"/>
                  </a:lnTo>
                  <a:lnTo>
                    <a:pt x="593" y="1133"/>
                  </a:lnTo>
                  <a:lnTo>
                    <a:pt x="627" y="1164"/>
                  </a:lnTo>
                  <a:lnTo>
                    <a:pt x="661" y="1197"/>
                  </a:lnTo>
                  <a:lnTo>
                    <a:pt x="693" y="1231"/>
                  </a:lnTo>
                  <a:lnTo>
                    <a:pt x="693" y="1231"/>
                  </a:lnTo>
                  <a:lnTo>
                    <a:pt x="710" y="1248"/>
                  </a:lnTo>
                  <a:lnTo>
                    <a:pt x="729" y="1265"/>
                  </a:lnTo>
                  <a:lnTo>
                    <a:pt x="747" y="1281"/>
                  </a:lnTo>
                  <a:lnTo>
                    <a:pt x="765" y="1295"/>
                  </a:lnTo>
                  <a:lnTo>
                    <a:pt x="803" y="1324"/>
                  </a:lnTo>
                  <a:lnTo>
                    <a:pt x="841" y="1354"/>
                  </a:lnTo>
                  <a:lnTo>
                    <a:pt x="841" y="1354"/>
                  </a:lnTo>
                  <a:lnTo>
                    <a:pt x="853" y="1364"/>
                  </a:lnTo>
                  <a:lnTo>
                    <a:pt x="869" y="1377"/>
                  </a:lnTo>
                  <a:lnTo>
                    <a:pt x="884" y="1391"/>
                  </a:lnTo>
                  <a:lnTo>
                    <a:pt x="892" y="1396"/>
                  </a:lnTo>
                  <a:lnTo>
                    <a:pt x="900" y="1398"/>
                  </a:lnTo>
                  <a:lnTo>
                    <a:pt x="900" y="1398"/>
                  </a:lnTo>
                  <a:lnTo>
                    <a:pt x="904" y="1406"/>
                  </a:lnTo>
                  <a:lnTo>
                    <a:pt x="911" y="1411"/>
                  </a:lnTo>
                  <a:lnTo>
                    <a:pt x="914" y="1413"/>
                  </a:lnTo>
                  <a:lnTo>
                    <a:pt x="918" y="1414"/>
                  </a:lnTo>
                  <a:lnTo>
                    <a:pt x="922" y="1415"/>
                  </a:lnTo>
                  <a:lnTo>
                    <a:pt x="928" y="1414"/>
                  </a:lnTo>
                  <a:lnTo>
                    <a:pt x="928" y="1414"/>
                  </a:lnTo>
                  <a:lnTo>
                    <a:pt x="941" y="1411"/>
                  </a:lnTo>
                  <a:lnTo>
                    <a:pt x="951" y="1406"/>
                  </a:lnTo>
                  <a:lnTo>
                    <a:pt x="962" y="1400"/>
                  </a:lnTo>
                  <a:lnTo>
                    <a:pt x="972" y="1391"/>
                  </a:lnTo>
                  <a:lnTo>
                    <a:pt x="972" y="1391"/>
                  </a:lnTo>
                  <a:lnTo>
                    <a:pt x="996" y="1371"/>
                  </a:lnTo>
                  <a:lnTo>
                    <a:pt x="1020" y="1353"/>
                  </a:lnTo>
                  <a:lnTo>
                    <a:pt x="1045" y="1334"/>
                  </a:lnTo>
                  <a:lnTo>
                    <a:pt x="1071" y="1317"/>
                  </a:lnTo>
                  <a:lnTo>
                    <a:pt x="1071" y="1317"/>
                  </a:lnTo>
                  <a:lnTo>
                    <a:pt x="1092" y="1303"/>
                  </a:lnTo>
                  <a:lnTo>
                    <a:pt x="1115" y="1287"/>
                  </a:lnTo>
                  <a:lnTo>
                    <a:pt x="1155" y="1255"/>
                  </a:lnTo>
                  <a:lnTo>
                    <a:pt x="1196" y="1221"/>
                  </a:lnTo>
                  <a:lnTo>
                    <a:pt x="1217" y="1204"/>
                  </a:lnTo>
                  <a:lnTo>
                    <a:pt x="1238" y="1188"/>
                  </a:lnTo>
                  <a:lnTo>
                    <a:pt x="1238" y="1188"/>
                  </a:lnTo>
                  <a:lnTo>
                    <a:pt x="1256" y="1175"/>
                  </a:lnTo>
                  <a:lnTo>
                    <a:pt x="1273" y="1159"/>
                  </a:lnTo>
                  <a:lnTo>
                    <a:pt x="1289" y="1143"/>
                  </a:lnTo>
                  <a:lnTo>
                    <a:pt x="1304" y="1126"/>
                  </a:lnTo>
                  <a:lnTo>
                    <a:pt x="1336" y="1091"/>
                  </a:lnTo>
                  <a:lnTo>
                    <a:pt x="1364" y="1054"/>
                  </a:lnTo>
                  <a:lnTo>
                    <a:pt x="1364" y="1054"/>
                  </a:lnTo>
                  <a:lnTo>
                    <a:pt x="1379" y="1037"/>
                  </a:lnTo>
                  <a:lnTo>
                    <a:pt x="1395" y="1020"/>
                  </a:lnTo>
                  <a:lnTo>
                    <a:pt x="1426" y="990"/>
                  </a:lnTo>
                  <a:lnTo>
                    <a:pt x="1460" y="960"/>
                  </a:lnTo>
                  <a:lnTo>
                    <a:pt x="1494" y="929"/>
                  </a:lnTo>
                  <a:lnTo>
                    <a:pt x="1494" y="929"/>
                  </a:lnTo>
                  <a:lnTo>
                    <a:pt x="1527" y="896"/>
                  </a:lnTo>
                  <a:lnTo>
                    <a:pt x="1559" y="862"/>
                  </a:lnTo>
                  <a:lnTo>
                    <a:pt x="1592" y="830"/>
                  </a:lnTo>
                  <a:lnTo>
                    <a:pt x="1626" y="796"/>
                  </a:lnTo>
                  <a:lnTo>
                    <a:pt x="1626" y="796"/>
                  </a:lnTo>
                  <a:lnTo>
                    <a:pt x="1644" y="779"/>
                  </a:lnTo>
                  <a:lnTo>
                    <a:pt x="1661" y="759"/>
                  </a:lnTo>
                  <a:lnTo>
                    <a:pt x="1677" y="741"/>
                  </a:lnTo>
                  <a:lnTo>
                    <a:pt x="1691" y="720"/>
                  </a:lnTo>
                  <a:lnTo>
                    <a:pt x="1722" y="680"/>
                  </a:lnTo>
                  <a:lnTo>
                    <a:pt x="1752" y="640"/>
                  </a:lnTo>
                  <a:lnTo>
                    <a:pt x="1752" y="640"/>
                  </a:lnTo>
                  <a:lnTo>
                    <a:pt x="1761" y="627"/>
                  </a:lnTo>
                  <a:lnTo>
                    <a:pt x="1770" y="614"/>
                  </a:lnTo>
                  <a:lnTo>
                    <a:pt x="1777" y="599"/>
                  </a:lnTo>
                  <a:lnTo>
                    <a:pt x="1783" y="585"/>
                  </a:lnTo>
                  <a:lnTo>
                    <a:pt x="1783" y="585"/>
                  </a:lnTo>
                  <a:lnTo>
                    <a:pt x="1787" y="575"/>
                  </a:lnTo>
                  <a:lnTo>
                    <a:pt x="1794" y="565"/>
                  </a:lnTo>
                  <a:lnTo>
                    <a:pt x="1807" y="547"/>
                  </a:lnTo>
                  <a:lnTo>
                    <a:pt x="1818" y="527"/>
                  </a:lnTo>
                  <a:lnTo>
                    <a:pt x="1825" y="518"/>
                  </a:lnTo>
                  <a:lnTo>
                    <a:pt x="1829" y="507"/>
                  </a:lnTo>
                  <a:lnTo>
                    <a:pt x="1829" y="507"/>
                  </a:lnTo>
                  <a:lnTo>
                    <a:pt x="1831" y="491"/>
                  </a:lnTo>
                  <a:lnTo>
                    <a:pt x="1833" y="474"/>
                  </a:lnTo>
                  <a:lnTo>
                    <a:pt x="1833" y="457"/>
                  </a:lnTo>
                  <a:lnTo>
                    <a:pt x="1830" y="440"/>
                  </a:lnTo>
                  <a:lnTo>
                    <a:pt x="1826" y="423"/>
                  </a:lnTo>
                  <a:lnTo>
                    <a:pt x="1821" y="406"/>
                  </a:lnTo>
                  <a:lnTo>
                    <a:pt x="1812" y="374"/>
                  </a:lnTo>
                  <a:lnTo>
                    <a:pt x="1812" y="374"/>
                  </a:lnTo>
                  <a:close/>
                  <a:moveTo>
                    <a:pt x="1778" y="513"/>
                  </a:moveTo>
                  <a:lnTo>
                    <a:pt x="1778" y="513"/>
                  </a:lnTo>
                  <a:lnTo>
                    <a:pt x="1767" y="531"/>
                  </a:lnTo>
                  <a:lnTo>
                    <a:pt x="1756" y="547"/>
                  </a:lnTo>
                  <a:lnTo>
                    <a:pt x="1744" y="564"/>
                  </a:lnTo>
                  <a:lnTo>
                    <a:pt x="1739" y="572"/>
                  </a:lnTo>
                  <a:lnTo>
                    <a:pt x="1735" y="582"/>
                  </a:lnTo>
                  <a:lnTo>
                    <a:pt x="1735" y="582"/>
                  </a:lnTo>
                  <a:lnTo>
                    <a:pt x="1729" y="592"/>
                  </a:lnTo>
                  <a:lnTo>
                    <a:pt x="1724" y="601"/>
                  </a:lnTo>
                  <a:lnTo>
                    <a:pt x="1711" y="619"/>
                  </a:lnTo>
                  <a:lnTo>
                    <a:pt x="1684" y="656"/>
                  </a:lnTo>
                  <a:lnTo>
                    <a:pt x="1684" y="656"/>
                  </a:lnTo>
                  <a:lnTo>
                    <a:pt x="1657" y="690"/>
                  </a:lnTo>
                  <a:lnTo>
                    <a:pt x="1630" y="722"/>
                  </a:lnTo>
                  <a:lnTo>
                    <a:pt x="1601" y="755"/>
                  </a:lnTo>
                  <a:lnTo>
                    <a:pt x="1571" y="788"/>
                  </a:lnTo>
                  <a:lnTo>
                    <a:pt x="1541" y="819"/>
                  </a:lnTo>
                  <a:lnTo>
                    <a:pt x="1511" y="849"/>
                  </a:lnTo>
                  <a:lnTo>
                    <a:pt x="1448" y="909"/>
                  </a:lnTo>
                  <a:lnTo>
                    <a:pt x="1448" y="909"/>
                  </a:lnTo>
                  <a:lnTo>
                    <a:pt x="1395" y="958"/>
                  </a:lnTo>
                  <a:lnTo>
                    <a:pt x="1368" y="983"/>
                  </a:lnTo>
                  <a:lnTo>
                    <a:pt x="1344" y="1009"/>
                  </a:lnTo>
                  <a:lnTo>
                    <a:pt x="1344" y="1009"/>
                  </a:lnTo>
                  <a:lnTo>
                    <a:pt x="1313" y="1043"/>
                  </a:lnTo>
                  <a:lnTo>
                    <a:pt x="1285" y="1077"/>
                  </a:lnTo>
                  <a:lnTo>
                    <a:pt x="1256" y="1109"/>
                  </a:lnTo>
                  <a:lnTo>
                    <a:pt x="1240" y="1125"/>
                  </a:lnTo>
                  <a:lnTo>
                    <a:pt x="1225" y="1141"/>
                  </a:lnTo>
                  <a:lnTo>
                    <a:pt x="1225" y="1141"/>
                  </a:lnTo>
                  <a:lnTo>
                    <a:pt x="1185" y="1173"/>
                  </a:lnTo>
                  <a:lnTo>
                    <a:pt x="1146" y="1206"/>
                  </a:lnTo>
                  <a:lnTo>
                    <a:pt x="1065" y="1266"/>
                  </a:lnTo>
                  <a:lnTo>
                    <a:pt x="1065" y="1266"/>
                  </a:lnTo>
                  <a:lnTo>
                    <a:pt x="1044" y="1282"/>
                  </a:lnTo>
                  <a:lnTo>
                    <a:pt x="1023" y="1295"/>
                  </a:lnTo>
                  <a:lnTo>
                    <a:pt x="980" y="1324"/>
                  </a:lnTo>
                  <a:lnTo>
                    <a:pt x="980" y="1324"/>
                  </a:lnTo>
                  <a:lnTo>
                    <a:pt x="968" y="1333"/>
                  </a:lnTo>
                  <a:lnTo>
                    <a:pt x="956" y="1343"/>
                  </a:lnTo>
                  <a:lnTo>
                    <a:pt x="945" y="1354"/>
                  </a:lnTo>
                  <a:lnTo>
                    <a:pt x="931" y="1363"/>
                  </a:lnTo>
                  <a:lnTo>
                    <a:pt x="931" y="1363"/>
                  </a:lnTo>
                  <a:lnTo>
                    <a:pt x="928" y="1358"/>
                  </a:lnTo>
                  <a:lnTo>
                    <a:pt x="922" y="1355"/>
                  </a:lnTo>
                  <a:lnTo>
                    <a:pt x="916" y="1354"/>
                  </a:lnTo>
                  <a:lnTo>
                    <a:pt x="908" y="1355"/>
                  </a:lnTo>
                  <a:lnTo>
                    <a:pt x="908" y="1355"/>
                  </a:lnTo>
                  <a:lnTo>
                    <a:pt x="911" y="1354"/>
                  </a:lnTo>
                  <a:lnTo>
                    <a:pt x="912" y="1353"/>
                  </a:lnTo>
                  <a:lnTo>
                    <a:pt x="912" y="1350"/>
                  </a:lnTo>
                  <a:lnTo>
                    <a:pt x="911" y="1349"/>
                  </a:lnTo>
                  <a:lnTo>
                    <a:pt x="907" y="1343"/>
                  </a:lnTo>
                  <a:lnTo>
                    <a:pt x="901" y="1340"/>
                  </a:lnTo>
                  <a:lnTo>
                    <a:pt x="886" y="1329"/>
                  </a:lnTo>
                  <a:lnTo>
                    <a:pt x="874" y="1321"/>
                  </a:lnTo>
                  <a:lnTo>
                    <a:pt x="874" y="1321"/>
                  </a:lnTo>
                  <a:lnTo>
                    <a:pt x="850" y="1303"/>
                  </a:lnTo>
                  <a:lnTo>
                    <a:pt x="826" y="1286"/>
                  </a:lnTo>
                  <a:lnTo>
                    <a:pt x="826" y="1286"/>
                  </a:lnTo>
                  <a:lnTo>
                    <a:pt x="807" y="1274"/>
                  </a:lnTo>
                  <a:lnTo>
                    <a:pt x="790" y="1261"/>
                  </a:lnTo>
                  <a:lnTo>
                    <a:pt x="775" y="1247"/>
                  </a:lnTo>
                  <a:lnTo>
                    <a:pt x="759" y="1232"/>
                  </a:lnTo>
                  <a:lnTo>
                    <a:pt x="729" y="1202"/>
                  </a:lnTo>
                  <a:lnTo>
                    <a:pt x="699" y="1170"/>
                  </a:lnTo>
                  <a:lnTo>
                    <a:pt x="699" y="1170"/>
                  </a:lnTo>
                  <a:lnTo>
                    <a:pt x="676" y="1146"/>
                  </a:lnTo>
                  <a:lnTo>
                    <a:pt x="652" y="1120"/>
                  </a:lnTo>
                  <a:lnTo>
                    <a:pt x="638" y="1107"/>
                  </a:lnTo>
                  <a:lnTo>
                    <a:pt x="625" y="1095"/>
                  </a:lnTo>
                  <a:lnTo>
                    <a:pt x="612" y="1085"/>
                  </a:lnTo>
                  <a:lnTo>
                    <a:pt x="598" y="1075"/>
                  </a:lnTo>
                  <a:lnTo>
                    <a:pt x="598" y="1075"/>
                  </a:lnTo>
                  <a:lnTo>
                    <a:pt x="587" y="1069"/>
                  </a:lnTo>
                  <a:lnTo>
                    <a:pt x="578" y="1062"/>
                  </a:lnTo>
                  <a:lnTo>
                    <a:pt x="561" y="1045"/>
                  </a:lnTo>
                  <a:lnTo>
                    <a:pt x="546" y="1027"/>
                  </a:lnTo>
                  <a:lnTo>
                    <a:pt x="530" y="1009"/>
                  </a:lnTo>
                  <a:lnTo>
                    <a:pt x="530" y="1009"/>
                  </a:lnTo>
                  <a:lnTo>
                    <a:pt x="523" y="1000"/>
                  </a:lnTo>
                  <a:lnTo>
                    <a:pt x="516" y="993"/>
                  </a:lnTo>
                  <a:lnTo>
                    <a:pt x="500" y="979"/>
                  </a:lnTo>
                  <a:lnTo>
                    <a:pt x="482" y="964"/>
                  </a:lnTo>
                  <a:lnTo>
                    <a:pt x="466" y="951"/>
                  </a:lnTo>
                  <a:lnTo>
                    <a:pt x="466" y="951"/>
                  </a:lnTo>
                  <a:lnTo>
                    <a:pt x="432" y="921"/>
                  </a:lnTo>
                  <a:lnTo>
                    <a:pt x="399" y="890"/>
                  </a:lnTo>
                  <a:lnTo>
                    <a:pt x="366" y="858"/>
                  </a:lnTo>
                  <a:lnTo>
                    <a:pt x="335" y="826"/>
                  </a:lnTo>
                  <a:lnTo>
                    <a:pt x="275" y="759"/>
                  </a:lnTo>
                  <a:lnTo>
                    <a:pt x="215" y="691"/>
                  </a:lnTo>
                  <a:lnTo>
                    <a:pt x="215" y="691"/>
                  </a:lnTo>
                  <a:lnTo>
                    <a:pt x="202" y="677"/>
                  </a:lnTo>
                  <a:lnTo>
                    <a:pt x="190" y="661"/>
                  </a:lnTo>
                  <a:lnTo>
                    <a:pt x="166" y="628"/>
                  </a:lnTo>
                  <a:lnTo>
                    <a:pt x="145" y="594"/>
                  </a:lnTo>
                  <a:lnTo>
                    <a:pt x="127" y="559"/>
                  </a:lnTo>
                  <a:lnTo>
                    <a:pt x="127" y="559"/>
                  </a:lnTo>
                  <a:lnTo>
                    <a:pt x="118" y="543"/>
                  </a:lnTo>
                  <a:lnTo>
                    <a:pt x="106" y="529"/>
                  </a:lnTo>
                  <a:lnTo>
                    <a:pt x="83" y="497"/>
                  </a:lnTo>
                  <a:lnTo>
                    <a:pt x="71" y="482"/>
                  </a:lnTo>
                  <a:lnTo>
                    <a:pt x="60" y="466"/>
                  </a:lnTo>
                  <a:lnTo>
                    <a:pt x="52" y="449"/>
                  </a:lnTo>
                  <a:lnTo>
                    <a:pt x="46" y="432"/>
                  </a:lnTo>
                  <a:lnTo>
                    <a:pt x="46" y="432"/>
                  </a:lnTo>
                  <a:lnTo>
                    <a:pt x="49" y="418"/>
                  </a:lnTo>
                  <a:lnTo>
                    <a:pt x="51" y="404"/>
                  </a:lnTo>
                  <a:lnTo>
                    <a:pt x="56" y="391"/>
                  </a:lnTo>
                  <a:lnTo>
                    <a:pt x="63" y="380"/>
                  </a:lnTo>
                  <a:lnTo>
                    <a:pt x="71" y="368"/>
                  </a:lnTo>
                  <a:lnTo>
                    <a:pt x="79" y="356"/>
                  </a:lnTo>
                  <a:lnTo>
                    <a:pt x="97" y="333"/>
                  </a:lnTo>
                  <a:lnTo>
                    <a:pt x="97" y="333"/>
                  </a:lnTo>
                  <a:lnTo>
                    <a:pt x="120" y="302"/>
                  </a:lnTo>
                  <a:lnTo>
                    <a:pt x="145" y="272"/>
                  </a:lnTo>
                  <a:lnTo>
                    <a:pt x="171" y="245"/>
                  </a:lnTo>
                  <a:lnTo>
                    <a:pt x="199" y="216"/>
                  </a:lnTo>
                  <a:lnTo>
                    <a:pt x="199" y="216"/>
                  </a:lnTo>
                  <a:lnTo>
                    <a:pt x="224" y="191"/>
                  </a:lnTo>
                  <a:lnTo>
                    <a:pt x="247" y="164"/>
                  </a:lnTo>
                  <a:lnTo>
                    <a:pt x="270" y="138"/>
                  </a:lnTo>
                  <a:lnTo>
                    <a:pt x="294" y="112"/>
                  </a:lnTo>
                  <a:lnTo>
                    <a:pt x="294" y="112"/>
                  </a:lnTo>
                  <a:lnTo>
                    <a:pt x="315" y="91"/>
                  </a:lnTo>
                  <a:lnTo>
                    <a:pt x="336" y="71"/>
                  </a:lnTo>
                  <a:lnTo>
                    <a:pt x="336" y="71"/>
                  </a:lnTo>
                  <a:lnTo>
                    <a:pt x="343" y="62"/>
                  </a:lnTo>
                  <a:lnTo>
                    <a:pt x="345" y="57"/>
                  </a:lnTo>
                  <a:lnTo>
                    <a:pt x="345" y="54"/>
                  </a:lnTo>
                  <a:lnTo>
                    <a:pt x="343" y="53"/>
                  </a:lnTo>
                  <a:lnTo>
                    <a:pt x="632" y="53"/>
                  </a:lnTo>
                  <a:lnTo>
                    <a:pt x="632" y="53"/>
                  </a:lnTo>
                  <a:lnTo>
                    <a:pt x="699" y="51"/>
                  </a:lnTo>
                  <a:lnTo>
                    <a:pt x="765" y="49"/>
                  </a:lnTo>
                  <a:lnTo>
                    <a:pt x="832" y="46"/>
                  </a:lnTo>
                  <a:lnTo>
                    <a:pt x="899" y="45"/>
                  </a:lnTo>
                  <a:lnTo>
                    <a:pt x="899" y="45"/>
                  </a:lnTo>
                  <a:lnTo>
                    <a:pt x="968" y="46"/>
                  </a:lnTo>
                  <a:lnTo>
                    <a:pt x="1037" y="47"/>
                  </a:lnTo>
                  <a:lnTo>
                    <a:pt x="1176" y="53"/>
                  </a:lnTo>
                  <a:lnTo>
                    <a:pt x="1316" y="58"/>
                  </a:lnTo>
                  <a:lnTo>
                    <a:pt x="1385" y="61"/>
                  </a:lnTo>
                  <a:lnTo>
                    <a:pt x="1455" y="61"/>
                  </a:lnTo>
                  <a:lnTo>
                    <a:pt x="1455" y="61"/>
                  </a:lnTo>
                  <a:lnTo>
                    <a:pt x="1463" y="59"/>
                  </a:lnTo>
                  <a:lnTo>
                    <a:pt x="1468" y="57"/>
                  </a:lnTo>
                  <a:lnTo>
                    <a:pt x="1468" y="57"/>
                  </a:lnTo>
                  <a:lnTo>
                    <a:pt x="1478" y="64"/>
                  </a:lnTo>
                  <a:lnTo>
                    <a:pt x="1489" y="72"/>
                  </a:lnTo>
                  <a:lnTo>
                    <a:pt x="1489" y="72"/>
                  </a:lnTo>
                  <a:lnTo>
                    <a:pt x="1515" y="93"/>
                  </a:lnTo>
                  <a:lnTo>
                    <a:pt x="1540" y="114"/>
                  </a:lnTo>
                  <a:lnTo>
                    <a:pt x="1563" y="138"/>
                  </a:lnTo>
                  <a:lnTo>
                    <a:pt x="1586" y="163"/>
                  </a:lnTo>
                  <a:lnTo>
                    <a:pt x="1586" y="163"/>
                  </a:lnTo>
                  <a:lnTo>
                    <a:pt x="1609" y="191"/>
                  </a:lnTo>
                  <a:lnTo>
                    <a:pt x="1633" y="221"/>
                  </a:lnTo>
                  <a:lnTo>
                    <a:pt x="1654" y="251"/>
                  </a:lnTo>
                  <a:lnTo>
                    <a:pt x="1674" y="283"/>
                  </a:lnTo>
                  <a:lnTo>
                    <a:pt x="1674" y="283"/>
                  </a:lnTo>
                  <a:lnTo>
                    <a:pt x="1685" y="296"/>
                  </a:lnTo>
                  <a:lnTo>
                    <a:pt x="1695" y="309"/>
                  </a:lnTo>
                  <a:lnTo>
                    <a:pt x="1720" y="333"/>
                  </a:lnTo>
                  <a:lnTo>
                    <a:pt x="1732" y="344"/>
                  </a:lnTo>
                  <a:lnTo>
                    <a:pt x="1744" y="357"/>
                  </a:lnTo>
                  <a:lnTo>
                    <a:pt x="1753" y="370"/>
                  </a:lnTo>
                  <a:lnTo>
                    <a:pt x="1762" y="384"/>
                  </a:lnTo>
                  <a:lnTo>
                    <a:pt x="1762" y="384"/>
                  </a:lnTo>
                  <a:lnTo>
                    <a:pt x="1765" y="389"/>
                  </a:lnTo>
                  <a:lnTo>
                    <a:pt x="1770" y="393"/>
                  </a:lnTo>
                  <a:lnTo>
                    <a:pt x="1770" y="393"/>
                  </a:lnTo>
                  <a:lnTo>
                    <a:pt x="1778" y="421"/>
                  </a:lnTo>
                  <a:lnTo>
                    <a:pt x="1782" y="437"/>
                  </a:lnTo>
                  <a:lnTo>
                    <a:pt x="1784" y="453"/>
                  </a:lnTo>
                  <a:lnTo>
                    <a:pt x="1786" y="469"/>
                  </a:lnTo>
                  <a:lnTo>
                    <a:pt x="1786" y="484"/>
                  </a:lnTo>
                  <a:lnTo>
                    <a:pt x="1783" y="500"/>
                  </a:lnTo>
                  <a:lnTo>
                    <a:pt x="1778" y="513"/>
                  </a:lnTo>
                  <a:lnTo>
                    <a:pt x="1778" y="513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6" name="Freeform 402"/>
            <p:cNvSpPr/>
            <p:nvPr/>
          </p:nvSpPr>
          <p:spPr bwMode="auto">
            <a:xfrm>
              <a:off x="5257801" y="1255713"/>
              <a:ext cx="703263" cy="26988"/>
            </a:xfrm>
            <a:custGeom>
              <a:avLst/>
              <a:gdLst/>
              <a:ahLst/>
              <a:cxnLst>
                <a:cxn ang="0">
                  <a:pos x="1763" y="29"/>
                </a:cxn>
                <a:cxn ang="0">
                  <a:pos x="1744" y="21"/>
                </a:cxn>
                <a:cxn ang="0">
                  <a:pos x="1720" y="18"/>
                </a:cxn>
                <a:cxn ang="0">
                  <a:pos x="1673" y="20"/>
                </a:cxn>
                <a:cxn ang="0">
                  <a:pos x="1592" y="22"/>
                </a:cxn>
                <a:cxn ang="0">
                  <a:pos x="1510" y="22"/>
                </a:cxn>
                <a:cxn ang="0">
                  <a:pos x="1451" y="21"/>
                </a:cxn>
                <a:cxn ang="0">
                  <a:pos x="1332" y="13"/>
                </a:cxn>
                <a:cxn ang="0">
                  <a:pos x="1273" y="12"/>
                </a:cxn>
                <a:cxn ang="0">
                  <a:pos x="1145" y="15"/>
                </a:cxn>
                <a:cxn ang="0">
                  <a:pos x="1016" y="16"/>
                </a:cxn>
                <a:cxn ang="0">
                  <a:pos x="769" y="13"/>
                </a:cxn>
                <a:cxn ang="0">
                  <a:pos x="273" y="3"/>
                </a:cxn>
                <a:cxn ang="0">
                  <a:pos x="26" y="0"/>
                </a:cxn>
                <a:cxn ang="0">
                  <a:pos x="20" y="0"/>
                </a:cxn>
                <a:cxn ang="0">
                  <a:pos x="10" y="4"/>
                </a:cxn>
                <a:cxn ang="0">
                  <a:pos x="4" y="11"/>
                </a:cxn>
                <a:cxn ang="0">
                  <a:pos x="0" y="18"/>
                </a:cxn>
                <a:cxn ang="0">
                  <a:pos x="0" y="28"/>
                </a:cxn>
                <a:cxn ang="0">
                  <a:pos x="4" y="35"/>
                </a:cxn>
                <a:cxn ang="0">
                  <a:pos x="10" y="42"/>
                </a:cxn>
                <a:cxn ang="0">
                  <a:pos x="20" y="45"/>
                </a:cxn>
                <a:cxn ang="0">
                  <a:pos x="26" y="46"/>
                </a:cxn>
                <a:cxn ang="0">
                  <a:pos x="256" y="49"/>
                </a:cxn>
                <a:cxn ang="0">
                  <a:pos x="717" y="59"/>
                </a:cxn>
                <a:cxn ang="0">
                  <a:pos x="947" y="60"/>
                </a:cxn>
                <a:cxn ang="0">
                  <a:pos x="1009" y="60"/>
                </a:cxn>
                <a:cxn ang="0">
                  <a:pos x="1196" y="55"/>
                </a:cxn>
                <a:cxn ang="0">
                  <a:pos x="1320" y="56"/>
                </a:cxn>
                <a:cxn ang="0">
                  <a:pos x="1413" y="62"/>
                </a:cxn>
                <a:cxn ang="0">
                  <a:pos x="1443" y="66"/>
                </a:cxn>
                <a:cxn ang="0">
                  <a:pos x="1527" y="69"/>
                </a:cxn>
                <a:cxn ang="0">
                  <a:pos x="1610" y="68"/>
                </a:cxn>
                <a:cxn ang="0">
                  <a:pos x="1673" y="66"/>
                </a:cxn>
                <a:cxn ang="0">
                  <a:pos x="1707" y="67"/>
                </a:cxn>
                <a:cxn ang="0">
                  <a:pos x="1727" y="64"/>
                </a:cxn>
                <a:cxn ang="0">
                  <a:pos x="1725" y="62"/>
                </a:cxn>
                <a:cxn ang="0">
                  <a:pos x="1731" y="66"/>
                </a:cxn>
                <a:cxn ang="0">
                  <a:pos x="1741" y="68"/>
                </a:cxn>
                <a:cxn ang="0">
                  <a:pos x="1750" y="68"/>
                </a:cxn>
                <a:cxn ang="0">
                  <a:pos x="1763" y="62"/>
                </a:cxn>
                <a:cxn ang="0">
                  <a:pos x="1770" y="50"/>
                </a:cxn>
                <a:cxn ang="0">
                  <a:pos x="1771" y="42"/>
                </a:cxn>
                <a:cxn ang="0">
                  <a:pos x="1767" y="34"/>
                </a:cxn>
                <a:cxn ang="0">
                  <a:pos x="1763" y="29"/>
                </a:cxn>
              </a:cxnLst>
              <a:rect l="0" t="0" r="r" b="b"/>
              <a:pathLst>
                <a:path w="1771" h="69">
                  <a:moveTo>
                    <a:pt x="1763" y="29"/>
                  </a:moveTo>
                  <a:lnTo>
                    <a:pt x="1763" y="29"/>
                  </a:lnTo>
                  <a:lnTo>
                    <a:pt x="1754" y="24"/>
                  </a:lnTo>
                  <a:lnTo>
                    <a:pt x="1744" y="21"/>
                  </a:lnTo>
                  <a:lnTo>
                    <a:pt x="1732" y="18"/>
                  </a:lnTo>
                  <a:lnTo>
                    <a:pt x="1720" y="18"/>
                  </a:lnTo>
                  <a:lnTo>
                    <a:pt x="1695" y="18"/>
                  </a:lnTo>
                  <a:lnTo>
                    <a:pt x="1673" y="20"/>
                  </a:lnTo>
                  <a:lnTo>
                    <a:pt x="1673" y="20"/>
                  </a:lnTo>
                  <a:lnTo>
                    <a:pt x="1592" y="22"/>
                  </a:lnTo>
                  <a:lnTo>
                    <a:pt x="1510" y="22"/>
                  </a:lnTo>
                  <a:lnTo>
                    <a:pt x="1510" y="22"/>
                  </a:lnTo>
                  <a:lnTo>
                    <a:pt x="1481" y="22"/>
                  </a:lnTo>
                  <a:lnTo>
                    <a:pt x="1451" y="21"/>
                  </a:lnTo>
                  <a:lnTo>
                    <a:pt x="1392" y="17"/>
                  </a:lnTo>
                  <a:lnTo>
                    <a:pt x="1332" y="13"/>
                  </a:lnTo>
                  <a:lnTo>
                    <a:pt x="1303" y="12"/>
                  </a:lnTo>
                  <a:lnTo>
                    <a:pt x="1273" y="12"/>
                  </a:lnTo>
                  <a:lnTo>
                    <a:pt x="1273" y="12"/>
                  </a:lnTo>
                  <a:lnTo>
                    <a:pt x="1145" y="15"/>
                  </a:lnTo>
                  <a:lnTo>
                    <a:pt x="1016" y="16"/>
                  </a:lnTo>
                  <a:lnTo>
                    <a:pt x="1016" y="16"/>
                  </a:lnTo>
                  <a:lnTo>
                    <a:pt x="893" y="15"/>
                  </a:lnTo>
                  <a:lnTo>
                    <a:pt x="769" y="13"/>
                  </a:lnTo>
                  <a:lnTo>
                    <a:pt x="521" y="8"/>
                  </a:lnTo>
                  <a:lnTo>
                    <a:pt x="273" y="3"/>
                  </a:lnTo>
                  <a:lnTo>
                    <a:pt x="149" y="0"/>
                  </a:lnTo>
                  <a:lnTo>
                    <a:pt x="26" y="0"/>
                  </a:lnTo>
                  <a:lnTo>
                    <a:pt x="26" y="0"/>
                  </a:lnTo>
                  <a:lnTo>
                    <a:pt x="20" y="0"/>
                  </a:lnTo>
                  <a:lnTo>
                    <a:pt x="14" y="1"/>
                  </a:lnTo>
                  <a:lnTo>
                    <a:pt x="10" y="4"/>
                  </a:lnTo>
                  <a:lnTo>
                    <a:pt x="7" y="7"/>
                  </a:lnTo>
                  <a:lnTo>
                    <a:pt x="4" y="11"/>
                  </a:lnTo>
                  <a:lnTo>
                    <a:pt x="1" y="15"/>
                  </a:lnTo>
                  <a:lnTo>
                    <a:pt x="0" y="18"/>
                  </a:lnTo>
                  <a:lnTo>
                    <a:pt x="0" y="22"/>
                  </a:lnTo>
                  <a:lnTo>
                    <a:pt x="0" y="28"/>
                  </a:lnTo>
                  <a:lnTo>
                    <a:pt x="1" y="32"/>
                  </a:lnTo>
                  <a:lnTo>
                    <a:pt x="4" y="35"/>
                  </a:lnTo>
                  <a:lnTo>
                    <a:pt x="7" y="38"/>
                  </a:lnTo>
                  <a:lnTo>
                    <a:pt x="10" y="42"/>
                  </a:lnTo>
                  <a:lnTo>
                    <a:pt x="14" y="43"/>
                  </a:lnTo>
                  <a:lnTo>
                    <a:pt x="20" y="45"/>
                  </a:lnTo>
                  <a:lnTo>
                    <a:pt x="26" y="46"/>
                  </a:lnTo>
                  <a:lnTo>
                    <a:pt x="26" y="46"/>
                  </a:lnTo>
                  <a:lnTo>
                    <a:pt x="141" y="46"/>
                  </a:lnTo>
                  <a:lnTo>
                    <a:pt x="256" y="49"/>
                  </a:lnTo>
                  <a:lnTo>
                    <a:pt x="487" y="54"/>
                  </a:lnTo>
                  <a:lnTo>
                    <a:pt x="717" y="59"/>
                  </a:lnTo>
                  <a:lnTo>
                    <a:pt x="832" y="60"/>
                  </a:lnTo>
                  <a:lnTo>
                    <a:pt x="947" y="60"/>
                  </a:lnTo>
                  <a:lnTo>
                    <a:pt x="947" y="60"/>
                  </a:lnTo>
                  <a:lnTo>
                    <a:pt x="1009" y="60"/>
                  </a:lnTo>
                  <a:lnTo>
                    <a:pt x="1071" y="59"/>
                  </a:lnTo>
                  <a:lnTo>
                    <a:pt x="1196" y="55"/>
                  </a:lnTo>
                  <a:lnTo>
                    <a:pt x="1258" y="55"/>
                  </a:lnTo>
                  <a:lnTo>
                    <a:pt x="1320" y="56"/>
                  </a:lnTo>
                  <a:lnTo>
                    <a:pt x="1381" y="59"/>
                  </a:lnTo>
                  <a:lnTo>
                    <a:pt x="1413" y="62"/>
                  </a:lnTo>
                  <a:lnTo>
                    <a:pt x="1443" y="66"/>
                  </a:lnTo>
                  <a:lnTo>
                    <a:pt x="1443" y="66"/>
                  </a:lnTo>
                  <a:lnTo>
                    <a:pt x="1485" y="68"/>
                  </a:lnTo>
                  <a:lnTo>
                    <a:pt x="1527" y="69"/>
                  </a:lnTo>
                  <a:lnTo>
                    <a:pt x="1568" y="69"/>
                  </a:lnTo>
                  <a:lnTo>
                    <a:pt x="1610" y="68"/>
                  </a:lnTo>
                  <a:lnTo>
                    <a:pt x="1610" y="68"/>
                  </a:lnTo>
                  <a:lnTo>
                    <a:pt x="1673" y="66"/>
                  </a:lnTo>
                  <a:lnTo>
                    <a:pt x="1673" y="66"/>
                  </a:lnTo>
                  <a:lnTo>
                    <a:pt x="1707" y="67"/>
                  </a:lnTo>
                  <a:lnTo>
                    <a:pt x="1723" y="66"/>
                  </a:lnTo>
                  <a:lnTo>
                    <a:pt x="1727" y="64"/>
                  </a:lnTo>
                  <a:lnTo>
                    <a:pt x="1727" y="63"/>
                  </a:lnTo>
                  <a:lnTo>
                    <a:pt x="1725" y="62"/>
                  </a:lnTo>
                  <a:lnTo>
                    <a:pt x="1725" y="62"/>
                  </a:lnTo>
                  <a:lnTo>
                    <a:pt x="1731" y="66"/>
                  </a:lnTo>
                  <a:lnTo>
                    <a:pt x="1736" y="67"/>
                  </a:lnTo>
                  <a:lnTo>
                    <a:pt x="1741" y="68"/>
                  </a:lnTo>
                  <a:lnTo>
                    <a:pt x="1745" y="68"/>
                  </a:lnTo>
                  <a:lnTo>
                    <a:pt x="1750" y="68"/>
                  </a:lnTo>
                  <a:lnTo>
                    <a:pt x="1755" y="66"/>
                  </a:lnTo>
                  <a:lnTo>
                    <a:pt x="1763" y="62"/>
                  </a:lnTo>
                  <a:lnTo>
                    <a:pt x="1769" y="54"/>
                  </a:lnTo>
                  <a:lnTo>
                    <a:pt x="1770" y="50"/>
                  </a:lnTo>
                  <a:lnTo>
                    <a:pt x="1771" y="46"/>
                  </a:lnTo>
                  <a:lnTo>
                    <a:pt x="1771" y="42"/>
                  </a:lnTo>
                  <a:lnTo>
                    <a:pt x="1770" y="38"/>
                  </a:lnTo>
                  <a:lnTo>
                    <a:pt x="1767" y="34"/>
                  </a:lnTo>
                  <a:lnTo>
                    <a:pt x="1763" y="29"/>
                  </a:lnTo>
                  <a:lnTo>
                    <a:pt x="1763" y="29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7" name="Freeform 403"/>
            <p:cNvSpPr/>
            <p:nvPr/>
          </p:nvSpPr>
          <p:spPr bwMode="auto">
            <a:xfrm>
              <a:off x="5435601" y="1260476"/>
              <a:ext cx="180975" cy="381000"/>
            </a:xfrm>
            <a:custGeom>
              <a:avLst/>
              <a:gdLst/>
              <a:ahLst/>
              <a:cxnLst>
                <a:cxn ang="0">
                  <a:pos x="454" y="924"/>
                </a:cxn>
                <a:cxn ang="0">
                  <a:pos x="432" y="877"/>
                </a:cxn>
                <a:cxn ang="0">
                  <a:pos x="394" y="782"/>
                </a:cxn>
                <a:cxn ang="0">
                  <a:pos x="373" y="735"/>
                </a:cxn>
                <a:cxn ang="0">
                  <a:pos x="343" y="672"/>
                </a:cxn>
                <a:cxn ang="0">
                  <a:pos x="245" y="488"/>
                </a:cxn>
                <a:cxn ang="0">
                  <a:pos x="232" y="464"/>
                </a:cxn>
                <a:cxn ang="0">
                  <a:pos x="187" y="395"/>
                </a:cxn>
                <a:cxn ang="0">
                  <a:pos x="160" y="348"/>
                </a:cxn>
                <a:cxn ang="0">
                  <a:pos x="135" y="298"/>
                </a:cxn>
                <a:cxn ang="0">
                  <a:pos x="122" y="264"/>
                </a:cxn>
                <a:cxn ang="0">
                  <a:pos x="100" y="193"/>
                </a:cxn>
                <a:cxn ang="0">
                  <a:pos x="87" y="158"/>
                </a:cxn>
                <a:cxn ang="0">
                  <a:pos x="62" y="91"/>
                </a:cxn>
                <a:cxn ang="0">
                  <a:pos x="51" y="57"/>
                </a:cxn>
                <a:cxn ang="0">
                  <a:pos x="46" y="22"/>
                </a:cxn>
                <a:cxn ang="0">
                  <a:pos x="45" y="17"/>
                </a:cxn>
                <a:cxn ang="0">
                  <a:pos x="41" y="9"/>
                </a:cxn>
                <a:cxn ang="0">
                  <a:pos x="34" y="4"/>
                </a:cxn>
                <a:cxn ang="0">
                  <a:pos x="23" y="0"/>
                </a:cxn>
                <a:cxn ang="0">
                  <a:pos x="10" y="4"/>
                </a:cxn>
                <a:cxn ang="0">
                  <a:pos x="4" y="9"/>
                </a:cxn>
                <a:cxn ang="0">
                  <a:pos x="0" y="17"/>
                </a:cxn>
                <a:cxn ang="0">
                  <a:pos x="0" y="22"/>
                </a:cxn>
                <a:cxn ang="0">
                  <a:pos x="4" y="52"/>
                </a:cxn>
                <a:cxn ang="0">
                  <a:pos x="19" y="108"/>
                </a:cxn>
                <a:cxn ang="0">
                  <a:pos x="29" y="136"/>
                </a:cxn>
                <a:cxn ang="0">
                  <a:pos x="51" y="199"/>
                </a:cxn>
                <a:cxn ang="0">
                  <a:pos x="71" y="261"/>
                </a:cxn>
                <a:cxn ang="0">
                  <a:pos x="81" y="289"/>
                </a:cxn>
                <a:cxn ang="0">
                  <a:pos x="118" y="369"/>
                </a:cxn>
                <a:cxn ang="0">
                  <a:pos x="126" y="383"/>
                </a:cxn>
                <a:cxn ang="0">
                  <a:pos x="152" y="422"/>
                </a:cxn>
                <a:cxn ang="0">
                  <a:pos x="178" y="462"/>
                </a:cxn>
                <a:cxn ang="0">
                  <a:pos x="186" y="475"/>
                </a:cxn>
                <a:cxn ang="0">
                  <a:pos x="220" y="539"/>
                </a:cxn>
                <a:cxn ang="0">
                  <a:pos x="254" y="601"/>
                </a:cxn>
                <a:cxn ang="0">
                  <a:pos x="269" y="635"/>
                </a:cxn>
                <a:cxn ang="0">
                  <a:pos x="291" y="690"/>
                </a:cxn>
                <a:cxn ang="0">
                  <a:pos x="309" y="724"/>
                </a:cxn>
                <a:cxn ang="0">
                  <a:pos x="320" y="739"/>
                </a:cxn>
                <a:cxn ang="0">
                  <a:pos x="333" y="758"/>
                </a:cxn>
                <a:cxn ang="0">
                  <a:pos x="339" y="781"/>
                </a:cxn>
                <a:cxn ang="0">
                  <a:pos x="351" y="812"/>
                </a:cxn>
                <a:cxn ang="0">
                  <a:pos x="356" y="821"/>
                </a:cxn>
                <a:cxn ang="0">
                  <a:pos x="373" y="851"/>
                </a:cxn>
                <a:cxn ang="0">
                  <a:pos x="388" y="883"/>
                </a:cxn>
                <a:cxn ang="0">
                  <a:pos x="407" y="931"/>
                </a:cxn>
                <a:cxn ang="0">
                  <a:pos x="415" y="947"/>
                </a:cxn>
                <a:cxn ang="0">
                  <a:pos x="420" y="955"/>
                </a:cxn>
                <a:cxn ang="0">
                  <a:pos x="428" y="958"/>
                </a:cxn>
                <a:cxn ang="0">
                  <a:pos x="437" y="958"/>
                </a:cxn>
                <a:cxn ang="0">
                  <a:pos x="452" y="949"/>
                </a:cxn>
                <a:cxn ang="0">
                  <a:pos x="456" y="941"/>
                </a:cxn>
                <a:cxn ang="0">
                  <a:pos x="457" y="934"/>
                </a:cxn>
                <a:cxn ang="0">
                  <a:pos x="454" y="924"/>
                </a:cxn>
              </a:cxnLst>
              <a:rect l="0" t="0" r="r" b="b"/>
              <a:pathLst>
                <a:path w="457" h="958">
                  <a:moveTo>
                    <a:pt x="454" y="924"/>
                  </a:moveTo>
                  <a:lnTo>
                    <a:pt x="454" y="924"/>
                  </a:lnTo>
                  <a:lnTo>
                    <a:pt x="442" y="901"/>
                  </a:lnTo>
                  <a:lnTo>
                    <a:pt x="432" y="877"/>
                  </a:lnTo>
                  <a:lnTo>
                    <a:pt x="412" y="830"/>
                  </a:lnTo>
                  <a:lnTo>
                    <a:pt x="394" y="782"/>
                  </a:lnTo>
                  <a:lnTo>
                    <a:pt x="384" y="758"/>
                  </a:lnTo>
                  <a:lnTo>
                    <a:pt x="373" y="735"/>
                  </a:lnTo>
                  <a:lnTo>
                    <a:pt x="373" y="735"/>
                  </a:lnTo>
                  <a:lnTo>
                    <a:pt x="343" y="672"/>
                  </a:lnTo>
                  <a:lnTo>
                    <a:pt x="310" y="611"/>
                  </a:lnTo>
                  <a:lnTo>
                    <a:pt x="245" y="488"/>
                  </a:lnTo>
                  <a:lnTo>
                    <a:pt x="245" y="488"/>
                  </a:lnTo>
                  <a:lnTo>
                    <a:pt x="232" y="464"/>
                  </a:lnTo>
                  <a:lnTo>
                    <a:pt x="217" y="441"/>
                  </a:lnTo>
                  <a:lnTo>
                    <a:pt x="187" y="395"/>
                  </a:lnTo>
                  <a:lnTo>
                    <a:pt x="173" y="371"/>
                  </a:lnTo>
                  <a:lnTo>
                    <a:pt x="160" y="348"/>
                  </a:lnTo>
                  <a:lnTo>
                    <a:pt x="147" y="324"/>
                  </a:lnTo>
                  <a:lnTo>
                    <a:pt x="135" y="298"/>
                  </a:lnTo>
                  <a:lnTo>
                    <a:pt x="135" y="298"/>
                  </a:lnTo>
                  <a:lnTo>
                    <a:pt x="122" y="264"/>
                  </a:lnTo>
                  <a:lnTo>
                    <a:pt x="110" y="229"/>
                  </a:lnTo>
                  <a:lnTo>
                    <a:pt x="100" y="193"/>
                  </a:lnTo>
                  <a:lnTo>
                    <a:pt x="87" y="158"/>
                  </a:lnTo>
                  <a:lnTo>
                    <a:pt x="87" y="158"/>
                  </a:lnTo>
                  <a:lnTo>
                    <a:pt x="74" y="125"/>
                  </a:lnTo>
                  <a:lnTo>
                    <a:pt x="62" y="91"/>
                  </a:lnTo>
                  <a:lnTo>
                    <a:pt x="55" y="74"/>
                  </a:lnTo>
                  <a:lnTo>
                    <a:pt x="51" y="57"/>
                  </a:lnTo>
                  <a:lnTo>
                    <a:pt x="47" y="40"/>
                  </a:lnTo>
                  <a:lnTo>
                    <a:pt x="46" y="22"/>
                  </a:lnTo>
                  <a:lnTo>
                    <a:pt x="46" y="22"/>
                  </a:lnTo>
                  <a:lnTo>
                    <a:pt x="45" y="17"/>
                  </a:lnTo>
                  <a:lnTo>
                    <a:pt x="44" y="13"/>
                  </a:lnTo>
                  <a:lnTo>
                    <a:pt x="41" y="9"/>
                  </a:lnTo>
                  <a:lnTo>
                    <a:pt x="38" y="5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3" y="0"/>
                  </a:lnTo>
                  <a:lnTo>
                    <a:pt x="13" y="1"/>
                  </a:lnTo>
                  <a:lnTo>
                    <a:pt x="10" y="4"/>
                  </a:lnTo>
                  <a:lnTo>
                    <a:pt x="7" y="5"/>
                  </a:lnTo>
                  <a:lnTo>
                    <a:pt x="4" y="9"/>
                  </a:lnTo>
                  <a:lnTo>
                    <a:pt x="2" y="13"/>
                  </a:lnTo>
                  <a:lnTo>
                    <a:pt x="0" y="17"/>
                  </a:lnTo>
                  <a:lnTo>
                    <a:pt x="0" y="22"/>
                  </a:lnTo>
                  <a:lnTo>
                    <a:pt x="0" y="22"/>
                  </a:lnTo>
                  <a:lnTo>
                    <a:pt x="2" y="36"/>
                  </a:lnTo>
                  <a:lnTo>
                    <a:pt x="4" y="52"/>
                  </a:lnTo>
                  <a:lnTo>
                    <a:pt x="10" y="80"/>
                  </a:lnTo>
                  <a:lnTo>
                    <a:pt x="19" y="108"/>
                  </a:lnTo>
                  <a:lnTo>
                    <a:pt x="29" y="136"/>
                  </a:lnTo>
                  <a:lnTo>
                    <a:pt x="29" y="136"/>
                  </a:lnTo>
                  <a:lnTo>
                    <a:pt x="41" y="167"/>
                  </a:lnTo>
                  <a:lnTo>
                    <a:pt x="51" y="199"/>
                  </a:lnTo>
                  <a:lnTo>
                    <a:pt x="61" y="230"/>
                  </a:lnTo>
                  <a:lnTo>
                    <a:pt x="71" y="261"/>
                  </a:lnTo>
                  <a:lnTo>
                    <a:pt x="71" y="261"/>
                  </a:lnTo>
                  <a:lnTo>
                    <a:pt x="81" y="289"/>
                  </a:lnTo>
                  <a:lnTo>
                    <a:pt x="93" y="315"/>
                  </a:lnTo>
                  <a:lnTo>
                    <a:pt x="118" y="369"/>
                  </a:lnTo>
                  <a:lnTo>
                    <a:pt x="118" y="369"/>
                  </a:lnTo>
                  <a:lnTo>
                    <a:pt x="126" y="383"/>
                  </a:lnTo>
                  <a:lnTo>
                    <a:pt x="134" y="396"/>
                  </a:lnTo>
                  <a:lnTo>
                    <a:pt x="152" y="422"/>
                  </a:lnTo>
                  <a:lnTo>
                    <a:pt x="170" y="448"/>
                  </a:lnTo>
                  <a:lnTo>
                    <a:pt x="178" y="462"/>
                  </a:lnTo>
                  <a:lnTo>
                    <a:pt x="186" y="475"/>
                  </a:lnTo>
                  <a:lnTo>
                    <a:pt x="186" y="475"/>
                  </a:lnTo>
                  <a:lnTo>
                    <a:pt x="202" y="507"/>
                  </a:lnTo>
                  <a:lnTo>
                    <a:pt x="220" y="539"/>
                  </a:lnTo>
                  <a:lnTo>
                    <a:pt x="254" y="601"/>
                  </a:lnTo>
                  <a:lnTo>
                    <a:pt x="254" y="601"/>
                  </a:lnTo>
                  <a:lnTo>
                    <a:pt x="262" y="617"/>
                  </a:lnTo>
                  <a:lnTo>
                    <a:pt x="269" y="635"/>
                  </a:lnTo>
                  <a:lnTo>
                    <a:pt x="283" y="672"/>
                  </a:lnTo>
                  <a:lnTo>
                    <a:pt x="291" y="690"/>
                  </a:lnTo>
                  <a:lnTo>
                    <a:pt x="300" y="709"/>
                  </a:lnTo>
                  <a:lnTo>
                    <a:pt x="309" y="724"/>
                  </a:lnTo>
                  <a:lnTo>
                    <a:pt x="320" y="739"/>
                  </a:lnTo>
                  <a:lnTo>
                    <a:pt x="320" y="739"/>
                  </a:lnTo>
                  <a:lnTo>
                    <a:pt x="326" y="748"/>
                  </a:lnTo>
                  <a:lnTo>
                    <a:pt x="333" y="758"/>
                  </a:lnTo>
                  <a:lnTo>
                    <a:pt x="337" y="770"/>
                  </a:lnTo>
                  <a:lnTo>
                    <a:pt x="339" y="781"/>
                  </a:lnTo>
                  <a:lnTo>
                    <a:pt x="346" y="802"/>
                  </a:lnTo>
                  <a:lnTo>
                    <a:pt x="351" y="812"/>
                  </a:lnTo>
                  <a:lnTo>
                    <a:pt x="356" y="821"/>
                  </a:lnTo>
                  <a:lnTo>
                    <a:pt x="356" y="821"/>
                  </a:lnTo>
                  <a:lnTo>
                    <a:pt x="365" y="836"/>
                  </a:lnTo>
                  <a:lnTo>
                    <a:pt x="373" y="851"/>
                  </a:lnTo>
                  <a:lnTo>
                    <a:pt x="381" y="867"/>
                  </a:lnTo>
                  <a:lnTo>
                    <a:pt x="388" y="883"/>
                  </a:lnTo>
                  <a:lnTo>
                    <a:pt x="399" y="915"/>
                  </a:lnTo>
                  <a:lnTo>
                    <a:pt x="407" y="931"/>
                  </a:lnTo>
                  <a:lnTo>
                    <a:pt x="415" y="947"/>
                  </a:lnTo>
                  <a:lnTo>
                    <a:pt x="415" y="947"/>
                  </a:lnTo>
                  <a:lnTo>
                    <a:pt x="418" y="951"/>
                  </a:lnTo>
                  <a:lnTo>
                    <a:pt x="420" y="955"/>
                  </a:lnTo>
                  <a:lnTo>
                    <a:pt x="424" y="957"/>
                  </a:lnTo>
                  <a:lnTo>
                    <a:pt x="428" y="958"/>
                  </a:lnTo>
                  <a:lnTo>
                    <a:pt x="433" y="958"/>
                  </a:lnTo>
                  <a:lnTo>
                    <a:pt x="437" y="958"/>
                  </a:lnTo>
                  <a:lnTo>
                    <a:pt x="445" y="955"/>
                  </a:lnTo>
                  <a:lnTo>
                    <a:pt x="452" y="949"/>
                  </a:lnTo>
                  <a:lnTo>
                    <a:pt x="454" y="945"/>
                  </a:lnTo>
                  <a:lnTo>
                    <a:pt x="456" y="941"/>
                  </a:lnTo>
                  <a:lnTo>
                    <a:pt x="457" y="938"/>
                  </a:lnTo>
                  <a:lnTo>
                    <a:pt x="457" y="934"/>
                  </a:lnTo>
                  <a:lnTo>
                    <a:pt x="456" y="928"/>
                  </a:lnTo>
                  <a:lnTo>
                    <a:pt x="454" y="924"/>
                  </a:lnTo>
                  <a:lnTo>
                    <a:pt x="454" y="924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8" name="Freeform 404"/>
            <p:cNvSpPr/>
            <p:nvPr/>
          </p:nvSpPr>
          <p:spPr bwMode="auto">
            <a:xfrm>
              <a:off x="5607051" y="1260476"/>
              <a:ext cx="146050" cy="387350"/>
            </a:xfrm>
            <a:custGeom>
              <a:avLst/>
              <a:gdLst/>
              <a:ahLst/>
              <a:cxnLst>
                <a:cxn ang="0">
                  <a:pos x="321" y="22"/>
                </a:cxn>
                <a:cxn ang="0">
                  <a:pos x="310" y="85"/>
                </a:cxn>
                <a:cxn ang="0">
                  <a:pos x="292" y="148"/>
                </a:cxn>
                <a:cxn ang="0">
                  <a:pos x="249" y="271"/>
                </a:cxn>
                <a:cxn ang="0">
                  <a:pos x="229" y="333"/>
                </a:cxn>
                <a:cxn ang="0">
                  <a:pos x="189" y="458"/>
                </a:cxn>
                <a:cxn ang="0">
                  <a:pos x="173" y="520"/>
                </a:cxn>
                <a:cxn ang="0">
                  <a:pos x="166" y="553"/>
                </a:cxn>
                <a:cxn ang="0">
                  <a:pos x="148" y="617"/>
                </a:cxn>
                <a:cxn ang="0">
                  <a:pos x="126" y="680"/>
                </a:cxn>
                <a:cxn ang="0">
                  <a:pos x="98" y="741"/>
                </a:cxn>
                <a:cxn ang="0">
                  <a:pos x="84" y="771"/>
                </a:cxn>
                <a:cxn ang="0">
                  <a:pos x="59" y="812"/>
                </a:cxn>
                <a:cxn ang="0">
                  <a:pos x="30" y="856"/>
                </a:cxn>
                <a:cxn ang="0">
                  <a:pos x="12" y="893"/>
                </a:cxn>
                <a:cxn ang="0">
                  <a:pos x="4" y="917"/>
                </a:cxn>
                <a:cxn ang="0">
                  <a:pos x="0" y="939"/>
                </a:cxn>
                <a:cxn ang="0">
                  <a:pos x="2" y="951"/>
                </a:cxn>
                <a:cxn ang="0">
                  <a:pos x="4" y="960"/>
                </a:cxn>
                <a:cxn ang="0">
                  <a:pos x="11" y="968"/>
                </a:cxn>
                <a:cxn ang="0">
                  <a:pos x="26" y="973"/>
                </a:cxn>
                <a:cxn ang="0">
                  <a:pos x="38" y="969"/>
                </a:cxn>
                <a:cxn ang="0">
                  <a:pos x="45" y="964"/>
                </a:cxn>
                <a:cxn ang="0">
                  <a:pos x="47" y="956"/>
                </a:cxn>
                <a:cxn ang="0">
                  <a:pos x="47" y="951"/>
                </a:cxn>
                <a:cxn ang="0">
                  <a:pos x="50" y="928"/>
                </a:cxn>
                <a:cxn ang="0">
                  <a:pos x="59" y="905"/>
                </a:cxn>
                <a:cxn ang="0">
                  <a:pos x="84" y="862"/>
                </a:cxn>
                <a:cxn ang="0">
                  <a:pos x="119" y="802"/>
                </a:cxn>
                <a:cxn ang="0">
                  <a:pos x="151" y="739"/>
                </a:cxn>
                <a:cxn ang="0">
                  <a:pos x="164" y="713"/>
                </a:cxn>
                <a:cxn ang="0">
                  <a:pos x="185" y="658"/>
                </a:cxn>
                <a:cxn ang="0">
                  <a:pos x="202" y="601"/>
                </a:cxn>
                <a:cxn ang="0">
                  <a:pos x="221" y="515"/>
                </a:cxn>
                <a:cxn ang="0">
                  <a:pos x="229" y="484"/>
                </a:cxn>
                <a:cxn ang="0">
                  <a:pos x="246" y="421"/>
                </a:cxn>
                <a:cxn ang="0">
                  <a:pos x="278" y="328"/>
                </a:cxn>
                <a:cxn ang="0">
                  <a:pos x="299" y="265"/>
                </a:cxn>
                <a:cxn ang="0">
                  <a:pos x="339" y="145"/>
                </a:cxn>
                <a:cxn ang="0">
                  <a:pos x="357" y="84"/>
                </a:cxn>
                <a:cxn ang="0">
                  <a:pos x="367" y="22"/>
                </a:cxn>
                <a:cxn ang="0">
                  <a:pos x="367" y="17"/>
                </a:cxn>
                <a:cxn ang="0">
                  <a:pos x="364" y="9"/>
                </a:cxn>
                <a:cxn ang="0">
                  <a:pos x="357" y="4"/>
                </a:cxn>
                <a:cxn ang="0">
                  <a:pos x="346" y="0"/>
                </a:cxn>
                <a:cxn ang="0">
                  <a:pos x="333" y="4"/>
                </a:cxn>
                <a:cxn ang="0">
                  <a:pos x="326" y="9"/>
                </a:cxn>
                <a:cxn ang="0">
                  <a:pos x="322" y="17"/>
                </a:cxn>
                <a:cxn ang="0">
                  <a:pos x="321" y="22"/>
                </a:cxn>
              </a:cxnLst>
              <a:rect l="0" t="0" r="r" b="b"/>
              <a:pathLst>
                <a:path w="367" h="973">
                  <a:moveTo>
                    <a:pt x="321" y="22"/>
                  </a:moveTo>
                  <a:lnTo>
                    <a:pt x="321" y="22"/>
                  </a:lnTo>
                  <a:lnTo>
                    <a:pt x="317" y="53"/>
                  </a:lnTo>
                  <a:lnTo>
                    <a:pt x="310" y="85"/>
                  </a:lnTo>
                  <a:lnTo>
                    <a:pt x="302" y="116"/>
                  </a:lnTo>
                  <a:lnTo>
                    <a:pt x="292" y="148"/>
                  </a:lnTo>
                  <a:lnTo>
                    <a:pt x="270" y="210"/>
                  </a:lnTo>
                  <a:lnTo>
                    <a:pt x="249" y="271"/>
                  </a:lnTo>
                  <a:lnTo>
                    <a:pt x="249" y="271"/>
                  </a:lnTo>
                  <a:lnTo>
                    <a:pt x="229" y="333"/>
                  </a:lnTo>
                  <a:lnTo>
                    <a:pt x="208" y="395"/>
                  </a:lnTo>
                  <a:lnTo>
                    <a:pt x="189" y="458"/>
                  </a:lnTo>
                  <a:lnTo>
                    <a:pt x="181" y="489"/>
                  </a:lnTo>
                  <a:lnTo>
                    <a:pt x="173" y="520"/>
                  </a:lnTo>
                  <a:lnTo>
                    <a:pt x="173" y="520"/>
                  </a:lnTo>
                  <a:lnTo>
                    <a:pt x="166" y="553"/>
                  </a:lnTo>
                  <a:lnTo>
                    <a:pt x="157" y="586"/>
                  </a:lnTo>
                  <a:lnTo>
                    <a:pt x="148" y="617"/>
                  </a:lnTo>
                  <a:lnTo>
                    <a:pt x="138" y="650"/>
                  </a:lnTo>
                  <a:lnTo>
                    <a:pt x="126" y="680"/>
                  </a:lnTo>
                  <a:lnTo>
                    <a:pt x="113" y="711"/>
                  </a:lnTo>
                  <a:lnTo>
                    <a:pt x="98" y="741"/>
                  </a:lnTo>
                  <a:lnTo>
                    <a:pt x="84" y="771"/>
                  </a:lnTo>
                  <a:lnTo>
                    <a:pt x="84" y="771"/>
                  </a:lnTo>
                  <a:lnTo>
                    <a:pt x="72" y="791"/>
                  </a:lnTo>
                  <a:lnTo>
                    <a:pt x="59" y="812"/>
                  </a:lnTo>
                  <a:lnTo>
                    <a:pt x="45" y="834"/>
                  </a:lnTo>
                  <a:lnTo>
                    <a:pt x="30" y="856"/>
                  </a:lnTo>
                  <a:lnTo>
                    <a:pt x="17" y="880"/>
                  </a:lnTo>
                  <a:lnTo>
                    <a:pt x="12" y="893"/>
                  </a:lnTo>
                  <a:lnTo>
                    <a:pt x="8" y="905"/>
                  </a:lnTo>
                  <a:lnTo>
                    <a:pt x="4" y="917"/>
                  </a:lnTo>
                  <a:lnTo>
                    <a:pt x="2" y="928"/>
                  </a:lnTo>
                  <a:lnTo>
                    <a:pt x="0" y="939"/>
                  </a:lnTo>
                  <a:lnTo>
                    <a:pt x="2" y="951"/>
                  </a:lnTo>
                  <a:lnTo>
                    <a:pt x="2" y="951"/>
                  </a:lnTo>
                  <a:lnTo>
                    <a:pt x="3" y="956"/>
                  </a:lnTo>
                  <a:lnTo>
                    <a:pt x="4" y="960"/>
                  </a:lnTo>
                  <a:lnTo>
                    <a:pt x="7" y="964"/>
                  </a:lnTo>
                  <a:lnTo>
                    <a:pt x="11" y="968"/>
                  </a:lnTo>
                  <a:lnTo>
                    <a:pt x="17" y="972"/>
                  </a:lnTo>
                  <a:lnTo>
                    <a:pt x="26" y="973"/>
                  </a:lnTo>
                  <a:lnTo>
                    <a:pt x="34" y="972"/>
                  </a:lnTo>
                  <a:lnTo>
                    <a:pt x="38" y="969"/>
                  </a:lnTo>
                  <a:lnTo>
                    <a:pt x="42" y="968"/>
                  </a:lnTo>
                  <a:lnTo>
                    <a:pt x="45" y="964"/>
                  </a:lnTo>
                  <a:lnTo>
                    <a:pt x="46" y="960"/>
                  </a:lnTo>
                  <a:lnTo>
                    <a:pt x="47" y="956"/>
                  </a:lnTo>
                  <a:lnTo>
                    <a:pt x="47" y="951"/>
                  </a:lnTo>
                  <a:lnTo>
                    <a:pt x="47" y="951"/>
                  </a:lnTo>
                  <a:lnTo>
                    <a:pt x="47" y="940"/>
                  </a:lnTo>
                  <a:lnTo>
                    <a:pt x="50" y="928"/>
                  </a:lnTo>
                  <a:lnTo>
                    <a:pt x="54" y="917"/>
                  </a:lnTo>
                  <a:lnTo>
                    <a:pt x="59" y="905"/>
                  </a:lnTo>
                  <a:lnTo>
                    <a:pt x="72" y="881"/>
                  </a:lnTo>
                  <a:lnTo>
                    <a:pt x="84" y="862"/>
                  </a:lnTo>
                  <a:lnTo>
                    <a:pt x="84" y="862"/>
                  </a:lnTo>
                  <a:lnTo>
                    <a:pt x="119" y="802"/>
                  </a:lnTo>
                  <a:lnTo>
                    <a:pt x="135" y="770"/>
                  </a:lnTo>
                  <a:lnTo>
                    <a:pt x="151" y="739"/>
                  </a:lnTo>
                  <a:lnTo>
                    <a:pt x="151" y="739"/>
                  </a:lnTo>
                  <a:lnTo>
                    <a:pt x="164" y="713"/>
                  </a:lnTo>
                  <a:lnTo>
                    <a:pt x="174" y="685"/>
                  </a:lnTo>
                  <a:lnTo>
                    <a:pt x="185" y="658"/>
                  </a:lnTo>
                  <a:lnTo>
                    <a:pt x="193" y="629"/>
                  </a:lnTo>
                  <a:lnTo>
                    <a:pt x="202" y="601"/>
                  </a:lnTo>
                  <a:lnTo>
                    <a:pt x="208" y="573"/>
                  </a:lnTo>
                  <a:lnTo>
                    <a:pt x="221" y="515"/>
                  </a:lnTo>
                  <a:lnTo>
                    <a:pt x="221" y="515"/>
                  </a:lnTo>
                  <a:lnTo>
                    <a:pt x="229" y="484"/>
                  </a:lnTo>
                  <a:lnTo>
                    <a:pt x="237" y="452"/>
                  </a:lnTo>
                  <a:lnTo>
                    <a:pt x="246" y="421"/>
                  </a:lnTo>
                  <a:lnTo>
                    <a:pt x="257" y="390"/>
                  </a:lnTo>
                  <a:lnTo>
                    <a:pt x="278" y="328"/>
                  </a:lnTo>
                  <a:lnTo>
                    <a:pt x="299" y="265"/>
                  </a:lnTo>
                  <a:lnTo>
                    <a:pt x="299" y="265"/>
                  </a:lnTo>
                  <a:lnTo>
                    <a:pt x="320" y="207"/>
                  </a:lnTo>
                  <a:lnTo>
                    <a:pt x="339" y="145"/>
                  </a:lnTo>
                  <a:lnTo>
                    <a:pt x="350" y="115"/>
                  </a:lnTo>
                  <a:lnTo>
                    <a:pt x="357" y="84"/>
                  </a:lnTo>
                  <a:lnTo>
                    <a:pt x="363" y="53"/>
                  </a:lnTo>
                  <a:lnTo>
                    <a:pt x="367" y="22"/>
                  </a:lnTo>
                  <a:lnTo>
                    <a:pt x="367" y="22"/>
                  </a:lnTo>
                  <a:lnTo>
                    <a:pt x="367" y="17"/>
                  </a:lnTo>
                  <a:lnTo>
                    <a:pt x="365" y="13"/>
                  </a:lnTo>
                  <a:lnTo>
                    <a:pt x="364" y="9"/>
                  </a:lnTo>
                  <a:lnTo>
                    <a:pt x="361" y="5"/>
                  </a:lnTo>
                  <a:lnTo>
                    <a:pt x="357" y="4"/>
                  </a:lnTo>
                  <a:lnTo>
                    <a:pt x="354" y="1"/>
                  </a:lnTo>
                  <a:lnTo>
                    <a:pt x="346" y="0"/>
                  </a:lnTo>
                  <a:lnTo>
                    <a:pt x="337" y="1"/>
                  </a:lnTo>
                  <a:lnTo>
                    <a:pt x="333" y="4"/>
                  </a:lnTo>
                  <a:lnTo>
                    <a:pt x="330" y="5"/>
                  </a:lnTo>
                  <a:lnTo>
                    <a:pt x="326" y="9"/>
                  </a:lnTo>
                  <a:lnTo>
                    <a:pt x="323" y="13"/>
                  </a:lnTo>
                  <a:lnTo>
                    <a:pt x="322" y="17"/>
                  </a:lnTo>
                  <a:lnTo>
                    <a:pt x="321" y="22"/>
                  </a:lnTo>
                  <a:lnTo>
                    <a:pt x="321" y="22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89" name="Freeform 405"/>
            <p:cNvSpPr/>
            <p:nvPr/>
          </p:nvSpPr>
          <p:spPr bwMode="auto">
            <a:xfrm>
              <a:off x="5372101" y="1096963"/>
              <a:ext cx="247650" cy="176213"/>
            </a:xfrm>
            <a:custGeom>
              <a:avLst/>
              <a:gdLst/>
              <a:ahLst/>
              <a:cxnLst>
                <a:cxn ang="0">
                  <a:pos x="586" y="6"/>
                </a:cxn>
                <a:cxn ang="0">
                  <a:pos x="529" y="63"/>
                </a:cxn>
                <a:cxn ang="0">
                  <a:pos x="407" y="169"/>
                </a:cxn>
                <a:cxn ang="0">
                  <a:pos x="346" y="220"/>
                </a:cxn>
                <a:cxn ang="0">
                  <a:pos x="321" y="243"/>
                </a:cxn>
                <a:cxn ang="0">
                  <a:pos x="276" y="293"/>
                </a:cxn>
                <a:cxn ang="0">
                  <a:pos x="253" y="316"/>
                </a:cxn>
                <a:cxn ang="0">
                  <a:pos x="241" y="328"/>
                </a:cxn>
                <a:cxn ang="0">
                  <a:pos x="210" y="367"/>
                </a:cxn>
                <a:cxn ang="0">
                  <a:pos x="198" y="379"/>
                </a:cxn>
                <a:cxn ang="0">
                  <a:pos x="186" y="390"/>
                </a:cxn>
                <a:cxn ang="0">
                  <a:pos x="180" y="384"/>
                </a:cxn>
                <a:cxn ang="0">
                  <a:pos x="169" y="341"/>
                </a:cxn>
                <a:cxn ang="0">
                  <a:pos x="146" y="256"/>
                </a:cxn>
                <a:cxn ang="0">
                  <a:pos x="131" y="216"/>
                </a:cxn>
                <a:cxn ang="0">
                  <a:pos x="92" y="115"/>
                </a:cxn>
                <a:cxn ang="0">
                  <a:pos x="70" y="64"/>
                </a:cxn>
                <a:cxn ang="0">
                  <a:pos x="44" y="20"/>
                </a:cxn>
                <a:cxn ang="0">
                  <a:pos x="41" y="16"/>
                </a:cxn>
                <a:cxn ang="0">
                  <a:pos x="33" y="10"/>
                </a:cxn>
                <a:cxn ang="0">
                  <a:pos x="24" y="9"/>
                </a:cxn>
                <a:cxn ang="0">
                  <a:pos x="12" y="13"/>
                </a:cxn>
                <a:cxn ang="0">
                  <a:pos x="3" y="21"/>
                </a:cxn>
                <a:cxn ang="0">
                  <a:pos x="0" y="29"/>
                </a:cxn>
                <a:cxn ang="0">
                  <a:pos x="2" y="38"/>
                </a:cxn>
                <a:cxn ang="0">
                  <a:pos x="4" y="42"/>
                </a:cxn>
                <a:cxn ang="0">
                  <a:pos x="28" y="84"/>
                </a:cxn>
                <a:cxn ang="0">
                  <a:pos x="45" y="128"/>
                </a:cxn>
                <a:cxn ang="0">
                  <a:pos x="71" y="196"/>
                </a:cxn>
                <a:cxn ang="0">
                  <a:pos x="82" y="217"/>
                </a:cxn>
                <a:cxn ang="0">
                  <a:pos x="102" y="264"/>
                </a:cxn>
                <a:cxn ang="0">
                  <a:pos x="117" y="315"/>
                </a:cxn>
                <a:cxn ang="0">
                  <a:pos x="139" y="417"/>
                </a:cxn>
                <a:cxn ang="0">
                  <a:pos x="142" y="422"/>
                </a:cxn>
                <a:cxn ang="0">
                  <a:pos x="148" y="430"/>
                </a:cxn>
                <a:cxn ang="0">
                  <a:pos x="157" y="434"/>
                </a:cxn>
                <a:cxn ang="0">
                  <a:pos x="168" y="433"/>
                </a:cxn>
                <a:cxn ang="0">
                  <a:pos x="173" y="430"/>
                </a:cxn>
                <a:cxn ang="0">
                  <a:pos x="181" y="438"/>
                </a:cxn>
                <a:cxn ang="0">
                  <a:pos x="191" y="442"/>
                </a:cxn>
                <a:cxn ang="0">
                  <a:pos x="203" y="439"/>
                </a:cxn>
                <a:cxn ang="0">
                  <a:pos x="211" y="430"/>
                </a:cxn>
                <a:cxn ang="0">
                  <a:pos x="215" y="425"/>
                </a:cxn>
                <a:cxn ang="0">
                  <a:pos x="231" y="408"/>
                </a:cxn>
                <a:cxn ang="0">
                  <a:pos x="252" y="387"/>
                </a:cxn>
                <a:cxn ang="0">
                  <a:pos x="274" y="361"/>
                </a:cxn>
                <a:cxn ang="0">
                  <a:pos x="299" y="336"/>
                </a:cxn>
                <a:cxn ang="0">
                  <a:pos x="312" y="326"/>
                </a:cxn>
                <a:cxn ang="0">
                  <a:pos x="344" y="289"/>
                </a:cxn>
                <a:cxn ang="0">
                  <a:pos x="378" y="252"/>
                </a:cxn>
                <a:cxn ang="0">
                  <a:pos x="392" y="241"/>
                </a:cxn>
                <a:cxn ang="0">
                  <a:pos x="508" y="142"/>
                </a:cxn>
                <a:cxn ang="0">
                  <a:pos x="619" y="39"/>
                </a:cxn>
                <a:cxn ang="0">
                  <a:pos x="622" y="35"/>
                </a:cxn>
                <a:cxn ang="0">
                  <a:pos x="626" y="27"/>
                </a:cxn>
                <a:cxn ang="0">
                  <a:pos x="624" y="18"/>
                </a:cxn>
                <a:cxn ang="0">
                  <a:pos x="619" y="8"/>
                </a:cxn>
                <a:cxn ang="0">
                  <a:pos x="607" y="1"/>
                </a:cxn>
                <a:cxn ang="0">
                  <a:pos x="600" y="0"/>
                </a:cxn>
                <a:cxn ang="0">
                  <a:pos x="590" y="4"/>
                </a:cxn>
                <a:cxn ang="0">
                  <a:pos x="586" y="6"/>
                </a:cxn>
              </a:cxnLst>
              <a:rect l="0" t="0" r="r" b="b"/>
              <a:pathLst>
                <a:path w="626" h="442">
                  <a:moveTo>
                    <a:pt x="586" y="6"/>
                  </a:moveTo>
                  <a:lnTo>
                    <a:pt x="586" y="6"/>
                  </a:lnTo>
                  <a:lnTo>
                    <a:pt x="558" y="35"/>
                  </a:lnTo>
                  <a:lnTo>
                    <a:pt x="529" y="63"/>
                  </a:lnTo>
                  <a:lnTo>
                    <a:pt x="469" y="116"/>
                  </a:lnTo>
                  <a:lnTo>
                    <a:pt x="407" y="169"/>
                  </a:lnTo>
                  <a:lnTo>
                    <a:pt x="346" y="220"/>
                  </a:lnTo>
                  <a:lnTo>
                    <a:pt x="346" y="220"/>
                  </a:lnTo>
                  <a:lnTo>
                    <a:pt x="333" y="231"/>
                  </a:lnTo>
                  <a:lnTo>
                    <a:pt x="321" y="243"/>
                  </a:lnTo>
                  <a:lnTo>
                    <a:pt x="299" y="268"/>
                  </a:lnTo>
                  <a:lnTo>
                    <a:pt x="276" y="293"/>
                  </a:lnTo>
                  <a:lnTo>
                    <a:pt x="265" y="305"/>
                  </a:lnTo>
                  <a:lnTo>
                    <a:pt x="253" y="316"/>
                  </a:lnTo>
                  <a:lnTo>
                    <a:pt x="253" y="316"/>
                  </a:lnTo>
                  <a:lnTo>
                    <a:pt x="241" y="328"/>
                  </a:lnTo>
                  <a:lnTo>
                    <a:pt x="231" y="341"/>
                  </a:lnTo>
                  <a:lnTo>
                    <a:pt x="210" y="367"/>
                  </a:lnTo>
                  <a:lnTo>
                    <a:pt x="210" y="367"/>
                  </a:lnTo>
                  <a:lnTo>
                    <a:pt x="198" y="379"/>
                  </a:lnTo>
                  <a:lnTo>
                    <a:pt x="186" y="390"/>
                  </a:lnTo>
                  <a:lnTo>
                    <a:pt x="186" y="390"/>
                  </a:lnTo>
                  <a:lnTo>
                    <a:pt x="184" y="387"/>
                  </a:lnTo>
                  <a:lnTo>
                    <a:pt x="180" y="384"/>
                  </a:lnTo>
                  <a:lnTo>
                    <a:pt x="180" y="384"/>
                  </a:lnTo>
                  <a:lnTo>
                    <a:pt x="169" y="341"/>
                  </a:lnTo>
                  <a:lnTo>
                    <a:pt x="159" y="298"/>
                  </a:lnTo>
                  <a:lnTo>
                    <a:pt x="146" y="256"/>
                  </a:lnTo>
                  <a:lnTo>
                    <a:pt x="131" y="216"/>
                  </a:lnTo>
                  <a:lnTo>
                    <a:pt x="131" y="216"/>
                  </a:lnTo>
                  <a:lnTo>
                    <a:pt x="112" y="166"/>
                  </a:lnTo>
                  <a:lnTo>
                    <a:pt x="92" y="115"/>
                  </a:lnTo>
                  <a:lnTo>
                    <a:pt x="82" y="89"/>
                  </a:lnTo>
                  <a:lnTo>
                    <a:pt x="70" y="64"/>
                  </a:lnTo>
                  <a:lnTo>
                    <a:pt x="58" y="40"/>
                  </a:lnTo>
                  <a:lnTo>
                    <a:pt x="44" y="20"/>
                  </a:lnTo>
                  <a:lnTo>
                    <a:pt x="44" y="20"/>
                  </a:lnTo>
                  <a:lnTo>
                    <a:pt x="41" y="16"/>
                  </a:lnTo>
                  <a:lnTo>
                    <a:pt x="37" y="12"/>
                  </a:lnTo>
                  <a:lnTo>
                    <a:pt x="33" y="10"/>
                  </a:lnTo>
                  <a:lnTo>
                    <a:pt x="28" y="9"/>
                  </a:lnTo>
                  <a:lnTo>
                    <a:pt x="24" y="9"/>
                  </a:lnTo>
                  <a:lnTo>
                    <a:pt x="20" y="9"/>
                  </a:lnTo>
                  <a:lnTo>
                    <a:pt x="12" y="13"/>
                  </a:lnTo>
                  <a:lnTo>
                    <a:pt x="6" y="18"/>
                  </a:lnTo>
                  <a:lnTo>
                    <a:pt x="3" y="21"/>
                  </a:lnTo>
                  <a:lnTo>
                    <a:pt x="2" y="25"/>
                  </a:lnTo>
                  <a:lnTo>
                    <a:pt x="0" y="29"/>
                  </a:lnTo>
                  <a:lnTo>
                    <a:pt x="0" y="34"/>
                  </a:lnTo>
                  <a:lnTo>
                    <a:pt x="2" y="38"/>
                  </a:lnTo>
                  <a:lnTo>
                    <a:pt x="4" y="42"/>
                  </a:lnTo>
                  <a:lnTo>
                    <a:pt x="4" y="42"/>
                  </a:lnTo>
                  <a:lnTo>
                    <a:pt x="17" y="63"/>
                  </a:lnTo>
                  <a:lnTo>
                    <a:pt x="28" y="84"/>
                  </a:lnTo>
                  <a:lnTo>
                    <a:pt x="37" y="106"/>
                  </a:lnTo>
                  <a:lnTo>
                    <a:pt x="45" y="128"/>
                  </a:lnTo>
                  <a:lnTo>
                    <a:pt x="62" y="174"/>
                  </a:lnTo>
                  <a:lnTo>
                    <a:pt x="71" y="196"/>
                  </a:lnTo>
                  <a:lnTo>
                    <a:pt x="82" y="217"/>
                  </a:lnTo>
                  <a:lnTo>
                    <a:pt x="82" y="217"/>
                  </a:lnTo>
                  <a:lnTo>
                    <a:pt x="92" y="239"/>
                  </a:lnTo>
                  <a:lnTo>
                    <a:pt x="102" y="264"/>
                  </a:lnTo>
                  <a:lnTo>
                    <a:pt x="110" y="289"/>
                  </a:lnTo>
                  <a:lnTo>
                    <a:pt x="117" y="315"/>
                  </a:lnTo>
                  <a:lnTo>
                    <a:pt x="130" y="367"/>
                  </a:lnTo>
                  <a:lnTo>
                    <a:pt x="139" y="417"/>
                  </a:lnTo>
                  <a:lnTo>
                    <a:pt x="139" y="417"/>
                  </a:lnTo>
                  <a:lnTo>
                    <a:pt x="142" y="422"/>
                  </a:lnTo>
                  <a:lnTo>
                    <a:pt x="144" y="426"/>
                  </a:lnTo>
                  <a:lnTo>
                    <a:pt x="148" y="430"/>
                  </a:lnTo>
                  <a:lnTo>
                    <a:pt x="152" y="433"/>
                  </a:lnTo>
                  <a:lnTo>
                    <a:pt x="157" y="434"/>
                  </a:lnTo>
                  <a:lnTo>
                    <a:pt x="163" y="434"/>
                  </a:lnTo>
                  <a:lnTo>
                    <a:pt x="168" y="433"/>
                  </a:lnTo>
                  <a:lnTo>
                    <a:pt x="173" y="430"/>
                  </a:lnTo>
                  <a:lnTo>
                    <a:pt x="173" y="430"/>
                  </a:lnTo>
                  <a:lnTo>
                    <a:pt x="177" y="435"/>
                  </a:lnTo>
                  <a:lnTo>
                    <a:pt x="181" y="438"/>
                  </a:lnTo>
                  <a:lnTo>
                    <a:pt x="186" y="441"/>
                  </a:lnTo>
                  <a:lnTo>
                    <a:pt x="191" y="442"/>
                  </a:lnTo>
                  <a:lnTo>
                    <a:pt x="198" y="441"/>
                  </a:lnTo>
                  <a:lnTo>
                    <a:pt x="203" y="439"/>
                  </a:lnTo>
                  <a:lnTo>
                    <a:pt x="207" y="435"/>
                  </a:lnTo>
                  <a:lnTo>
                    <a:pt x="211" y="430"/>
                  </a:lnTo>
                  <a:lnTo>
                    <a:pt x="211" y="430"/>
                  </a:lnTo>
                  <a:lnTo>
                    <a:pt x="215" y="425"/>
                  </a:lnTo>
                  <a:lnTo>
                    <a:pt x="220" y="420"/>
                  </a:lnTo>
                  <a:lnTo>
                    <a:pt x="231" y="408"/>
                  </a:lnTo>
                  <a:lnTo>
                    <a:pt x="242" y="397"/>
                  </a:lnTo>
                  <a:lnTo>
                    <a:pt x="252" y="387"/>
                  </a:lnTo>
                  <a:lnTo>
                    <a:pt x="252" y="387"/>
                  </a:lnTo>
                  <a:lnTo>
                    <a:pt x="274" y="361"/>
                  </a:lnTo>
                  <a:lnTo>
                    <a:pt x="287" y="348"/>
                  </a:lnTo>
                  <a:lnTo>
                    <a:pt x="299" y="336"/>
                  </a:lnTo>
                  <a:lnTo>
                    <a:pt x="299" y="336"/>
                  </a:lnTo>
                  <a:lnTo>
                    <a:pt x="312" y="326"/>
                  </a:lnTo>
                  <a:lnTo>
                    <a:pt x="322" y="314"/>
                  </a:lnTo>
                  <a:lnTo>
                    <a:pt x="344" y="289"/>
                  </a:lnTo>
                  <a:lnTo>
                    <a:pt x="367" y="264"/>
                  </a:lnTo>
                  <a:lnTo>
                    <a:pt x="378" y="252"/>
                  </a:lnTo>
                  <a:lnTo>
                    <a:pt x="392" y="241"/>
                  </a:lnTo>
                  <a:lnTo>
                    <a:pt x="392" y="241"/>
                  </a:lnTo>
                  <a:lnTo>
                    <a:pt x="450" y="192"/>
                  </a:lnTo>
                  <a:lnTo>
                    <a:pt x="508" y="142"/>
                  </a:lnTo>
                  <a:lnTo>
                    <a:pt x="564" y="91"/>
                  </a:lnTo>
                  <a:lnTo>
                    <a:pt x="619" y="39"/>
                  </a:lnTo>
                  <a:lnTo>
                    <a:pt x="619" y="39"/>
                  </a:lnTo>
                  <a:lnTo>
                    <a:pt x="622" y="35"/>
                  </a:lnTo>
                  <a:lnTo>
                    <a:pt x="624" y="31"/>
                  </a:lnTo>
                  <a:lnTo>
                    <a:pt x="626" y="27"/>
                  </a:lnTo>
                  <a:lnTo>
                    <a:pt x="626" y="22"/>
                  </a:lnTo>
                  <a:lnTo>
                    <a:pt x="624" y="18"/>
                  </a:lnTo>
                  <a:lnTo>
                    <a:pt x="623" y="14"/>
                  </a:lnTo>
                  <a:lnTo>
                    <a:pt x="619" y="8"/>
                  </a:lnTo>
                  <a:lnTo>
                    <a:pt x="611" y="3"/>
                  </a:lnTo>
                  <a:lnTo>
                    <a:pt x="607" y="1"/>
                  </a:lnTo>
                  <a:lnTo>
                    <a:pt x="603" y="0"/>
                  </a:lnTo>
                  <a:lnTo>
                    <a:pt x="600" y="0"/>
                  </a:lnTo>
                  <a:lnTo>
                    <a:pt x="596" y="1"/>
                  </a:lnTo>
                  <a:lnTo>
                    <a:pt x="590" y="4"/>
                  </a:lnTo>
                  <a:lnTo>
                    <a:pt x="586" y="6"/>
                  </a:lnTo>
                  <a:lnTo>
                    <a:pt x="586" y="6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  <p:sp>
          <p:nvSpPr>
            <p:cNvPr id="190" name="Freeform 407"/>
            <p:cNvSpPr/>
            <p:nvPr/>
          </p:nvSpPr>
          <p:spPr bwMode="auto">
            <a:xfrm>
              <a:off x="5599113" y="1095375"/>
              <a:ext cx="249238" cy="177800"/>
            </a:xfrm>
            <a:custGeom>
              <a:avLst/>
              <a:gdLst/>
              <a:ahLst/>
              <a:cxnLst>
                <a:cxn ang="0">
                  <a:pos x="577" y="76"/>
                </a:cxn>
                <a:cxn ang="0">
                  <a:pos x="538" y="154"/>
                </a:cxn>
                <a:cxn ang="0">
                  <a:pos x="474" y="255"/>
                </a:cxn>
                <a:cxn ang="0">
                  <a:pos x="426" y="320"/>
                </a:cxn>
                <a:cxn ang="0">
                  <a:pos x="403" y="358"/>
                </a:cxn>
                <a:cxn ang="0">
                  <a:pos x="382" y="385"/>
                </a:cxn>
                <a:cxn ang="0">
                  <a:pos x="367" y="394"/>
                </a:cxn>
                <a:cxn ang="0">
                  <a:pos x="348" y="386"/>
                </a:cxn>
                <a:cxn ang="0">
                  <a:pos x="317" y="344"/>
                </a:cxn>
                <a:cxn ang="0">
                  <a:pos x="278" y="286"/>
                </a:cxn>
                <a:cxn ang="0">
                  <a:pos x="224" y="225"/>
                </a:cxn>
                <a:cxn ang="0">
                  <a:pos x="151" y="140"/>
                </a:cxn>
                <a:cxn ang="0">
                  <a:pos x="99" y="72"/>
                </a:cxn>
                <a:cxn ang="0">
                  <a:pos x="59" y="35"/>
                </a:cxn>
                <a:cxn ang="0">
                  <a:pos x="49" y="22"/>
                </a:cxn>
                <a:cxn ang="0">
                  <a:pos x="38" y="8"/>
                </a:cxn>
                <a:cxn ang="0">
                  <a:pos x="27" y="0"/>
                </a:cxn>
                <a:cxn ang="0">
                  <a:pos x="15" y="1"/>
                </a:cxn>
                <a:cxn ang="0">
                  <a:pos x="2" y="18"/>
                </a:cxn>
                <a:cxn ang="0">
                  <a:pos x="2" y="31"/>
                </a:cxn>
                <a:cxn ang="0">
                  <a:pos x="6" y="39"/>
                </a:cxn>
                <a:cxn ang="0">
                  <a:pos x="122" y="178"/>
                </a:cxn>
                <a:cxn ang="0">
                  <a:pos x="182" y="247"/>
                </a:cxn>
                <a:cxn ang="0">
                  <a:pos x="246" y="319"/>
                </a:cxn>
                <a:cxn ang="0">
                  <a:pos x="266" y="352"/>
                </a:cxn>
                <a:cxn ang="0">
                  <a:pos x="287" y="387"/>
                </a:cxn>
                <a:cxn ang="0">
                  <a:pos x="326" y="430"/>
                </a:cxn>
                <a:cxn ang="0">
                  <a:pos x="346" y="446"/>
                </a:cxn>
                <a:cxn ang="0">
                  <a:pos x="359" y="449"/>
                </a:cxn>
                <a:cxn ang="0">
                  <a:pos x="375" y="441"/>
                </a:cxn>
                <a:cxn ang="0">
                  <a:pos x="392" y="438"/>
                </a:cxn>
                <a:cxn ang="0">
                  <a:pos x="401" y="430"/>
                </a:cxn>
                <a:cxn ang="0">
                  <a:pos x="411" y="419"/>
                </a:cxn>
                <a:cxn ang="0">
                  <a:pos x="435" y="390"/>
                </a:cxn>
                <a:cxn ang="0">
                  <a:pos x="499" y="301"/>
                </a:cxn>
                <a:cxn ang="0">
                  <a:pos x="535" y="243"/>
                </a:cxn>
                <a:cxn ang="0">
                  <a:pos x="606" y="124"/>
                </a:cxn>
                <a:cxn ang="0">
                  <a:pos x="631" y="60"/>
                </a:cxn>
                <a:cxn ang="0">
                  <a:pos x="631" y="50"/>
                </a:cxn>
                <a:cxn ang="0">
                  <a:pos x="626" y="39"/>
                </a:cxn>
                <a:cxn ang="0">
                  <a:pos x="606" y="31"/>
                </a:cxn>
                <a:cxn ang="0">
                  <a:pos x="594" y="35"/>
                </a:cxn>
                <a:cxn ang="0">
                  <a:pos x="586" y="48"/>
                </a:cxn>
              </a:cxnLst>
              <a:rect l="0" t="0" r="r" b="b"/>
              <a:pathLst>
                <a:path w="631" h="449">
                  <a:moveTo>
                    <a:pt x="586" y="48"/>
                  </a:moveTo>
                  <a:lnTo>
                    <a:pt x="586" y="48"/>
                  </a:lnTo>
                  <a:lnTo>
                    <a:pt x="577" y="76"/>
                  </a:lnTo>
                  <a:lnTo>
                    <a:pt x="567" y="102"/>
                  </a:lnTo>
                  <a:lnTo>
                    <a:pt x="552" y="130"/>
                  </a:lnTo>
                  <a:lnTo>
                    <a:pt x="538" y="154"/>
                  </a:lnTo>
                  <a:lnTo>
                    <a:pt x="507" y="205"/>
                  </a:lnTo>
                  <a:lnTo>
                    <a:pt x="474" y="255"/>
                  </a:lnTo>
                  <a:lnTo>
                    <a:pt x="474" y="255"/>
                  </a:lnTo>
                  <a:lnTo>
                    <a:pt x="463" y="272"/>
                  </a:lnTo>
                  <a:lnTo>
                    <a:pt x="452" y="288"/>
                  </a:lnTo>
                  <a:lnTo>
                    <a:pt x="426" y="320"/>
                  </a:lnTo>
                  <a:lnTo>
                    <a:pt x="426" y="320"/>
                  </a:lnTo>
                  <a:lnTo>
                    <a:pt x="415" y="337"/>
                  </a:lnTo>
                  <a:lnTo>
                    <a:pt x="403" y="358"/>
                  </a:lnTo>
                  <a:lnTo>
                    <a:pt x="397" y="369"/>
                  </a:lnTo>
                  <a:lnTo>
                    <a:pt x="389" y="378"/>
                  </a:lnTo>
                  <a:lnTo>
                    <a:pt x="382" y="385"/>
                  </a:lnTo>
                  <a:lnTo>
                    <a:pt x="375" y="390"/>
                  </a:lnTo>
                  <a:lnTo>
                    <a:pt x="375" y="390"/>
                  </a:lnTo>
                  <a:lnTo>
                    <a:pt x="367" y="394"/>
                  </a:lnTo>
                  <a:lnTo>
                    <a:pt x="361" y="399"/>
                  </a:lnTo>
                  <a:lnTo>
                    <a:pt x="361" y="399"/>
                  </a:lnTo>
                  <a:lnTo>
                    <a:pt x="348" y="386"/>
                  </a:lnTo>
                  <a:lnTo>
                    <a:pt x="338" y="373"/>
                  </a:lnTo>
                  <a:lnTo>
                    <a:pt x="327" y="358"/>
                  </a:lnTo>
                  <a:lnTo>
                    <a:pt x="317" y="344"/>
                  </a:lnTo>
                  <a:lnTo>
                    <a:pt x="299" y="315"/>
                  </a:lnTo>
                  <a:lnTo>
                    <a:pt x="278" y="286"/>
                  </a:lnTo>
                  <a:lnTo>
                    <a:pt x="278" y="286"/>
                  </a:lnTo>
                  <a:lnTo>
                    <a:pt x="261" y="266"/>
                  </a:lnTo>
                  <a:lnTo>
                    <a:pt x="242" y="246"/>
                  </a:lnTo>
                  <a:lnTo>
                    <a:pt x="224" y="225"/>
                  </a:lnTo>
                  <a:lnTo>
                    <a:pt x="206" y="205"/>
                  </a:lnTo>
                  <a:lnTo>
                    <a:pt x="206" y="205"/>
                  </a:lnTo>
                  <a:lnTo>
                    <a:pt x="151" y="140"/>
                  </a:lnTo>
                  <a:lnTo>
                    <a:pt x="125" y="106"/>
                  </a:lnTo>
                  <a:lnTo>
                    <a:pt x="99" y="72"/>
                  </a:lnTo>
                  <a:lnTo>
                    <a:pt x="99" y="72"/>
                  </a:lnTo>
                  <a:lnTo>
                    <a:pt x="89" y="60"/>
                  </a:lnTo>
                  <a:lnTo>
                    <a:pt x="82" y="52"/>
                  </a:lnTo>
                  <a:lnTo>
                    <a:pt x="59" y="35"/>
                  </a:lnTo>
                  <a:lnTo>
                    <a:pt x="59" y="35"/>
                  </a:lnTo>
                  <a:lnTo>
                    <a:pt x="54" y="29"/>
                  </a:lnTo>
                  <a:lnTo>
                    <a:pt x="49" y="22"/>
                  </a:lnTo>
                  <a:lnTo>
                    <a:pt x="44" y="14"/>
                  </a:lnTo>
                  <a:lnTo>
                    <a:pt x="38" y="8"/>
                  </a:lnTo>
                  <a:lnTo>
                    <a:pt x="38" y="8"/>
                  </a:lnTo>
                  <a:lnTo>
                    <a:pt x="34" y="4"/>
                  </a:lnTo>
                  <a:lnTo>
                    <a:pt x="30" y="1"/>
                  </a:lnTo>
                  <a:lnTo>
                    <a:pt x="27" y="0"/>
                  </a:lnTo>
                  <a:lnTo>
                    <a:pt x="23" y="0"/>
                  </a:lnTo>
                  <a:lnTo>
                    <a:pt x="19" y="0"/>
                  </a:lnTo>
                  <a:lnTo>
                    <a:pt x="15" y="1"/>
                  </a:lnTo>
                  <a:lnTo>
                    <a:pt x="8" y="7"/>
                  </a:lnTo>
                  <a:lnTo>
                    <a:pt x="3" y="14"/>
                  </a:lnTo>
                  <a:lnTo>
                    <a:pt x="2" y="18"/>
                  </a:lnTo>
                  <a:lnTo>
                    <a:pt x="0" y="22"/>
                  </a:lnTo>
                  <a:lnTo>
                    <a:pt x="0" y="26"/>
                  </a:lnTo>
                  <a:lnTo>
                    <a:pt x="2" y="31"/>
                  </a:lnTo>
                  <a:lnTo>
                    <a:pt x="3" y="35"/>
                  </a:lnTo>
                  <a:lnTo>
                    <a:pt x="6" y="39"/>
                  </a:lnTo>
                  <a:lnTo>
                    <a:pt x="6" y="39"/>
                  </a:lnTo>
                  <a:lnTo>
                    <a:pt x="44" y="84"/>
                  </a:lnTo>
                  <a:lnTo>
                    <a:pt x="83" y="130"/>
                  </a:lnTo>
                  <a:lnTo>
                    <a:pt x="122" y="178"/>
                  </a:lnTo>
                  <a:lnTo>
                    <a:pt x="161" y="224"/>
                  </a:lnTo>
                  <a:lnTo>
                    <a:pt x="161" y="224"/>
                  </a:lnTo>
                  <a:lnTo>
                    <a:pt x="182" y="247"/>
                  </a:lnTo>
                  <a:lnTo>
                    <a:pt x="204" y="271"/>
                  </a:lnTo>
                  <a:lnTo>
                    <a:pt x="225" y="294"/>
                  </a:lnTo>
                  <a:lnTo>
                    <a:pt x="246" y="319"/>
                  </a:lnTo>
                  <a:lnTo>
                    <a:pt x="246" y="319"/>
                  </a:lnTo>
                  <a:lnTo>
                    <a:pt x="257" y="335"/>
                  </a:lnTo>
                  <a:lnTo>
                    <a:pt x="266" y="352"/>
                  </a:lnTo>
                  <a:lnTo>
                    <a:pt x="276" y="370"/>
                  </a:lnTo>
                  <a:lnTo>
                    <a:pt x="287" y="387"/>
                  </a:lnTo>
                  <a:lnTo>
                    <a:pt x="287" y="387"/>
                  </a:lnTo>
                  <a:lnTo>
                    <a:pt x="299" y="403"/>
                  </a:lnTo>
                  <a:lnTo>
                    <a:pt x="312" y="417"/>
                  </a:lnTo>
                  <a:lnTo>
                    <a:pt x="326" y="430"/>
                  </a:lnTo>
                  <a:lnTo>
                    <a:pt x="341" y="443"/>
                  </a:lnTo>
                  <a:lnTo>
                    <a:pt x="341" y="443"/>
                  </a:lnTo>
                  <a:lnTo>
                    <a:pt x="346" y="446"/>
                  </a:lnTo>
                  <a:lnTo>
                    <a:pt x="350" y="447"/>
                  </a:lnTo>
                  <a:lnTo>
                    <a:pt x="355" y="449"/>
                  </a:lnTo>
                  <a:lnTo>
                    <a:pt x="359" y="449"/>
                  </a:lnTo>
                  <a:lnTo>
                    <a:pt x="363" y="447"/>
                  </a:lnTo>
                  <a:lnTo>
                    <a:pt x="368" y="446"/>
                  </a:lnTo>
                  <a:lnTo>
                    <a:pt x="375" y="441"/>
                  </a:lnTo>
                  <a:lnTo>
                    <a:pt x="375" y="441"/>
                  </a:lnTo>
                  <a:lnTo>
                    <a:pt x="384" y="441"/>
                  </a:lnTo>
                  <a:lnTo>
                    <a:pt x="392" y="438"/>
                  </a:lnTo>
                  <a:lnTo>
                    <a:pt x="395" y="437"/>
                  </a:lnTo>
                  <a:lnTo>
                    <a:pt x="398" y="433"/>
                  </a:lnTo>
                  <a:lnTo>
                    <a:pt x="401" y="430"/>
                  </a:lnTo>
                  <a:lnTo>
                    <a:pt x="402" y="425"/>
                  </a:lnTo>
                  <a:lnTo>
                    <a:pt x="402" y="425"/>
                  </a:lnTo>
                  <a:lnTo>
                    <a:pt x="411" y="419"/>
                  </a:lnTo>
                  <a:lnTo>
                    <a:pt x="419" y="409"/>
                  </a:lnTo>
                  <a:lnTo>
                    <a:pt x="435" y="390"/>
                  </a:lnTo>
                  <a:lnTo>
                    <a:pt x="435" y="390"/>
                  </a:lnTo>
                  <a:lnTo>
                    <a:pt x="467" y="347"/>
                  </a:lnTo>
                  <a:lnTo>
                    <a:pt x="484" y="324"/>
                  </a:lnTo>
                  <a:lnTo>
                    <a:pt x="499" y="301"/>
                  </a:lnTo>
                  <a:lnTo>
                    <a:pt x="499" y="301"/>
                  </a:lnTo>
                  <a:lnTo>
                    <a:pt x="517" y="272"/>
                  </a:lnTo>
                  <a:lnTo>
                    <a:pt x="535" y="243"/>
                  </a:lnTo>
                  <a:lnTo>
                    <a:pt x="573" y="184"/>
                  </a:lnTo>
                  <a:lnTo>
                    <a:pt x="590" y="154"/>
                  </a:lnTo>
                  <a:lnTo>
                    <a:pt x="606" y="124"/>
                  </a:lnTo>
                  <a:lnTo>
                    <a:pt x="620" y="93"/>
                  </a:lnTo>
                  <a:lnTo>
                    <a:pt x="626" y="76"/>
                  </a:lnTo>
                  <a:lnTo>
                    <a:pt x="631" y="60"/>
                  </a:lnTo>
                  <a:lnTo>
                    <a:pt x="631" y="60"/>
                  </a:lnTo>
                  <a:lnTo>
                    <a:pt x="631" y="55"/>
                  </a:lnTo>
                  <a:lnTo>
                    <a:pt x="631" y="50"/>
                  </a:lnTo>
                  <a:lnTo>
                    <a:pt x="630" y="46"/>
                  </a:lnTo>
                  <a:lnTo>
                    <a:pt x="628" y="42"/>
                  </a:lnTo>
                  <a:lnTo>
                    <a:pt x="626" y="39"/>
                  </a:lnTo>
                  <a:lnTo>
                    <a:pt x="622" y="37"/>
                  </a:lnTo>
                  <a:lnTo>
                    <a:pt x="614" y="33"/>
                  </a:lnTo>
                  <a:lnTo>
                    <a:pt x="606" y="31"/>
                  </a:lnTo>
                  <a:lnTo>
                    <a:pt x="602" y="33"/>
                  </a:lnTo>
                  <a:lnTo>
                    <a:pt x="598" y="34"/>
                  </a:lnTo>
                  <a:lnTo>
                    <a:pt x="594" y="35"/>
                  </a:lnTo>
                  <a:lnTo>
                    <a:pt x="590" y="39"/>
                  </a:lnTo>
                  <a:lnTo>
                    <a:pt x="588" y="43"/>
                  </a:lnTo>
                  <a:lnTo>
                    <a:pt x="586" y="48"/>
                  </a:lnTo>
                  <a:lnTo>
                    <a:pt x="586" y="48"/>
                  </a:lnTo>
                  <a:close/>
                </a:path>
              </a:pathLst>
            </a:custGeom>
            <a:solidFill>
              <a:schemeClr val="bg1"/>
            </a:solidFill>
            <a:ln w="9525">
              <a:noFill/>
              <a:round/>
            </a:ln>
          </p:spPr>
          <p:txBody>
            <a:bodyPr vert="horz" wrap="square" lIns="79689" tIns="39844" rIns="79689" bIns="39844" numCol="1" anchor="t" anchorCtr="0" compatLnSpc="1"/>
            <a:lstStyle/>
            <a:p>
              <a:endParaRPr lang="zh-CN" altLang="en-US" sz="1570">
                <a:solidFill>
                  <a:schemeClr val="bg1"/>
                </a:solidFill>
                <a:cs typeface="+mn-ea"/>
                <a:sym typeface="+mn-lt"/>
              </a:endParaRPr>
            </a:p>
          </p:txBody>
        </p:sp>
      </p:grpSp>
      <p:sp>
        <p:nvSpPr>
          <p:cNvPr id="161" name="文本框 160"/>
          <p:cNvSpPr txBox="1"/>
          <p:nvPr/>
        </p:nvSpPr>
        <p:spPr>
          <a:xfrm>
            <a:off x="6637671" y="3140572"/>
            <a:ext cx="1553157" cy="46609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第</a:t>
            </a:r>
            <a:r>
              <a:rPr lang="en-US" altLang="zh-CN" sz="2440">
                <a:solidFill>
                  <a:schemeClr val="bg1"/>
                </a:solidFill>
                <a:cs typeface="+mn-ea"/>
                <a:sym typeface="+mn-lt"/>
              </a:rPr>
              <a:t>11</a:t>
            </a:r>
            <a:r>
              <a:rPr lang="zh-CN" altLang="en-US" sz="2440">
                <a:solidFill>
                  <a:schemeClr val="bg1"/>
                </a:solidFill>
                <a:cs typeface="+mn-ea"/>
                <a:sym typeface="+mn-lt"/>
              </a:rPr>
              <a:t>章</a:t>
            </a:r>
          </a:p>
        </p:txBody>
      </p:sp>
    </p:spTree>
  </p:cSld>
  <p:clrMapOvr>
    <a:masterClrMapping/>
  </p:clrMapOvr>
  <mc:AlternateContent xmlns:mc="http://schemas.openxmlformats.org/markup-compatibility/2006" xmlns:p15="http://schemas.microsoft.com/office/powerpoint/2012/main">
    <mc:Choice Requires="p15">
      <p:transition xmlns:p14="http://schemas.microsoft.com/office/powerpoint/2010/main" spd="slow" p14:dur="1250">
        <p15:prstTrans prst="airplane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0" fill="hold">
                            <p:stCondLst>
                              <p:cond delay="500"/>
                            </p:stCondLst>
                            <p:childTnLst>
                              <p:par>
                                <p:cTn id="11" presetID="16" presetClass="entr" presetSubtype="21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3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4" fill="hold">
                            <p:stCondLst>
                              <p:cond delay="1000"/>
                            </p:stCondLst>
                            <p:childTnLst>
                              <p:par>
                                <p:cTn id="15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1000"/>
                                        <p:tgtEl>
                                          <p:spTgt spid="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8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9" dur="1000" fill="hold"/>
                                        <p:tgtEl>
                                          <p:spTgt spid="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0" fill="hold">
                            <p:stCondLst>
                              <p:cond delay="2000"/>
                            </p:stCondLst>
                            <p:childTnLst>
                              <p:par>
                                <p:cTn id="21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3" dur="500"/>
                                        <p:tgtEl>
                                          <p:spTgt spid="9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24" dur="500"/>
                                        <p:tgtEl>
                                          <p:spTgt spid="9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5" fill="hold">
                            <p:stCondLst>
                              <p:cond delay="2500"/>
                            </p:stCondLst>
                            <p:childTnLst>
                              <p:par>
                                <p:cTn id="26" presetID="42" presetClass="entr" presetSubtype="0" fill="hold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1000"/>
                                        <p:tgtEl>
                                          <p:spTgt spid="16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9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16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31" fill="hold">
                            <p:stCondLst>
                              <p:cond delay="3500"/>
                            </p:stCondLst>
                            <p:childTnLst>
                              <p:par>
                                <p:cTn id="32" presetID="12" presetClass="entr" presetSubtype="8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34" dur="500"/>
                                        <p:tgtEl>
                                          <p:spTgt spid="16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-#ppt_w*1.125000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Effect transition="in" filter="wipe(right)">
                                      <p:cBhvr>
                                        <p:cTn id="35" dur="500"/>
                                        <p:tgtEl>
                                          <p:spTgt spid="16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/>
      <p:bldP spid="90" grpId="0"/>
      <p:bldP spid="161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本框 1"/>
          <p:cNvSpPr txBox="1"/>
          <p:nvPr/>
        </p:nvSpPr>
        <p:spPr>
          <a:xfrm>
            <a:off x="586740" y="337820"/>
            <a:ext cx="9174480" cy="39878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altLang="zh-CN" sz="2000" b="1">
                <a:solidFill>
                  <a:schemeClr val="accent3"/>
                </a:solidFill>
              </a:rPr>
              <a:t>Qt Designer</a:t>
            </a:r>
            <a:endParaRPr lang="zh-CN" altLang="en-US" sz="2000" b="1">
              <a:solidFill>
                <a:schemeClr val="accent3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8737E0A0-BCAD-4CDA-812E-C9363C11D6AE}"/>
              </a:ext>
            </a:extLst>
          </p:cNvPr>
          <p:cNvSpPr/>
          <p:nvPr/>
        </p:nvSpPr>
        <p:spPr>
          <a:xfrm>
            <a:off x="4200525" y="1512922"/>
            <a:ext cx="5560695" cy="22813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项目组织文件</a:t>
            </a:r>
            <a:r>
              <a:rPr lang="en-US" altLang="zh-CN"/>
              <a:t>CMakeLists.txt</a:t>
            </a:r>
            <a:r>
              <a:rPr lang="zh-CN" altLang="en-US"/>
              <a:t>，存储项目设置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主程序入口文件</a:t>
            </a:r>
            <a:r>
              <a:rPr lang="en-US" altLang="zh-CN"/>
              <a:t>main.cpp</a:t>
            </a:r>
            <a:r>
              <a:rPr lang="zh-CN" altLang="en-US"/>
              <a:t>，实现</a:t>
            </a:r>
            <a:r>
              <a:rPr lang="en-US" altLang="zh-CN"/>
              <a:t>main</a:t>
            </a:r>
            <a:r>
              <a:rPr lang="zh-CN" altLang="en-US"/>
              <a:t>函数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>
                <a:highlight>
                  <a:srgbClr val="0000FF"/>
                </a:highlight>
              </a:rPr>
              <a:t>界面文件</a:t>
            </a:r>
            <a:r>
              <a:rPr lang="en-US" altLang="zh-CN">
                <a:highlight>
                  <a:srgbClr val="0000FF"/>
                </a:highlight>
              </a:rPr>
              <a:t>xxxx.ui</a:t>
            </a:r>
            <a:r>
              <a:rPr lang="zh-CN" altLang="en-US">
                <a:highlight>
                  <a:srgbClr val="0000FF"/>
                </a:highlight>
              </a:rPr>
              <a:t>，使用</a:t>
            </a:r>
            <a:r>
              <a:rPr lang="en-US" altLang="zh-CN">
                <a:highlight>
                  <a:srgbClr val="0000FF"/>
                </a:highlight>
              </a:rPr>
              <a:t>XML</a:t>
            </a:r>
            <a:r>
              <a:rPr lang="zh-CN" altLang="en-US">
                <a:highlight>
                  <a:srgbClr val="0000FF"/>
                </a:highlight>
              </a:rPr>
              <a:t>格式描述</a:t>
            </a:r>
            <a:endParaRPr lang="en-US" altLang="zh-CN">
              <a:highlight>
                <a:srgbClr val="0000FF"/>
              </a:highlight>
            </a:endParaRPr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xxxx.h</a:t>
            </a:r>
            <a:r>
              <a:rPr lang="zh-CN" altLang="en-US"/>
              <a:t>是所设计的窗体类的头文件，</a:t>
            </a:r>
            <a:r>
              <a:rPr lang="en-US" altLang="zh-CN"/>
              <a:t>xxxx.cpp</a:t>
            </a:r>
            <a:r>
              <a:rPr lang="zh-CN" altLang="en-US"/>
              <a:t>是实现文件。任何窗体或界面组件都是用类封装的。</a:t>
            </a:r>
            <a:endParaRPr lang="en-US" altLang="zh-CN"/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044254-15BB-4A14-9E7F-2CF7EE423646}"/>
              </a:ext>
            </a:extLst>
          </p:cNvPr>
          <p:cNvSpPr txBox="1"/>
          <p:nvPr/>
        </p:nvSpPr>
        <p:spPr>
          <a:xfrm>
            <a:off x="586740" y="725316"/>
            <a:ext cx="972566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新建一个</a:t>
            </a:r>
            <a:r>
              <a:rPr lang="en-US" altLang="zh-CN" sz="2000">
                <a:solidFill>
                  <a:schemeClr val="bg1"/>
                </a:solidFill>
              </a:rPr>
              <a:t>Widget Application</a:t>
            </a:r>
            <a:r>
              <a:rPr lang="zh-CN" altLang="en-US" sz="2000">
                <a:solidFill>
                  <a:schemeClr val="bg1"/>
                </a:solidFill>
              </a:rPr>
              <a:t>项目：选中</a:t>
            </a:r>
            <a:r>
              <a:rPr lang="en-US" altLang="zh-CN" sz="2000">
                <a:solidFill>
                  <a:schemeClr val="bg1"/>
                </a:solidFill>
              </a:rPr>
              <a:t>Generate form</a:t>
            </a:r>
            <a:r>
              <a:rPr lang="zh-CN" altLang="en-US" sz="2000">
                <a:solidFill>
                  <a:schemeClr val="bg1"/>
                </a:solidFill>
              </a:rPr>
              <a:t>复选框</a:t>
            </a:r>
            <a:endParaRPr lang="zh-CN" altLang="en-US" sz="2000"/>
          </a:p>
        </p:txBody>
      </p:sp>
      <p:pic>
        <p:nvPicPr>
          <p:cNvPr id="7" name="图片 6">
            <a:extLst>
              <a:ext uri="{FF2B5EF4-FFF2-40B4-BE49-F238E27FC236}">
                <a16:creationId xmlns:a16="http://schemas.microsoft.com/office/drawing/2014/main" id="{4A03B9B1-9A05-8A09-4482-8191FE4A157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372211" y="1189763"/>
            <a:ext cx="2628900" cy="2828925"/>
          </a:xfrm>
          <a:prstGeom prst="rect">
            <a:avLst/>
          </a:prstGeom>
        </p:spPr>
      </p:pic>
      <p:pic>
        <p:nvPicPr>
          <p:cNvPr id="9" name="图片 8">
            <a:extLst>
              <a:ext uri="{FF2B5EF4-FFF2-40B4-BE49-F238E27FC236}">
                <a16:creationId xmlns:a16="http://schemas.microsoft.com/office/drawing/2014/main" id="{8AA452C3-C4C2-E68A-3547-D3F38A8035E0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3907" y="4406184"/>
            <a:ext cx="6791325" cy="8677275"/>
          </a:xfrm>
          <a:prstGeom prst="rect">
            <a:avLst/>
          </a:prstGeom>
        </p:spPr>
      </p:pic>
      <p:sp>
        <p:nvSpPr>
          <p:cNvPr id="15" name="矩形 14">
            <a:extLst>
              <a:ext uri="{FF2B5EF4-FFF2-40B4-BE49-F238E27FC236}">
                <a16:creationId xmlns:a16="http://schemas.microsoft.com/office/drawing/2014/main" id="{D96E7602-D5B0-3B04-05D1-9F682325824D}"/>
              </a:ext>
            </a:extLst>
          </p:cNvPr>
          <p:cNvSpPr/>
          <p:nvPr/>
        </p:nvSpPr>
        <p:spPr>
          <a:xfrm>
            <a:off x="1562581" y="3240912"/>
            <a:ext cx="2403805" cy="243068"/>
          </a:xfrm>
          <a:prstGeom prst="rect">
            <a:avLst/>
          </a:prstGeom>
          <a:noFill/>
          <a:ln w="952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0" name="直接箭头连接符 19">
            <a:extLst>
              <a:ext uri="{FF2B5EF4-FFF2-40B4-BE49-F238E27FC236}">
                <a16:creationId xmlns:a16="http://schemas.microsoft.com/office/drawing/2014/main" id="{C3F0AAE0-B379-1CFE-7CE2-07B49AC8C73E}"/>
              </a:ext>
            </a:extLst>
          </p:cNvPr>
          <p:cNvCxnSpPr/>
          <p:nvPr/>
        </p:nvCxnSpPr>
        <p:spPr>
          <a:xfrm>
            <a:off x="3657600" y="3483980"/>
            <a:ext cx="0" cy="92220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6"/>
          </a:lnRef>
          <a:fillRef idx="0">
            <a:schemeClr val="accent6"/>
          </a:fillRef>
          <a:effectRef idx="0">
            <a:schemeClr val="accent6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图片 56">
            <a:extLst>
              <a:ext uri="{FF2B5EF4-FFF2-40B4-BE49-F238E27FC236}">
                <a16:creationId xmlns:a16="http://schemas.microsoft.com/office/drawing/2014/main" id="{FA124127-2BAE-4076-B1B7-9EFDA3EA717A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593379" y="6606521"/>
            <a:ext cx="7715250" cy="5334000"/>
          </a:xfrm>
          <a:prstGeom prst="rect">
            <a:avLst/>
          </a:prstGeom>
        </p:spPr>
      </p:pic>
      <p:pic>
        <p:nvPicPr>
          <p:cNvPr id="5" name="图片 4">
            <a:extLst>
              <a:ext uri="{FF2B5EF4-FFF2-40B4-BE49-F238E27FC236}">
                <a16:creationId xmlns:a16="http://schemas.microsoft.com/office/drawing/2014/main" id="{48294335-5157-4EBC-8452-C74426217643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963078" y="1203242"/>
            <a:ext cx="8971545" cy="5322906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19E23C1-E20D-4F41-A2DA-01037D44F58E}"/>
              </a:ext>
            </a:extLst>
          </p:cNvPr>
          <p:cNvSpPr/>
          <p:nvPr/>
        </p:nvSpPr>
        <p:spPr>
          <a:xfrm>
            <a:off x="955431" y="704017"/>
            <a:ext cx="4221183" cy="5047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>
                <a:solidFill>
                  <a:schemeClr val="bg1"/>
                </a:solidFill>
              </a:rPr>
              <a:t>界面文件：双击</a:t>
            </a:r>
            <a:r>
              <a:rPr lang="en-US" altLang="zh-CN" sz="1800">
                <a:solidFill>
                  <a:schemeClr val="bg1"/>
                </a:solidFill>
              </a:rPr>
              <a:t>ui</a:t>
            </a:r>
            <a:r>
              <a:rPr lang="zh-CN" altLang="en-US" sz="1800">
                <a:solidFill>
                  <a:schemeClr val="bg1"/>
                </a:solidFill>
              </a:rPr>
              <a:t>文件进入可视化设计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8" name="矩形 7">
            <a:extLst>
              <a:ext uri="{FF2B5EF4-FFF2-40B4-BE49-F238E27FC236}">
                <a16:creationId xmlns:a16="http://schemas.microsoft.com/office/drawing/2014/main" id="{372E31B9-DC70-4E27-A404-D5613B9A2C01}"/>
              </a:ext>
            </a:extLst>
          </p:cNvPr>
          <p:cNvSpPr/>
          <p:nvPr/>
        </p:nvSpPr>
        <p:spPr>
          <a:xfrm>
            <a:off x="3715028" y="1651835"/>
            <a:ext cx="2615879" cy="312516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C44DED22-7524-41D4-8C92-6AA7EF1F806F}"/>
              </a:ext>
            </a:extLst>
          </p:cNvPr>
          <p:cNvSpPr txBox="1"/>
          <p:nvPr/>
        </p:nvSpPr>
        <p:spPr>
          <a:xfrm>
            <a:off x="5552317" y="994960"/>
            <a:ext cx="2749471" cy="4001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布局和界面设计工具栏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11" name="直接箭头连接符 10">
            <a:extLst>
              <a:ext uri="{FF2B5EF4-FFF2-40B4-BE49-F238E27FC236}">
                <a16:creationId xmlns:a16="http://schemas.microsoft.com/office/drawing/2014/main" id="{38E4034C-B242-4F8C-9C1D-1BB396C2EDF2}"/>
              </a:ext>
            </a:extLst>
          </p:cNvPr>
          <p:cNvCxnSpPr/>
          <p:nvPr/>
        </p:nvCxnSpPr>
        <p:spPr>
          <a:xfrm flipV="1">
            <a:off x="5778891" y="1395070"/>
            <a:ext cx="426720" cy="25676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2" name="矩形 11">
            <a:extLst>
              <a:ext uri="{FF2B5EF4-FFF2-40B4-BE49-F238E27FC236}">
                <a16:creationId xmlns:a16="http://schemas.microsoft.com/office/drawing/2014/main" id="{8B5523A3-8DA3-4955-8D12-DC12AE222EE2}"/>
              </a:ext>
            </a:extLst>
          </p:cNvPr>
          <p:cNvSpPr/>
          <p:nvPr/>
        </p:nvSpPr>
        <p:spPr>
          <a:xfrm>
            <a:off x="1512849" y="1908600"/>
            <a:ext cx="1934930" cy="4439760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210E7C43-2D85-4185-B37A-F42D4FFA0FB3}"/>
              </a:ext>
            </a:extLst>
          </p:cNvPr>
          <p:cNvSpPr txBox="1"/>
          <p:nvPr/>
        </p:nvSpPr>
        <p:spPr>
          <a:xfrm>
            <a:off x="1901154" y="3989909"/>
            <a:ext cx="1210588" cy="4001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组件面板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矩形 15">
            <a:extLst>
              <a:ext uri="{FF2B5EF4-FFF2-40B4-BE49-F238E27FC236}">
                <a16:creationId xmlns:a16="http://schemas.microsoft.com/office/drawing/2014/main" id="{2EF6AADA-CD73-46AA-8575-90515DD5D6E7}"/>
              </a:ext>
            </a:extLst>
          </p:cNvPr>
          <p:cNvSpPr/>
          <p:nvPr/>
        </p:nvSpPr>
        <p:spPr>
          <a:xfrm>
            <a:off x="3660531" y="1964351"/>
            <a:ext cx="3192780" cy="2425668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9D55D7EE-98BD-4BBD-ADDD-1F9E294D8721}"/>
              </a:ext>
            </a:extLst>
          </p:cNvPr>
          <p:cNvSpPr txBox="1"/>
          <p:nvPr/>
        </p:nvSpPr>
        <p:spPr>
          <a:xfrm>
            <a:off x="4415625" y="2264504"/>
            <a:ext cx="1723549" cy="4001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待设计的窗体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8" name="矩形 17">
            <a:extLst>
              <a:ext uri="{FF2B5EF4-FFF2-40B4-BE49-F238E27FC236}">
                <a16:creationId xmlns:a16="http://schemas.microsoft.com/office/drawing/2014/main" id="{DD20BF5C-DD09-4285-9B3F-27A46BC9A0D4}"/>
              </a:ext>
            </a:extLst>
          </p:cNvPr>
          <p:cNvSpPr/>
          <p:nvPr/>
        </p:nvSpPr>
        <p:spPr>
          <a:xfrm>
            <a:off x="3553851" y="4443359"/>
            <a:ext cx="3649980" cy="190500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3672E3C2-E909-45BA-AD0C-4B44D3E25CB7}"/>
              </a:ext>
            </a:extLst>
          </p:cNvPr>
          <p:cNvSpPr txBox="1"/>
          <p:nvPr/>
        </p:nvSpPr>
        <p:spPr>
          <a:xfrm>
            <a:off x="4078639" y="5071369"/>
            <a:ext cx="2653290" cy="4001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信号槽、</a:t>
            </a:r>
            <a:r>
              <a:rPr lang="en-US" altLang="zh-CN" sz="2000">
                <a:solidFill>
                  <a:schemeClr val="bg1"/>
                </a:solidFill>
              </a:rPr>
              <a:t>Action</a:t>
            </a:r>
            <a:r>
              <a:rPr lang="zh-CN" altLang="en-US" sz="2000">
                <a:solidFill>
                  <a:schemeClr val="bg1"/>
                </a:solidFill>
              </a:rPr>
              <a:t>编辑器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cxnSp>
        <p:nvCxnSpPr>
          <p:cNvPr id="21" name="直接箭头连接符 20">
            <a:extLst>
              <a:ext uri="{FF2B5EF4-FFF2-40B4-BE49-F238E27FC236}">
                <a16:creationId xmlns:a16="http://schemas.microsoft.com/office/drawing/2014/main" id="{96D0632B-A99D-4B38-8BC8-746ED6CAAC9E}"/>
              </a:ext>
            </a:extLst>
          </p:cNvPr>
          <p:cNvCxnSpPr/>
          <p:nvPr/>
        </p:nvCxnSpPr>
        <p:spPr>
          <a:xfrm flipH="1" flipV="1">
            <a:off x="4666371" y="5471479"/>
            <a:ext cx="738913" cy="65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D9B459C9-827A-4234-B10B-C16ACB5F2DC4}"/>
              </a:ext>
            </a:extLst>
          </p:cNvPr>
          <p:cNvCxnSpPr/>
          <p:nvPr/>
        </p:nvCxnSpPr>
        <p:spPr>
          <a:xfrm flipV="1">
            <a:off x="4186311" y="5471479"/>
            <a:ext cx="1366006" cy="65590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6" name="矩形 25">
            <a:extLst>
              <a:ext uri="{FF2B5EF4-FFF2-40B4-BE49-F238E27FC236}">
                <a16:creationId xmlns:a16="http://schemas.microsoft.com/office/drawing/2014/main" id="{6F0D0A9F-3758-49A1-B68A-29F514BB3447}"/>
              </a:ext>
            </a:extLst>
          </p:cNvPr>
          <p:cNvSpPr/>
          <p:nvPr/>
        </p:nvSpPr>
        <p:spPr>
          <a:xfrm>
            <a:off x="7120560" y="1805916"/>
            <a:ext cx="2868560" cy="2119283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30B8C898-2FC7-4C3A-873A-1C06C3FD0016}"/>
              </a:ext>
            </a:extLst>
          </p:cNvPr>
          <p:cNvSpPr txBox="1"/>
          <p:nvPr/>
        </p:nvSpPr>
        <p:spPr>
          <a:xfrm>
            <a:off x="7787057" y="2977130"/>
            <a:ext cx="1467068" cy="4001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对象浏览器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8" name="矩形 27">
            <a:extLst>
              <a:ext uri="{FF2B5EF4-FFF2-40B4-BE49-F238E27FC236}">
                <a16:creationId xmlns:a16="http://schemas.microsoft.com/office/drawing/2014/main" id="{1FF741F5-2334-466D-9B7E-B73AEF248EE8}"/>
              </a:ext>
            </a:extLst>
          </p:cNvPr>
          <p:cNvSpPr/>
          <p:nvPr/>
        </p:nvSpPr>
        <p:spPr>
          <a:xfrm>
            <a:off x="7278815" y="3925199"/>
            <a:ext cx="2655808" cy="2372349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9" name="文本框 28">
            <a:extLst>
              <a:ext uri="{FF2B5EF4-FFF2-40B4-BE49-F238E27FC236}">
                <a16:creationId xmlns:a16="http://schemas.microsoft.com/office/drawing/2014/main" id="{664DE4FC-88C8-4D4D-930B-2926BFD58F58}"/>
              </a:ext>
            </a:extLst>
          </p:cNvPr>
          <p:cNvSpPr txBox="1"/>
          <p:nvPr/>
        </p:nvSpPr>
        <p:spPr>
          <a:xfrm>
            <a:off x="8003857" y="5337246"/>
            <a:ext cx="1467068" cy="400110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2">
              <a:shade val="50000"/>
            </a:schemeClr>
          </a:lnRef>
          <a:fillRef idx="1">
            <a:schemeClr val="accent2"/>
          </a:fillRef>
          <a:effectRef idx="0">
            <a:schemeClr val="accent2"/>
          </a:effectRef>
          <a:fontRef idx="minor">
            <a:schemeClr val="lt1"/>
          </a:fontRef>
        </p:style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属性编辑器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36" name="矩形 35">
            <a:extLst>
              <a:ext uri="{FF2B5EF4-FFF2-40B4-BE49-F238E27FC236}">
                <a16:creationId xmlns:a16="http://schemas.microsoft.com/office/drawing/2014/main" id="{CFAE95F5-84FB-4081-9896-A2C51A6CACDB}"/>
              </a:ext>
            </a:extLst>
          </p:cNvPr>
          <p:cNvSpPr/>
          <p:nvPr/>
        </p:nvSpPr>
        <p:spPr>
          <a:xfrm>
            <a:off x="6490991" y="7103024"/>
            <a:ext cx="2538676" cy="267604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7" name="矩形 36">
            <a:extLst>
              <a:ext uri="{FF2B5EF4-FFF2-40B4-BE49-F238E27FC236}">
                <a16:creationId xmlns:a16="http://schemas.microsoft.com/office/drawing/2014/main" id="{B05F8583-97EE-4AC5-BA2D-EF6949F38761}"/>
              </a:ext>
            </a:extLst>
          </p:cNvPr>
          <p:cNvSpPr/>
          <p:nvPr/>
        </p:nvSpPr>
        <p:spPr>
          <a:xfrm>
            <a:off x="3184830" y="7793846"/>
            <a:ext cx="1060396" cy="267604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38" name="矩形 37">
            <a:extLst>
              <a:ext uri="{FF2B5EF4-FFF2-40B4-BE49-F238E27FC236}">
                <a16:creationId xmlns:a16="http://schemas.microsoft.com/office/drawing/2014/main" id="{17669DD4-04E9-4FC0-8FA5-B43AE39384E6}"/>
              </a:ext>
            </a:extLst>
          </p:cNvPr>
          <p:cNvSpPr/>
          <p:nvPr/>
        </p:nvSpPr>
        <p:spPr>
          <a:xfrm>
            <a:off x="6205611" y="10031273"/>
            <a:ext cx="2538676" cy="267604"/>
          </a:xfrm>
          <a:prstGeom prst="rect">
            <a:avLst/>
          </a:prstGeom>
          <a:noFill/>
          <a:ln w="28575" cap="flat" cmpd="sng" algn="ctr">
            <a:solidFill>
              <a:schemeClr val="accent3"/>
            </a:solidFill>
            <a:prstDash val="sysDash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3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47" name="矩形 46">
            <a:extLst>
              <a:ext uri="{FF2B5EF4-FFF2-40B4-BE49-F238E27FC236}">
                <a16:creationId xmlns:a16="http://schemas.microsoft.com/office/drawing/2014/main" id="{CB87AEE7-2C1A-463D-B57F-8672E512A771}"/>
              </a:ext>
            </a:extLst>
          </p:cNvPr>
          <p:cNvSpPr/>
          <p:nvPr/>
        </p:nvSpPr>
        <p:spPr>
          <a:xfrm>
            <a:off x="6112955" y="9746879"/>
            <a:ext cx="1158240" cy="116586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49" name="直接箭头连接符 48">
            <a:extLst>
              <a:ext uri="{FF2B5EF4-FFF2-40B4-BE49-F238E27FC236}">
                <a16:creationId xmlns:a16="http://schemas.microsoft.com/office/drawing/2014/main" id="{DC4B8789-77A3-4D74-A081-0C5845354837}"/>
              </a:ext>
            </a:extLst>
          </p:cNvPr>
          <p:cNvCxnSpPr>
            <a:cxnSpLocks/>
          </p:cNvCxnSpPr>
          <p:nvPr/>
        </p:nvCxnSpPr>
        <p:spPr>
          <a:xfrm>
            <a:off x="6205611" y="10912739"/>
            <a:ext cx="0" cy="125691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1" name="文本框 50">
            <a:extLst>
              <a:ext uri="{FF2B5EF4-FFF2-40B4-BE49-F238E27FC236}">
                <a16:creationId xmlns:a16="http://schemas.microsoft.com/office/drawing/2014/main" id="{BD1CDDDE-2969-4D21-ACDB-DD4DBA07633E}"/>
              </a:ext>
            </a:extLst>
          </p:cNvPr>
          <p:cNvSpPr txBox="1"/>
          <p:nvPr/>
        </p:nvSpPr>
        <p:spPr>
          <a:xfrm>
            <a:off x="4505135" y="12153881"/>
            <a:ext cx="3262432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实际上表示了类的继承关系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pic>
        <p:nvPicPr>
          <p:cNvPr id="59" name="图片 58">
            <a:extLst>
              <a:ext uri="{FF2B5EF4-FFF2-40B4-BE49-F238E27FC236}">
                <a16:creationId xmlns:a16="http://schemas.microsoft.com/office/drawing/2014/main" id="{8663E098-C0B7-4343-B0DF-DEB68A7DDDD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593466" y="12074174"/>
            <a:ext cx="2651760" cy="1805882"/>
          </a:xfrm>
          <a:prstGeom prst="rect">
            <a:avLst/>
          </a:prstGeom>
        </p:spPr>
      </p:pic>
      <p:sp>
        <p:nvSpPr>
          <p:cNvPr id="61" name="矩形 60">
            <a:extLst>
              <a:ext uri="{FF2B5EF4-FFF2-40B4-BE49-F238E27FC236}">
                <a16:creationId xmlns:a16="http://schemas.microsoft.com/office/drawing/2014/main" id="{AC4DFA27-71FF-46AD-841B-9CA6EB033351}"/>
              </a:ext>
            </a:extLst>
          </p:cNvPr>
          <p:cNvSpPr/>
          <p:nvPr/>
        </p:nvSpPr>
        <p:spPr>
          <a:xfrm>
            <a:off x="3135908" y="13492736"/>
            <a:ext cx="942731" cy="38732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62" name="矩形 61">
            <a:extLst>
              <a:ext uri="{FF2B5EF4-FFF2-40B4-BE49-F238E27FC236}">
                <a16:creationId xmlns:a16="http://schemas.microsoft.com/office/drawing/2014/main" id="{2EAA34C5-058B-4EE7-AF4B-9135BA25481D}"/>
              </a:ext>
            </a:extLst>
          </p:cNvPr>
          <p:cNvSpPr/>
          <p:nvPr/>
        </p:nvSpPr>
        <p:spPr>
          <a:xfrm>
            <a:off x="4977484" y="10165075"/>
            <a:ext cx="942731" cy="387320"/>
          </a:xfrm>
          <a:prstGeom prst="rect">
            <a:avLst/>
          </a:prstGeom>
          <a:noFill/>
          <a:ln w="28575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64" name="直接箭头连接符 63">
            <a:extLst>
              <a:ext uri="{FF2B5EF4-FFF2-40B4-BE49-F238E27FC236}">
                <a16:creationId xmlns:a16="http://schemas.microsoft.com/office/drawing/2014/main" id="{1841CD47-4C6C-4463-86E8-EC16589F25EF}"/>
              </a:ext>
            </a:extLst>
          </p:cNvPr>
          <p:cNvCxnSpPr>
            <a:stCxn id="61" idx="0"/>
            <a:endCxn id="62" idx="2"/>
          </p:cNvCxnSpPr>
          <p:nvPr/>
        </p:nvCxnSpPr>
        <p:spPr>
          <a:xfrm flipV="1">
            <a:off x="3607274" y="10552395"/>
            <a:ext cx="1841576" cy="294034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mc:AlternateContent xmlns:mc="http://schemas.openxmlformats.org/markup-compatibility/2006" xmlns:p14="http://schemas.microsoft.com/office/powerpoint/2010/main">
        <mc:Choice Requires="p14">
          <p:contentPart p14:bwMode="auto" r:id="rId6">
            <p14:nvContentPartPr>
              <p14:cNvPr id="102" name="墨迹 101">
                <a:extLst>
                  <a:ext uri="{FF2B5EF4-FFF2-40B4-BE49-F238E27FC236}">
                    <a16:creationId xmlns:a16="http://schemas.microsoft.com/office/drawing/2014/main" id="{4FCF3F9D-B7FF-4CCF-BBF6-46FDE06CDAA7}"/>
                  </a:ext>
                </a:extLst>
              </p14:cNvPr>
              <p14:cNvContentPartPr/>
              <p14:nvPr/>
            </p14:nvContentPartPr>
            <p14:xfrm>
              <a:off x="11257311" y="11006029"/>
              <a:ext cx="360" cy="360"/>
            </p14:xfrm>
          </p:contentPart>
        </mc:Choice>
        <mc:Fallback xmlns="">
          <p:pic>
            <p:nvPicPr>
              <p:cNvPr id="102" name="墨迹 101">
                <a:extLst>
                  <a:ext uri="{FF2B5EF4-FFF2-40B4-BE49-F238E27FC236}">
                    <a16:creationId xmlns:a16="http://schemas.microsoft.com/office/drawing/2014/main" id="{4FCF3F9D-B7FF-4CCF-BBF6-46FDE06CDAA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1248311" y="10997029"/>
                <a:ext cx="18000" cy="18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10">
            <p14:nvContentPartPr>
              <p14:cNvPr id="156" name="墨迹 155">
                <a:extLst>
                  <a:ext uri="{FF2B5EF4-FFF2-40B4-BE49-F238E27FC236}">
                    <a16:creationId xmlns:a16="http://schemas.microsoft.com/office/drawing/2014/main" id="{C7D455AB-866F-40E5-BA6F-E7235D980ACD}"/>
                  </a:ext>
                </a:extLst>
              </p14:cNvPr>
              <p14:cNvContentPartPr/>
              <p14:nvPr/>
            </p14:nvContentPartPr>
            <p14:xfrm>
              <a:off x="3614511" y="13671469"/>
              <a:ext cx="7920" cy="9720"/>
            </p14:xfrm>
          </p:contentPart>
        </mc:Choice>
        <mc:Fallback xmlns="">
          <p:pic>
            <p:nvPicPr>
              <p:cNvPr id="156" name="墨迹 155">
                <a:extLst>
                  <a:ext uri="{FF2B5EF4-FFF2-40B4-BE49-F238E27FC236}">
                    <a16:creationId xmlns:a16="http://schemas.microsoft.com/office/drawing/2014/main" id="{C7D455AB-866F-40E5-BA6F-E7235D980ACD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3605511" y="13662469"/>
                <a:ext cx="25560" cy="27360"/>
              </a:xfrm>
              <a:prstGeom prst="rect">
                <a:avLst/>
              </a:prstGeom>
            </p:spPr>
          </p:pic>
        </mc:Fallback>
      </mc:AlternateContent>
      <p:sp>
        <p:nvSpPr>
          <p:cNvPr id="34" name="文本框 33">
            <a:extLst>
              <a:ext uri="{FF2B5EF4-FFF2-40B4-BE49-F238E27FC236}">
                <a16:creationId xmlns:a16="http://schemas.microsoft.com/office/drawing/2014/main" id="{93BC48AB-3111-FAF0-D3ED-5E0EA740FD6E}"/>
              </a:ext>
            </a:extLst>
          </p:cNvPr>
          <p:cNvSpPr txBox="1"/>
          <p:nvPr/>
        </p:nvSpPr>
        <p:spPr>
          <a:xfrm>
            <a:off x="2648334" y="282705"/>
            <a:ext cx="6381333" cy="369332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Qt Designer用于使用Qt </a:t>
            </a:r>
            <a:r>
              <a:rPr lang="en-US" altLang="zh-CN"/>
              <a:t>Widget</a:t>
            </a:r>
            <a:r>
              <a:rPr lang="zh-CN" altLang="en-US"/>
              <a:t>设计和构建</a:t>
            </a:r>
            <a:r>
              <a:rPr lang="en-US" altLang="zh-CN"/>
              <a:t>GUI</a:t>
            </a:r>
            <a:r>
              <a:rPr lang="zh-CN" altLang="en-US"/>
              <a:t>的图形化工具。</a:t>
            </a:r>
          </a:p>
        </p:txBody>
      </p:sp>
    </p:spTree>
    <p:extLst>
      <p:ext uri="{BB962C8B-B14F-4D97-AF65-F5344CB8AC3E}">
        <p14:creationId xmlns:p14="http://schemas.microsoft.com/office/powerpoint/2010/main" val="1512309651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" name="图片 3">
            <a:extLst>
              <a:ext uri="{FF2B5EF4-FFF2-40B4-BE49-F238E27FC236}">
                <a16:creationId xmlns:a16="http://schemas.microsoft.com/office/drawing/2014/main" id="{7AC11810-4788-0E0D-62BB-0AE3A6241777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185435" y="8551085"/>
            <a:ext cx="7553325" cy="1524000"/>
          </a:xfrm>
          <a:prstGeom prst="rect">
            <a:avLst/>
          </a:prstGeom>
        </p:spPr>
      </p:pic>
      <p:pic>
        <p:nvPicPr>
          <p:cNvPr id="3" name="图片 2">
            <a:extLst>
              <a:ext uri="{FF2B5EF4-FFF2-40B4-BE49-F238E27FC236}">
                <a16:creationId xmlns:a16="http://schemas.microsoft.com/office/drawing/2014/main" id="{ABBF0980-3A5C-00F8-1133-575923DDC03D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36687" y="5313613"/>
            <a:ext cx="2628900" cy="2828925"/>
          </a:xfrm>
          <a:prstGeom prst="rect">
            <a:avLst/>
          </a:prstGeom>
        </p:spPr>
      </p:pic>
      <p:sp>
        <p:nvSpPr>
          <p:cNvPr id="7" name="矩形 6">
            <a:extLst>
              <a:ext uri="{FF2B5EF4-FFF2-40B4-BE49-F238E27FC236}">
                <a16:creationId xmlns:a16="http://schemas.microsoft.com/office/drawing/2014/main" id="{719E23C1-E20D-4F41-A2DA-01037D44F58E}"/>
              </a:ext>
            </a:extLst>
          </p:cNvPr>
          <p:cNvSpPr/>
          <p:nvPr/>
        </p:nvSpPr>
        <p:spPr>
          <a:xfrm>
            <a:off x="990600" y="696987"/>
            <a:ext cx="4221183" cy="5047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>
                <a:solidFill>
                  <a:schemeClr val="bg1"/>
                </a:solidFill>
              </a:rPr>
              <a:t>主函数文件：实现</a:t>
            </a:r>
            <a:r>
              <a:rPr lang="en-US" altLang="zh-CN" sz="1800">
                <a:solidFill>
                  <a:schemeClr val="bg1"/>
                </a:solidFill>
              </a:rPr>
              <a:t>main</a:t>
            </a:r>
            <a:r>
              <a:rPr lang="zh-CN" altLang="en-US" sz="1800">
                <a:solidFill>
                  <a:schemeClr val="bg1"/>
                </a:solidFill>
              </a:rPr>
              <a:t>函数的文件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20" name="Rectangle 5">
            <a:extLst>
              <a:ext uri="{FF2B5EF4-FFF2-40B4-BE49-F238E27FC236}">
                <a16:creationId xmlns:a16="http://schemas.microsoft.com/office/drawing/2014/main" id="{59AF9A64-ED40-4C12-91B5-69433C21E6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990600" y="1201699"/>
            <a:ext cx="8643938" cy="3077766"/>
          </a:xfrm>
          <a:prstGeom prst="rect">
            <a:avLst/>
          </a:prstGeom>
          <a:ln/>
        </p:spPr>
        <p:style>
          <a:lnRef idx="2">
            <a:schemeClr val="accent6"/>
          </a:lnRef>
          <a:fillRef idx="1">
            <a:schemeClr val="lt1"/>
          </a:fillRef>
          <a:effectRef idx="0">
            <a:schemeClr val="accent6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“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widget.h</a:t>
            </a:r>
            <a:r>
              <a:rPr lang="en-US" altLang="zh-CN" sz="2000">
                <a:solidFill>
                  <a:srgbClr val="008000"/>
                </a:solidFill>
              </a:rPr>
              <a:t>”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800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&lt;QApplication&gt;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main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argc,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char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*argv[])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QApplication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a(argc,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argv);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//定义并创建应用程序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w;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//定义并创建窗口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w.show(); 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//显式窗口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return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a.exec();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//应用程序运行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，开始消息循环和事件处理</a:t>
            </a:r>
            <a:r>
              <a:rPr kumimoji="0" lang="zh-CN" altLang="zh-CN" sz="12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} </a:t>
            </a:r>
          </a:p>
        </p:txBody>
      </p:sp>
      <p:sp>
        <p:nvSpPr>
          <p:cNvPr id="41" name="矩形 40">
            <a:extLst>
              <a:ext uri="{FF2B5EF4-FFF2-40B4-BE49-F238E27FC236}">
                <a16:creationId xmlns:a16="http://schemas.microsoft.com/office/drawing/2014/main" id="{464034DB-9B6F-4453-9BCB-F564EDE2BCB4}"/>
              </a:ext>
            </a:extLst>
          </p:cNvPr>
          <p:cNvSpPr/>
          <p:nvPr/>
        </p:nvSpPr>
        <p:spPr>
          <a:xfrm>
            <a:off x="990600" y="4784177"/>
            <a:ext cx="4221183" cy="504712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3"/>
          </a:fillRef>
          <a:effectRef idx="1">
            <a:schemeClr val="accent3"/>
          </a:effectRef>
          <a:fontRef idx="minor">
            <a:schemeClr val="lt1"/>
          </a:fontRef>
        </p:style>
        <p:txBody>
          <a:bodyPr rtlCol="0" anchor="ctr"/>
          <a:lstStyle/>
          <a:p>
            <a:r>
              <a:rPr lang="zh-CN" altLang="en-US" sz="1800">
                <a:solidFill>
                  <a:schemeClr val="bg1"/>
                </a:solidFill>
              </a:rPr>
              <a:t>窗体相关的文件</a:t>
            </a:r>
            <a:endParaRPr lang="zh-CN" altLang="en-US" sz="1800" dirty="0">
              <a:solidFill>
                <a:schemeClr val="bg1"/>
              </a:solidFill>
            </a:endParaRPr>
          </a:p>
        </p:txBody>
      </p:sp>
      <p:sp>
        <p:nvSpPr>
          <p:cNvPr id="44" name="矩形 43">
            <a:extLst>
              <a:ext uri="{FF2B5EF4-FFF2-40B4-BE49-F238E27FC236}">
                <a16:creationId xmlns:a16="http://schemas.microsoft.com/office/drawing/2014/main" id="{38D038D2-51D8-4355-8320-3805D01035FE}"/>
              </a:ext>
            </a:extLst>
          </p:cNvPr>
          <p:cNvSpPr/>
          <p:nvPr/>
        </p:nvSpPr>
        <p:spPr>
          <a:xfrm>
            <a:off x="4358641" y="5779310"/>
            <a:ext cx="5526139" cy="2281354"/>
          </a:xfrm>
          <a:prstGeom prst="rect">
            <a:avLst/>
          </a:prstGeom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xxxx.h</a:t>
            </a:r>
            <a:r>
              <a:rPr lang="zh-CN" altLang="en-US"/>
              <a:t>：窗口类的头文件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xxxx.cpp</a:t>
            </a:r>
            <a:r>
              <a:rPr lang="zh-CN" altLang="en-US"/>
              <a:t>：窗口类的功能实现源程序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/>
              <a:t>xxxx.ui</a:t>
            </a:r>
            <a:r>
              <a:rPr lang="zh-CN" altLang="en-US"/>
              <a:t>：有</a:t>
            </a:r>
            <a:r>
              <a:rPr lang="en-US" altLang="zh-CN"/>
              <a:t>UI</a:t>
            </a:r>
            <a:r>
              <a:rPr lang="zh-CN" altLang="en-US"/>
              <a:t>设计器自动生成，存储了组件和布局</a:t>
            </a:r>
            <a:endParaRPr lang="en-US" altLang="zh-CN"/>
          </a:p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altLang="zh-CN">
                <a:highlight>
                  <a:srgbClr val="800000"/>
                </a:highlight>
              </a:rPr>
              <a:t>ui_xxxx.h</a:t>
            </a:r>
            <a:r>
              <a:rPr lang="zh-CN" altLang="en-US"/>
              <a:t>：通过</a:t>
            </a:r>
            <a:r>
              <a:rPr lang="en-US" altLang="zh-CN"/>
              <a:t>uic</a:t>
            </a:r>
            <a:r>
              <a:rPr lang="zh-CN" altLang="en-US"/>
              <a:t>，根据组件、信号与信号槽自动生成。</a:t>
            </a:r>
            <a:endParaRPr lang="en-US" altLang="zh-CN"/>
          </a:p>
        </p:txBody>
      </p:sp>
      <p:cxnSp>
        <p:nvCxnSpPr>
          <p:cNvPr id="30" name="直接箭头连接符 29">
            <a:extLst>
              <a:ext uri="{FF2B5EF4-FFF2-40B4-BE49-F238E27FC236}">
                <a16:creationId xmlns:a16="http://schemas.microsoft.com/office/drawing/2014/main" id="{9EBB7607-FBC1-44EC-9323-E40129E01E54}"/>
              </a:ext>
            </a:extLst>
          </p:cNvPr>
          <p:cNvCxnSpPr>
            <a:cxnSpLocks/>
          </p:cNvCxnSpPr>
          <p:nvPr/>
        </p:nvCxnSpPr>
        <p:spPr>
          <a:xfrm>
            <a:off x="3261360" y="6534434"/>
            <a:ext cx="93423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2" name="直接箭头连接符 31">
            <a:extLst>
              <a:ext uri="{FF2B5EF4-FFF2-40B4-BE49-F238E27FC236}">
                <a16:creationId xmlns:a16="http://schemas.microsoft.com/office/drawing/2014/main" id="{345B1DA6-4217-401D-A40C-582B383A31CE}"/>
              </a:ext>
            </a:extLst>
          </p:cNvPr>
          <p:cNvCxnSpPr/>
          <p:nvPr/>
        </p:nvCxnSpPr>
        <p:spPr>
          <a:xfrm>
            <a:off x="3429000" y="7272999"/>
            <a:ext cx="766591" cy="0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4" name="直接箭头连接符 33">
            <a:extLst>
              <a:ext uri="{FF2B5EF4-FFF2-40B4-BE49-F238E27FC236}">
                <a16:creationId xmlns:a16="http://schemas.microsoft.com/office/drawing/2014/main" id="{07A3F77E-1C5A-4056-A082-5AA77305E8EC}"/>
              </a:ext>
            </a:extLst>
          </p:cNvPr>
          <p:cNvCxnSpPr>
            <a:cxnSpLocks/>
          </p:cNvCxnSpPr>
          <p:nvPr/>
        </p:nvCxnSpPr>
        <p:spPr>
          <a:xfrm flipV="1">
            <a:off x="3261360" y="7496613"/>
            <a:ext cx="934231" cy="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0" name="直接箭头连接符 49">
            <a:extLst>
              <a:ext uri="{FF2B5EF4-FFF2-40B4-BE49-F238E27FC236}">
                <a16:creationId xmlns:a16="http://schemas.microsoft.com/office/drawing/2014/main" id="{68B4B152-E9C4-4F2B-B54B-ABCE1FA6A12A}"/>
              </a:ext>
            </a:extLst>
          </p:cNvPr>
          <p:cNvCxnSpPr>
            <a:cxnSpLocks/>
            <a:stCxn id="52" idx="0"/>
          </p:cNvCxnSpPr>
          <p:nvPr/>
        </p:nvCxnSpPr>
        <p:spPr>
          <a:xfrm flipV="1">
            <a:off x="3161486" y="7569385"/>
            <a:ext cx="1532434" cy="17939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  <p:sp>
        <p:nvSpPr>
          <p:cNvPr id="52" name="矩形 51">
            <a:extLst>
              <a:ext uri="{FF2B5EF4-FFF2-40B4-BE49-F238E27FC236}">
                <a16:creationId xmlns:a16="http://schemas.microsoft.com/office/drawing/2014/main" id="{E7828894-3939-415A-AA1B-D6CBFC9A7AD1}"/>
              </a:ext>
            </a:extLst>
          </p:cNvPr>
          <p:cNvSpPr/>
          <p:nvPr/>
        </p:nvSpPr>
        <p:spPr>
          <a:xfrm>
            <a:off x="1185435" y="9363359"/>
            <a:ext cx="3952102" cy="496224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9BF45C65-9DD5-B1F1-28FD-092E72955436}"/>
              </a:ext>
            </a:extLst>
          </p:cNvPr>
          <p:cNvSpPr txBox="1"/>
          <p:nvPr/>
        </p:nvSpPr>
        <p:spPr>
          <a:xfrm>
            <a:off x="5314584" y="4695873"/>
            <a:ext cx="3343279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zh-CN" altLang="en-US" b="1">
                <a:solidFill>
                  <a:srgbClr val="FFC000"/>
                </a:solidFill>
              </a:rPr>
              <a:t>User Interface Compiler (uic)</a:t>
            </a: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98FDB002-7547-C457-1BE1-A490557CB3BA}"/>
              </a:ext>
            </a:extLst>
          </p:cNvPr>
          <p:cNvSpPr txBox="1"/>
          <p:nvPr/>
        </p:nvSpPr>
        <p:spPr>
          <a:xfrm>
            <a:off x="5312568" y="5049609"/>
            <a:ext cx="4666283" cy="646331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r>
              <a:rPr lang="zh-CN" altLang="en-US"/>
              <a:t>uic读取由Qt Designer生成的XML格式用户界面定义（ui）文件，并创建相应的C++头文件。</a:t>
            </a:r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5">
            <p14:nvContentPartPr>
              <p14:cNvPr id="23" name="墨迹 22">
                <a:extLst>
                  <a:ext uri="{FF2B5EF4-FFF2-40B4-BE49-F238E27FC236}">
                    <a16:creationId xmlns:a16="http://schemas.microsoft.com/office/drawing/2014/main" id="{5D2ADC30-448E-2F2A-FDE2-53D0C2D07BFD}"/>
                  </a:ext>
                </a:extLst>
              </p14:cNvPr>
              <p14:cNvContentPartPr/>
              <p14:nvPr/>
            </p14:nvContentPartPr>
            <p14:xfrm>
              <a:off x="5386800" y="4983360"/>
              <a:ext cx="2313720" cy="63000"/>
            </p14:xfrm>
          </p:contentPart>
        </mc:Choice>
        <mc:Fallback xmlns="">
          <p:pic>
            <p:nvPicPr>
              <p:cNvPr id="23" name="墨迹 22">
                <a:extLst>
                  <a:ext uri="{FF2B5EF4-FFF2-40B4-BE49-F238E27FC236}">
                    <a16:creationId xmlns:a16="http://schemas.microsoft.com/office/drawing/2014/main" id="{5D2ADC30-448E-2F2A-FDE2-53D0C2D07BFD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5378160" y="4974360"/>
                <a:ext cx="2331360" cy="80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 xmlns:p14="http://schemas.microsoft.com/office/powerpoint/2010/main">
        <mc:Choice Requires="p14">
          <p:contentPart p14:bwMode="auto" r:id="rId7">
            <p14:nvContentPartPr>
              <p14:cNvPr id="24" name="墨迹 23">
                <a:extLst>
                  <a:ext uri="{FF2B5EF4-FFF2-40B4-BE49-F238E27FC236}">
                    <a16:creationId xmlns:a16="http://schemas.microsoft.com/office/drawing/2014/main" id="{EC463EB8-E0E7-977B-0F78-D4FE65378685}"/>
                  </a:ext>
                </a:extLst>
              </p14:cNvPr>
              <p14:cNvContentPartPr/>
              <p14:nvPr/>
            </p14:nvContentPartPr>
            <p14:xfrm>
              <a:off x="7833360" y="5670600"/>
              <a:ext cx="1810800" cy="90360"/>
            </p14:xfrm>
          </p:contentPart>
        </mc:Choice>
        <mc:Fallback xmlns="">
          <p:pic>
            <p:nvPicPr>
              <p:cNvPr id="24" name="墨迹 23">
                <a:extLst>
                  <a:ext uri="{FF2B5EF4-FFF2-40B4-BE49-F238E27FC236}">
                    <a16:creationId xmlns:a16="http://schemas.microsoft.com/office/drawing/2014/main" id="{EC463EB8-E0E7-977B-0F78-D4FE65378685}"/>
                  </a:ext>
                </a:extLst>
              </p:cNvPr>
              <p:cNvPicPr/>
              <p:nvPr/>
            </p:nvPicPr>
            <p:blipFill>
              <a:blip r:embed="rId8"/>
              <a:stretch>
                <a:fillRect/>
              </a:stretch>
            </p:blipFill>
            <p:spPr>
              <a:xfrm>
                <a:off x="7824360" y="5661600"/>
                <a:ext cx="1828440" cy="10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2168773332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Rectangle 1">
            <a:extLst>
              <a:ext uri="{FF2B5EF4-FFF2-40B4-BE49-F238E27FC236}">
                <a16:creationId xmlns:a16="http://schemas.microsoft.com/office/drawing/2014/main" id="{1FF2986F-0097-4021-BCCF-47CD860AAF16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303" y="794932"/>
            <a:ext cx="8532856" cy="4924425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#ifndef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WIDGET_H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#define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WIDGET_H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#include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&lt;QWidget&gt;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namespace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Ui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命名空间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008000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</a:t>
            </a:r>
            <a:r>
              <a:rPr lang="en-US" altLang="zh-CN" sz="2000">
                <a:solidFill>
                  <a:schemeClr val="tx1"/>
                </a:solidFill>
              </a:rPr>
              <a:t>	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ui</a:t>
            </a:r>
            <a:r>
              <a:rPr lang="en-US" altLang="zh-CN" sz="2000">
                <a:solidFill>
                  <a:srgbClr val="008000"/>
                </a:solidFill>
              </a:rPr>
              <a:t>_widget.h</a:t>
            </a:r>
            <a:r>
              <a:rPr lang="zh-CN" altLang="en-US" sz="2000">
                <a:solidFill>
                  <a:srgbClr val="008000"/>
                </a:solidFill>
              </a:rPr>
              <a:t>文件里定义的类，外部声明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en-US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宏，使用</a:t>
            </a:r>
            <a:r>
              <a:rPr lang="en-US" altLang="zh-CN" sz="2000">
                <a:solidFill>
                  <a:srgbClr val="008000"/>
                </a:solidFill>
              </a:rPr>
              <a:t>Qt</a:t>
            </a:r>
            <a:r>
              <a:rPr lang="zh-CN" altLang="en-US" sz="2000">
                <a:solidFill>
                  <a:srgbClr val="008000"/>
                </a:solidFill>
              </a:rPr>
              <a:t>信号与槽机制必须添加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explicit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*parent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0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~</a:t>
            </a:r>
            <a:r>
              <a:rPr kumimoji="0" lang="zh-CN" altLang="zh-CN" sz="2000" b="0" i="1" u="none" strike="noStrike" cap="none" normalizeH="0" baseline="0">
                <a:ln>
                  <a:noFill/>
                </a:ln>
                <a:solidFill>
                  <a:srgbClr val="000000"/>
                </a:solidFill>
                <a:effectLst/>
              </a:rPr>
              <a:t>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	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Ui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r>
              <a:rPr lang="zh-CN" altLang="zh-CN" sz="2000">
                <a:solidFill>
                  <a:srgbClr val="008000"/>
                </a:solidFill>
              </a:rPr>
              <a:t>//</a:t>
            </a:r>
            <a:r>
              <a:rPr lang="en-US" altLang="zh-CN" sz="2000">
                <a:solidFill>
                  <a:srgbClr val="008000"/>
                </a:solidFill>
              </a:rPr>
              <a:t>Ui::Widget</a:t>
            </a:r>
            <a:r>
              <a:rPr lang="zh-CN" altLang="en-US" sz="2000">
                <a:solidFill>
                  <a:srgbClr val="008000"/>
                </a:solidFill>
              </a:rPr>
              <a:t>类型的一个指针，指向可视化的界面</a:t>
            </a:r>
            <a:endParaRPr lang="en-US" altLang="zh-CN" sz="2000">
              <a:solidFill>
                <a:srgbClr val="008000"/>
              </a:solidFill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#endif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WIDGET_H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F14FE8A4-769D-426D-A17C-0E6012D9CD11}"/>
              </a:ext>
            </a:extLst>
          </p:cNvPr>
          <p:cNvSpPr txBox="1"/>
          <p:nvPr/>
        </p:nvSpPr>
        <p:spPr>
          <a:xfrm>
            <a:off x="1273215" y="396047"/>
            <a:ext cx="109170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widget.h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46265DC0-D447-40A7-BD7E-4BADA2F4E78F}"/>
              </a:ext>
            </a:extLst>
          </p:cNvPr>
          <p:cNvSpPr txBox="1"/>
          <p:nvPr/>
        </p:nvSpPr>
        <p:spPr>
          <a:xfrm>
            <a:off x="1273215" y="5687607"/>
            <a:ext cx="1335366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widget.cpp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8" name="Rectangle 1">
            <a:extLst>
              <a:ext uri="{FF2B5EF4-FFF2-40B4-BE49-F238E27FC236}">
                <a16:creationId xmlns:a16="http://schemas.microsoft.com/office/drawing/2014/main" id="{927AF6A9-09C8-4697-B50A-D5D08A34B431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303" y="6087717"/>
            <a:ext cx="8532856" cy="3077766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#include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"widget.h</a:t>
            </a:r>
            <a:r>
              <a:rPr lang="en-US" altLang="zh-CN" sz="2000">
                <a:solidFill>
                  <a:srgbClr val="008000"/>
                </a:solidFill>
                <a:ea typeface="宋体" panose="02010600030101010101" pitchFamily="2" charset="-122"/>
              </a:rPr>
              <a:t>”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8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8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#include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8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"ui_widget.h"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</a:t>
            </a:r>
            <a:b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Widget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::Widget(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QWidget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*parent)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: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QWidget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(parent),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ui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(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new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  <a:uLnTx/>
                <a:uFillTx/>
                <a:ea typeface="宋体" panose="02010600030101010101" pitchFamily="2" charset="-122"/>
                <a:cs typeface="+mn-cs"/>
              </a:rPr>
              <a:t>Ui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highlight>
                  <a:srgbClr val="00FF00"/>
                </a:highlight>
                <a:uLnTx/>
                <a:uFillTx/>
                <a:ea typeface="宋体" panose="02010600030101010101" pitchFamily="2" charset="-122"/>
                <a:cs typeface="+mn-cs"/>
              </a:rPr>
              <a:t>::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highlight>
                  <a:srgbClr val="00FF00"/>
                </a:highlight>
                <a:uLnTx/>
                <a:uFillTx/>
                <a:ea typeface="宋体" panose="02010600030101010101" pitchFamily="2" charset="-122"/>
                <a:cs typeface="+mn-cs"/>
              </a:rPr>
              <a:t>Widget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)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{ 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ui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-&gt;setupUi(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highlight>
                  <a:srgbClr val="FFFF00"/>
                </a:highlight>
                <a:uLnTx/>
                <a:uFillTx/>
                <a:ea typeface="宋体" panose="02010600030101010101" pitchFamily="2" charset="-122"/>
                <a:cs typeface="+mn-cs"/>
              </a:rPr>
              <a:t>this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);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//</a:t>
            </a:r>
            <a:r>
              <a:rPr lang="zh-CN" altLang="en-US" sz="2000">
                <a:solidFill>
                  <a:srgbClr val="008000"/>
                </a:solidFill>
              </a:rPr>
              <a:t>实现了组件的各种设置、信号与槽的关联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} </a:t>
            </a:r>
            <a:b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</a:b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8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Widget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::~</a:t>
            </a:r>
            <a:r>
              <a:rPr kumimoji="0" lang="zh-CN" altLang="zh-CN" sz="2000" b="0" i="1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Widget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() 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{ 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8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delete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C0C0C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 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8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ui</a:t>
            </a: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; </a:t>
            </a:r>
            <a:endParaRPr kumimoji="0" lang="en-US" altLang="zh-CN" sz="20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ea typeface="宋体" panose="02010600030101010101" pitchFamily="2" charset="-122"/>
              <a:cs typeface="+mn-cs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  <a:defRPr/>
            </a:pPr>
            <a:r>
              <a:rPr kumimoji="0" lang="zh-CN" altLang="zh-CN" sz="2000" b="0" i="0" u="none" strike="noStrike" kern="120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ea typeface="宋体" panose="02010600030101010101" pitchFamily="2" charset="-122"/>
                <a:cs typeface="+mn-cs"/>
              </a:rPr>
              <a:t>} </a:t>
            </a:r>
          </a:p>
        </p:txBody>
      </p:sp>
      <p:sp>
        <p:nvSpPr>
          <p:cNvPr id="9" name="矩形 8">
            <a:extLst>
              <a:ext uri="{FF2B5EF4-FFF2-40B4-BE49-F238E27FC236}">
                <a16:creationId xmlns:a16="http://schemas.microsoft.com/office/drawing/2014/main" id="{BC87D387-CB0D-4322-A3DF-92B3171F2BAC}"/>
              </a:ext>
            </a:extLst>
          </p:cNvPr>
          <p:cNvSpPr/>
          <p:nvPr/>
        </p:nvSpPr>
        <p:spPr>
          <a:xfrm>
            <a:off x="1006997" y="6439187"/>
            <a:ext cx="3819646" cy="275613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11" name="直接连接符 10">
            <a:extLst>
              <a:ext uri="{FF2B5EF4-FFF2-40B4-BE49-F238E27FC236}">
                <a16:creationId xmlns:a16="http://schemas.microsoft.com/office/drawing/2014/main" id="{87ECF7AC-372C-4BE1-82ED-E975D92A5010}"/>
              </a:ext>
            </a:extLst>
          </p:cNvPr>
          <p:cNvCxnSpPr>
            <a:cxnSpLocks/>
          </p:cNvCxnSpPr>
          <p:nvPr/>
        </p:nvCxnSpPr>
        <p:spPr>
          <a:xfrm>
            <a:off x="4826643" y="6552755"/>
            <a:ext cx="3738623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直接箭头连接符 13">
            <a:extLst>
              <a:ext uri="{FF2B5EF4-FFF2-40B4-BE49-F238E27FC236}">
                <a16:creationId xmlns:a16="http://schemas.microsoft.com/office/drawing/2014/main" id="{AAF315FA-C6AA-468E-B203-30795C1A7317}"/>
              </a:ext>
            </a:extLst>
          </p:cNvPr>
          <p:cNvCxnSpPr/>
          <p:nvPr/>
        </p:nvCxnSpPr>
        <p:spPr>
          <a:xfrm>
            <a:off x="8565266" y="6576993"/>
            <a:ext cx="0" cy="137807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文本框 14">
            <a:extLst>
              <a:ext uri="{FF2B5EF4-FFF2-40B4-BE49-F238E27FC236}">
                <a16:creationId xmlns:a16="http://schemas.microsoft.com/office/drawing/2014/main" id="{6F1E2C28-45A5-4217-9FF6-701D3776CD1A}"/>
              </a:ext>
            </a:extLst>
          </p:cNvPr>
          <p:cNvSpPr txBox="1"/>
          <p:nvPr/>
        </p:nvSpPr>
        <p:spPr>
          <a:xfrm>
            <a:off x="1194668" y="9165483"/>
            <a:ext cx="141391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CN" sz="2000">
                <a:solidFill>
                  <a:schemeClr val="bg1"/>
                </a:solidFill>
              </a:rPr>
              <a:t>ui_widget.h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16" name="Rectangle 1">
            <a:extLst>
              <a:ext uri="{FF2B5EF4-FFF2-40B4-BE49-F238E27FC236}">
                <a16:creationId xmlns:a16="http://schemas.microsoft.com/office/drawing/2014/main" id="{42345211-29DB-4353-83C8-075877B51CA5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78303" y="9569016"/>
            <a:ext cx="8532856" cy="4308872"/>
          </a:xfrm>
          <a:prstGeom prst="rect">
            <a:avLst/>
          </a:prstGeom>
          <a:ln>
            <a:headEnd type="none" w="med" len="med"/>
            <a:tailEnd type="none" w="med" len="med"/>
          </a:ln>
        </p:spPr>
        <p:style>
          <a:lnRef idx="2">
            <a:schemeClr val="accent5"/>
          </a:lnRef>
          <a:fillRef idx="1">
            <a:schemeClr val="lt1"/>
          </a:fillRef>
          <a:effectRef idx="0">
            <a:schemeClr val="accent5"/>
          </a:effectRef>
          <a:fontRef idx="minor">
            <a:schemeClr val="dk1"/>
          </a:fontRef>
        </p:style>
        <p:txBody>
          <a:bodyPr vert="horz" wrap="square" lIns="0" tIns="0" rIns="0" bIns="0" numCol="1" anchor="ctr" anchorCtr="0" compatLnSpc="1">
            <a:prstTxWarp prst="textNoShape">
              <a:avLst/>
            </a:prstTxWarp>
            <a:spAutoFit/>
          </a:bodyPr>
          <a:lstStyle/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class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Ui_Widget</a:t>
            </a:r>
            <a:r>
              <a:rPr kumimoji="0" lang="en-US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</a:t>
            </a:r>
            <a:r>
              <a:rPr lang="zh-CN" altLang="en-US" sz="2000">
                <a:solidFill>
                  <a:srgbClr val="008000"/>
                </a:solidFill>
                <a:latin typeface="Arial Unicode MS"/>
              </a:rPr>
              <a:t>封装可视化设计的界面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public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: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QLabel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*LabDemo;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QPushButton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*btnClose;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void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setupUi(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QWidget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highlight>
                  <a:srgbClr val="FFFF00"/>
                </a:highlight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highlight>
                  <a:srgbClr val="FFFF00"/>
                </a:highlight>
                <a:latin typeface="Arial Unicode MS"/>
              </a:rPr>
              <a:t>*Widget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)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3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//...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setupUi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b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</a:b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//...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};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rgbClr val="808000"/>
              </a:solidFill>
              <a:effectLst/>
              <a:latin typeface="Arial" panose="020B0604020202020204" pitchFamily="34" charset="0"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" panose="020B0604020202020204" pitchFamily="34" charset="0"/>
              </a:rPr>
              <a:t>namespace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Ui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" panose="020B0604020202020204" pitchFamily="34" charset="0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" panose="020B0604020202020204" pitchFamily="34" charset="0"/>
              </a:rPr>
              <a:t>{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  <a:p>
            <a:pPr lvl="2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class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Widget: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  <a:latin typeface="Arial Unicode MS"/>
              </a:rPr>
              <a:t>public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Ui_Widget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{};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  <a:latin typeface="Arial Unicode MS"/>
              </a:rPr>
              <a:t>}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//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namespace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  <a:latin typeface="Arial Unicode MS"/>
              </a:rPr>
              <a:t> </a:t>
            </a:r>
            <a:r>
              <a:rPr kumimoji="0" lang="zh-CN" altLang="zh-CN" sz="2000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  <a:latin typeface="Arial Unicode MS"/>
              </a:rPr>
              <a:t>Ui</a:t>
            </a:r>
            <a:endParaRPr kumimoji="0" lang="zh-CN" altLang="zh-CN" sz="2000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20" name="矩形 19">
            <a:extLst>
              <a:ext uri="{FF2B5EF4-FFF2-40B4-BE49-F238E27FC236}">
                <a16:creationId xmlns:a16="http://schemas.microsoft.com/office/drawing/2014/main" id="{CF0E5DE6-D6DE-41A0-8377-6BD72706E178}"/>
              </a:ext>
            </a:extLst>
          </p:cNvPr>
          <p:cNvSpPr/>
          <p:nvPr/>
        </p:nvSpPr>
        <p:spPr>
          <a:xfrm>
            <a:off x="913978" y="11133107"/>
            <a:ext cx="5060101" cy="275613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sp>
        <p:nvSpPr>
          <p:cNvPr id="21" name="矩形 20">
            <a:extLst>
              <a:ext uri="{FF2B5EF4-FFF2-40B4-BE49-F238E27FC236}">
                <a16:creationId xmlns:a16="http://schemas.microsoft.com/office/drawing/2014/main" id="{B068A903-AE73-4708-8DCD-FB67ECC88415}"/>
              </a:ext>
            </a:extLst>
          </p:cNvPr>
          <p:cNvSpPr/>
          <p:nvPr/>
        </p:nvSpPr>
        <p:spPr>
          <a:xfrm>
            <a:off x="913978" y="7344946"/>
            <a:ext cx="3819646" cy="275613"/>
          </a:xfrm>
          <a:prstGeom prst="rect">
            <a:avLst/>
          </a:prstGeom>
          <a:noFill/>
          <a:ln w="19050" cap="flat" cmpd="sng" algn="ctr">
            <a:solidFill>
              <a:schemeClr val="accent6"/>
            </a:solidFill>
            <a:prstDash val="solid"/>
            <a:round/>
            <a:headEnd type="none" w="med" len="med"/>
            <a:tailEnd type="none" w="med" len="med"/>
          </a:ln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accent6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  <p:cxnSp>
        <p:nvCxnSpPr>
          <p:cNvPr id="23" name="直接箭头连接符 22">
            <a:extLst>
              <a:ext uri="{FF2B5EF4-FFF2-40B4-BE49-F238E27FC236}">
                <a16:creationId xmlns:a16="http://schemas.microsoft.com/office/drawing/2014/main" id="{CD4FF124-592D-49AB-B133-D1DA8F53F6D9}"/>
              </a:ext>
            </a:extLst>
          </p:cNvPr>
          <p:cNvCxnSpPr/>
          <p:nvPr/>
        </p:nvCxnSpPr>
        <p:spPr>
          <a:xfrm>
            <a:off x="1056383" y="7620559"/>
            <a:ext cx="0" cy="3512548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5"/>
          </a:lnRef>
          <a:fillRef idx="0">
            <a:schemeClr val="accent5"/>
          </a:fillRef>
          <a:effectRef idx="0">
            <a:schemeClr val="accent5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002056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本框 3">
            <a:extLst>
              <a:ext uri="{FF2B5EF4-FFF2-40B4-BE49-F238E27FC236}">
                <a16:creationId xmlns:a16="http://schemas.microsoft.com/office/drawing/2014/main" id="{B00E1DDD-99EF-8394-A5A4-D9353E33BF36}"/>
              </a:ext>
            </a:extLst>
          </p:cNvPr>
          <p:cNvSpPr txBox="1"/>
          <p:nvPr/>
        </p:nvSpPr>
        <p:spPr>
          <a:xfrm>
            <a:off x="4336179" y="162560"/>
            <a:ext cx="1952779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 b="1">
                <a:solidFill>
                  <a:schemeClr val="accent3"/>
                </a:solidFill>
              </a:rPr>
              <a:t>动态加载</a:t>
            </a:r>
            <a:r>
              <a:rPr lang="en-US" altLang="zh-CN" sz="2000" b="1">
                <a:solidFill>
                  <a:schemeClr val="accent3"/>
                </a:solidFill>
              </a:rPr>
              <a:t>UI</a:t>
            </a:r>
            <a:r>
              <a:rPr lang="zh-CN" altLang="en-US" sz="2000" b="1">
                <a:solidFill>
                  <a:schemeClr val="accent3"/>
                </a:solidFill>
              </a:rPr>
              <a:t>文件</a:t>
            </a:r>
            <a:endParaRPr lang="zh-CN" altLang="en-US" sz="2000" b="1" dirty="0">
              <a:solidFill>
                <a:schemeClr val="accent3"/>
              </a:solidFill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53F35093-50AB-8E83-44FD-E4A68A42B240}"/>
              </a:ext>
            </a:extLst>
          </p:cNvPr>
          <p:cNvSpPr txBox="1"/>
          <p:nvPr/>
        </p:nvSpPr>
        <p:spPr>
          <a:xfrm>
            <a:off x="798988" y="795834"/>
            <a:ext cx="2777332" cy="1706878"/>
          </a:xfrm>
          <a:prstGeom prst="rect">
            <a:avLst/>
          </a:prstGeom>
        </p:spPr>
        <p:style>
          <a:lnRef idx="1">
            <a:schemeClr val="accent5"/>
          </a:lnRef>
          <a:fillRef idx="2">
            <a:schemeClr val="accent5"/>
          </a:fillRef>
          <a:effectRef idx="1">
            <a:schemeClr val="accent5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285750" indent="-28575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zh-CN" altLang="en-US"/>
              <a:t>使用Qt</a:t>
            </a:r>
            <a:r>
              <a:rPr lang="en-US" altLang="zh-CN"/>
              <a:t>Ui</a:t>
            </a:r>
            <a:r>
              <a:rPr lang="zh-CN" altLang="en-US"/>
              <a:t>Tools模块中的</a:t>
            </a:r>
            <a:r>
              <a:rPr lang="zh-CN" altLang="en-US">
                <a:highlight>
                  <a:srgbClr val="00FF00"/>
                </a:highlight>
              </a:rPr>
              <a:t>QUiLoader</a:t>
            </a:r>
            <a:r>
              <a:rPr lang="zh-CN" altLang="en-US"/>
              <a:t>类。基于UI文件，在运行时动态创建用户界面。</a:t>
            </a:r>
            <a:endParaRPr lang="en-US" altLang="zh-CN"/>
          </a:p>
        </p:txBody>
      </p:sp>
      <p:pic>
        <p:nvPicPr>
          <p:cNvPr id="14" name="图片 13">
            <a:extLst>
              <a:ext uri="{FF2B5EF4-FFF2-40B4-BE49-F238E27FC236}">
                <a16:creationId xmlns:a16="http://schemas.microsoft.com/office/drawing/2014/main" id="{4130462F-B9DC-D26E-6C3F-5ACE49B7A4F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3576320" y="780592"/>
            <a:ext cx="6162675" cy="1752600"/>
          </a:xfrm>
          <a:prstGeom prst="rect">
            <a:avLst/>
          </a:prstGeom>
        </p:spPr>
      </p:pic>
      <p:sp>
        <p:nvSpPr>
          <p:cNvPr id="19" name="文本框 18">
            <a:extLst>
              <a:ext uri="{FF2B5EF4-FFF2-40B4-BE49-F238E27FC236}">
                <a16:creationId xmlns:a16="http://schemas.microsoft.com/office/drawing/2014/main" id="{27813082-1F30-7A24-236E-E52A897B2199}"/>
              </a:ext>
            </a:extLst>
          </p:cNvPr>
          <p:cNvSpPr txBox="1"/>
          <p:nvPr/>
        </p:nvSpPr>
        <p:spPr>
          <a:xfrm>
            <a:off x="1140062" y="6970138"/>
            <a:ext cx="8345012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class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CalculatorForm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Q_OBJECT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public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explicit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CalculatorForm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nullptr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0080"/>
                </a:solidFill>
                <a:effectLst/>
              </a:rPr>
              <a:t>slots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on_inputSpinBox1_valueChanged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on_inputSpinBox2_valueChanged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private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ui_inputSpinBox1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ui_inputSpinBox2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ui_outputWidget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};</a:t>
            </a:r>
          </a:p>
        </p:txBody>
      </p:sp>
      <p:pic>
        <p:nvPicPr>
          <p:cNvPr id="21" name="图片 20">
            <a:extLst>
              <a:ext uri="{FF2B5EF4-FFF2-40B4-BE49-F238E27FC236}">
                <a16:creationId xmlns:a16="http://schemas.microsoft.com/office/drawing/2014/main" id="{A11D9EB8-26CC-66CE-446C-11C558922F2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765890" y="4864130"/>
            <a:ext cx="2590800" cy="866775"/>
          </a:xfrm>
          <a:prstGeom prst="rect">
            <a:avLst/>
          </a:prstGeom>
        </p:spPr>
      </p:pic>
      <p:pic>
        <p:nvPicPr>
          <p:cNvPr id="23" name="图片 22">
            <a:extLst>
              <a:ext uri="{FF2B5EF4-FFF2-40B4-BE49-F238E27FC236}">
                <a16:creationId xmlns:a16="http://schemas.microsoft.com/office/drawing/2014/main" id="{D18DC539-9146-1445-6B24-94DCA7B35217}"/>
              </a:ext>
            </a:extLst>
          </p:cNvPr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497671" y="2656591"/>
            <a:ext cx="3571875" cy="3648075"/>
          </a:xfrm>
          <a:prstGeom prst="rect">
            <a:avLst/>
          </a:prstGeom>
        </p:spPr>
      </p:pic>
      <p:pic>
        <p:nvPicPr>
          <p:cNvPr id="25" name="图片 24">
            <a:extLst>
              <a:ext uri="{FF2B5EF4-FFF2-40B4-BE49-F238E27FC236}">
                <a16:creationId xmlns:a16="http://schemas.microsoft.com/office/drawing/2014/main" id="{A0FA4D47-B5BB-D11C-D73F-EB89E0B3D66F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1718265" y="3493442"/>
            <a:ext cx="2638425" cy="942975"/>
          </a:xfrm>
          <a:prstGeom prst="rect">
            <a:avLst/>
          </a:prstGeom>
        </p:spPr>
      </p:pic>
      <p:sp>
        <p:nvSpPr>
          <p:cNvPr id="26" name="文本框 25">
            <a:extLst>
              <a:ext uri="{FF2B5EF4-FFF2-40B4-BE49-F238E27FC236}">
                <a16:creationId xmlns:a16="http://schemas.microsoft.com/office/drawing/2014/main" id="{1A0AC68F-F735-1382-6C20-4701DECE11F4}"/>
              </a:ext>
            </a:extLst>
          </p:cNvPr>
          <p:cNvSpPr txBox="1"/>
          <p:nvPr/>
        </p:nvSpPr>
        <p:spPr>
          <a:xfrm>
            <a:off x="924558" y="2838590"/>
            <a:ext cx="4225837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将已有的</a:t>
            </a:r>
            <a:r>
              <a:rPr lang="en-US" altLang="zh-CN" sz="2000">
                <a:solidFill>
                  <a:schemeClr val="bg1"/>
                </a:solidFill>
              </a:rPr>
              <a:t>ui</a:t>
            </a:r>
            <a:r>
              <a:rPr lang="zh-CN" altLang="en-US" sz="2000">
                <a:solidFill>
                  <a:schemeClr val="bg1"/>
                </a:solidFill>
              </a:rPr>
              <a:t>文件保存到资源文件中：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6BC14B50-425B-9067-8A52-C66672BA5882}"/>
              </a:ext>
            </a:extLst>
          </p:cNvPr>
          <p:cNvSpPr txBox="1"/>
          <p:nvPr/>
        </p:nvSpPr>
        <p:spPr>
          <a:xfrm>
            <a:off x="1140062" y="6553200"/>
            <a:ext cx="5376793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CN" altLang="en-US" sz="2000">
                <a:solidFill>
                  <a:schemeClr val="bg1"/>
                </a:solidFill>
              </a:rPr>
              <a:t>在窗口类中添加需要控制的</a:t>
            </a:r>
            <a:r>
              <a:rPr lang="en-US" altLang="zh-CN" sz="2000">
                <a:solidFill>
                  <a:schemeClr val="bg1"/>
                </a:solidFill>
              </a:rPr>
              <a:t>ui</a:t>
            </a:r>
            <a:r>
              <a:rPr lang="zh-CN" altLang="en-US" sz="2000">
                <a:solidFill>
                  <a:schemeClr val="bg1"/>
                </a:solidFill>
              </a:rPr>
              <a:t>控件和</a:t>
            </a:r>
            <a:r>
              <a:rPr lang="en-US" altLang="zh-CN" sz="2000">
                <a:solidFill>
                  <a:schemeClr val="bg1"/>
                </a:solidFill>
              </a:rPr>
              <a:t>slot</a:t>
            </a:r>
            <a:r>
              <a:rPr lang="zh-CN" altLang="en-US" sz="2000">
                <a:solidFill>
                  <a:schemeClr val="bg1"/>
                </a:solidFill>
              </a:rPr>
              <a:t>函数：</a:t>
            </a:r>
            <a:endParaRPr lang="zh-CN" altLang="en-US" sz="2000" dirty="0">
              <a:solidFill>
                <a:schemeClr val="bg1"/>
              </a:solidFill>
            </a:endParaRPr>
          </a:p>
        </p:txBody>
      </p:sp>
      <p:graphicFrame>
        <p:nvGraphicFramePr>
          <p:cNvPr id="28" name="对象 27">
            <a:extLst>
              <a:ext uri="{FF2B5EF4-FFF2-40B4-BE49-F238E27FC236}">
                <a16:creationId xmlns:a16="http://schemas.microsoft.com/office/drawing/2014/main" id="{5C9A708C-E9A7-C101-4DFD-0715156D0907}"/>
              </a:ext>
            </a:extLst>
          </p:cNvPr>
          <p:cNvGraphicFramePr>
            <a:graphicFrameLocks noChangeAspect="1"/>
          </p:cNvGraphicFramePr>
          <p:nvPr>
            <p:extLst>
              <p:ext uri="{D42A27DB-BD31-4B8C-83A1-F6EECF244321}">
                <p14:modId xmlns:p14="http://schemas.microsoft.com/office/powerpoint/2010/main" val="2873129762"/>
              </p:ext>
            </p:extLst>
          </p:nvPr>
        </p:nvGraphicFramePr>
        <p:xfrm>
          <a:off x="3241675" y="3238700"/>
          <a:ext cx="1000125" cy="439738"/>
        </p:xfrm>
        <a:graphic>
          <a:graphicData uri="http://schemas.openxmlformats.org/presentationml/2006/ole">
            <mc:AlternateContent xmlns:mc="http://schemas.openxmlformats.org/markup-compatibility/2006">
              <mc:Choice xmlns:v="urn:schemas-microsoft-com:vml" Requires="v">
                <p:oleObj name="包装程序外壳对象" showAsIcon="1" r:id="rId6" imgW="999720" imgH="439560" progId="Package">
                  <p:embed/>
                </p:oleObj>
              </mc:Choice>
              <mc:Fallback>
                <p:oleObj name="包装程序外壳对象" showAsIcon="1" r:id="rId6" imgW="999720" imgH="439560" progId="Package">
                  <p:embed/>
                  <p:pic>
                    <p:nvPicPr>
                      <p:cNvPr id="7" name="对象 6">
                        <a:extLst>
                          <a:ext uri="{FF2B5EF4-FFF2-40B4-BE49-F238E27FC236}">
                            <a16:creationId xmlns:a16="http://schemas.microsoft.com/office/drawing/2014/main" id="{F59879FB-270A-FE50-E439-C996CDE9005C}"/>
                          </a:ext>
                        </a:extLst>
                      </p:cNvPr>
                      <p:cNvPicPr/>
                      <p:nvPr/>
                    </p:nvPicPr>
                    <p:blipFill>
                      <a:blip r:embed="rId7"/>
                      <a:stretch>
                        <a:fillRect/>
                      </a:stretch>
                    </p:blipFill>
                    <p:spPr>
                      <a:xfrm>
                        <a:off x="3241675" y="3238700"/>
                        <a:ext cx="1000125" cy="439738"/>
                      </a:xfrm>
                      <a:prstGeom prst="rect">
                        <a:avLst/>
                      </a:prstGeom>
                    </p:spPr>
                  </p:pic>
                </p:oleObj>
              </mc:Fallback>
            </mc:AlternateContent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99" name="墨迹 98">
                <a:extLst>
                  <a:ext uri="{FF2B5EF4-FFF2-40B4-BE49-F238E27FC236}">
                    <a16:creationId xmlns:a16="http://schemas.microsoft.com/office/drawing/2014/main" id="{DE97B016-E850-BC1C-8B22-2930E2713227}"/>
                  </a:ext>
                </a:extLst>
              </p14:cNvPr>
              <p14:cNvContentPartPr/>
              <p14:nvPr/>
            </p14:nvContentPartPr>
            <p14:xfrm>
              <a:off x="3741240" y="3345120"/>
              <a:ext cx="360" cy="360"/>
            </p14:xfrm>
          </p:contentPart>
        </mc:Choice>
        <mc:Fallback>
          <p:pic>
            <p:nvPicPr>
              <p:cNvPr id="99" name="墨迹 98">
                <a:extLst>
                  <a:ext uri="{FF2B5EF4-FFF2-40B4-BE49-F238E27FC236}">
                    <a16:creationId xmlns:a16="http://schemas.microsoft.com/office/drawing/2014/main" id="{DE97B016-E850-BC1C-8B22-2930E2713227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732240" y="3336120"/>
                <a:ext cx="18000" cy="18000"/>
              </a:xfrm>
              <a:prstGeom prst="rect">
                <a:avLst/>
              </a:prstGeom>
            </p:spPr>
          </p:pic>
        </mc:Fallback>
      </mc:AlternateContent>
    </p:spTree>
    <p:extLst>
      <p:ext uri="{BB962C8B-B14F-4D97-AF65-F5344CB8AC3E}">
        <p14:creationId xmlns:p14="http://schemas.microsoft.com/office/powerpoint/2010/main" val="608434129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文本框 5">
            <a:extLst>
              <a:ext uri="{FF2B5EF4-FFF2-40B4-BE49-F238E27FC236}">
                <a16:creationId xmlns:a16="http://schemas.microsoft.com/office/drawing/2014/main" id="{928EDF96-A469-BD5F-89FB-E14278D2E237}"/>
              </a:ext>
            </a:extLst>
          </p:cNvPr>
          <p:cNvSpPr txBox="1"/>
          <p:nvPr/>
        </p:nvSpPr>
        <p:spPr>
          <a:xfrm>
            <a:off x="746760" y="736938"/>
            <a:ext cx="8986520" cy="4524315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CalculatorForm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CalculatorForm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parent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QUiLoader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loader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":/forms/calculatorform.ui"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open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ReadOnly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formWidget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loader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load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(&amp;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,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file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.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close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ui_inputSpinBox1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findChild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*&gt;(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"inputSpinBox1"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ui_inputSpinBox2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findChild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QSpinBox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*&gt;(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"inputSpinBox2"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ui_outputWidget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findChild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&lt;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QLabel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*&gt;(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"outputWidget"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QMetaObject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connectSlotsByName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this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QVBoxLayout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*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=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new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QVBoxLayout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addWidget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formWidget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1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layout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); </a:t>
            </a:r>
            <a:b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</a:b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setWindowTitle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tr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8000"/>
                </a:solidFill>
                <a:effectLst/>
              </a:rPr>
              <a:t>"Calculator Builder"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5C751D53-5E46-3C1F-747E-C55E356C9D26}"/>
              </a:ext>
            </a:extLst>
          </p:cNvPr>
          <p:cNvSpPr txBox="1"/>
          <p:nvPr/>
        </p:nvSpPr>
        <p:spPr>
          <a:xfrm>
            <a:off x="746760" y="5194816"/>
            <a:ext cx="8986520" cy="2585323"/>
          </a:xfrm>
          <a:prstGeom prst="rect">
            <a:avLst/>
          </a:prstGeom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>
            <a:schemeClr val="dk1"/>
          </a:fontRef>
        </p:style>
        <p:txBody>
          <a:bodyPr wrap="square">
            <a:spAutoFit/>
          </a:bodyPr>
          <a:lstStyle/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CalculatorForm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on_inputSpinBox1_valueChanged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ui_outputWidget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ui_inputSpinBox2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endParaRPr kumimoji="0" lang="en-US" altLang="zh-CN" b="0" i="0" u="none" strike="noStrike" cap="none" normalizeH="0" baseline="0">
              <a:ln>
                <a:noFill/>
              </a:ln>
              <a:solidFill>
                <a:srgbClr val="000080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void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CalculatorForm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on_inputSpinBox2_valueChanged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8000"/>
                </a:solidFill>
                <a:effectLst/>
              </a:rPr>
              <a:t>int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1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)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{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lvl="1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ui_outputWidget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setText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80"/>
                </a:solidFill>
                <a:effectLst/>
              </a:rPr>
              <a:t>QString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::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number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92E64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+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C0C0C0"/>
                </a:solidFill>
                <a:effectLst/>
              </a:rPr>
              <a:t> 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800000"/>
                </a:solidFill>
                <a:effectLst/>
              </a:rPr>
              <a:t>ui_inputSpinBox1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-&gt;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rgbClr val="00677C"/>
                </a:solidFill>
                <a:effectLst/>
              </a:rPr>
              <a:t>value</a:t>
            </a: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())); </a:t>
            </a:r>
            <a:endParaRPr kumimoji="0" lang="en-US" altLang="zh-CN" b="0" i="0" u="none" strike="noStrike" cap="none" normalizeH="0" baseline="0">
              <a:ln>
                <a:noFill/>
              </a:ln>
              <a:solidFill>
                <a:schemeClr val="tx1"/>
              </a:solidFill>
              <a:effectLst/>
            </a:endParaRPr>
          </a:p>
          <a:p>
            <a:pPr marL="0" marR="0" lvl="0" indent="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</a:pPr>
            <a:r>
              <a:rPr kumimoji="0" lang="zh-CN" altLang="zh-CN" b="0" i="0" u="none" strike="noStrike" cap="none" normalizeH="0" baseline="0">
                <a:ln>
                  <a:noFill/>
                </a:ln>
                <a:solidFill>
                  <a:schemeClr val="tx1"/>
                </a:solidFill>
                <a:effectLst/>
              </a:rPr>
              <a:t>}</a:t>
            </a:r>
          </a:p>
        </p:txBody>
      </p:sp>
    </p:spTree>
    <p:extLst>
      <p:ext uri="{BB962C8B-B14F-4D97-AF65-F5344CB8AC3E}">
        <p14:creationId xmlns:p14="http://schemas.microsoft.com/office/powerpoint/2010/main" val="2010582439"/>
      </p:ext>
    </p:extLst>
  </p:cSld>
  <p:clrMapOvr>
    <a:masterClrMapping/>
  </p:clrMapOvr>
</p:sld>
</file>

<file path=ppt/tags/tag1.xml><?xml version="1.0" encoding="utf-8"?>
<p:tagLst xmlns:a="http://schemas.openxmlformats.org/drawingml/2006/main" xmlns:r="http://schemas.openxmlformats.org/officeDocument/2006/relationships" xmlns:p="http://schemas.openxmlformats.org/presentationml/2006/main">
  <p:tag name="COMMONDATA" val="eyJoZGlkIjoiOGFjYTU0NWJkMWQ1YTMwMTViZThhYTk5YTFlZGRhMzgifQ=="/>
</p:tagLst>
</file>

<file path=ppt/theme/theme1.xml><?xml version="1.0" encoding="utf-8"?>
<a:theme xmlns:a="http://schemas.openxmlformats.org/drawingml/2006/main" name="第一PPT，www.1ppt.com">
  <a:themeElements>
    <a:clrScheme name="字幕">
      <a:dk1>
        <a:srgbClr val="000000"/>
      </a:dk1>
      <a:lt1>
        <a:sysClr val="window" lastClr="FFFFFF"/>
      </a:lt1>
      <a:dk2>
        <a:srgbClr val="5E5E5E"/>
      </a:dk2>
      <a:lt2>
        <a:srgbClr val="DDDDDD"/>
      </a:lt2>
      <a:accent1>
        <a:srgbClr val="418AB3"/>
      </a:accent1>
      <a:accent2>
        <a:srgbClr val="A6B727"/>
      </a:accent2>
      <a:accent3>
        <a:srgbClr val="F69200"/>
      </a:accent3>
      <a:accent4>
        <a:srgbClr val="838383"/>
      </a:accent4>
      <a:accent5>
        <a:srgbClr val="FEC306"/>
      </a:accent5>
      <a:accent6>
        <a:srgbClr val="DF5327"/>
      </a:accent6>
      <a:hlink>
        <a:srgbClr val="F59E00"/>
      </a:hlink>
      <a:folHlink>
        <a:srgbClr val="B2B2B2"/>
      </a:folHlink>
    </a:clrScheme>
    <a:fontScheme name="Cambria-Calibri">
      <a:majorFont>
        <a:latin typeface="Cambria"/>
        <a:ea typeface=""/>
        <a:cs typeface=""/>
        <a:font script="Jpan" typeface="ＭＳ Ｐゴシック"/>
        <a:font script="Hang" typeface="맑은 고딕"/>
        <a:font script="Hans" typeface="黑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inorFont>
    </a:fontScheme>
    <a:fmtScheme name="反射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alpha val="100000"/>
                <a:satMod val="140000"/>
                <a:lumMod val="105000"/>
              </a:schemeClr>
            </a:gs>
            <a:gs pos="41000">
              <a:schemeClr val="phClr">
                <a:tint val="57000"/>
                <a:satMod val="160000"/>
                <a:lumMod val="99000"/>
              </a:schemeClr>
            </a:gs>
            <a:gs pos="100000">
              <a:schemeClr val="phClr">
                <a:tint val="80000"/>
                <a:satMod val="180000"/>
                <a:lumMod val="104000"/>
              </a:schemeClr>
            </a:gs>
          </a:gsLst>
          <a:lin ang="5400000" scaled="1"/>
        </a:gradFill>
        <a:gradFill rotWithShape="1">
          <a:gsLst>
            <a:gs pos="0">
              <a:schemeClr val="phClr">
                <a:tint val="97000"/>
                <a:satMod val="115000"/>
                <a:lumMod val="114000"/>
              </a:schemeClr>
            </a:gs>
            <a:gs pos="60000">
              <a:schemeClr val="phClr">
                <a:tint val="100000"/>
                <a:shade val="96000"/>
                <a:satMod val="100000"/>
                <a:lumMod val="108000"/>
              </a:schemeClr>
            </a:gs>
            <a:gs pos="100000">
              <a:schemeClr val="phClr">
                <a:shade val="91000"/>
                <a:satMod val="100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9050" cap="flat" cmpd="sng" algn="ctr">
          <a:solidFill>
            <a:schemeClr val="phClr"/>
          </a:solidFill>
          <a:prstDash val="solid"/>
        </a:ln>
        <a:ln w="28575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38100" dist="25400" dir="5400000" rotWithShape="0">
              <a:srgbClr val="000000">
                <a:alpha val="28000"/>
              </a:srgbClr>
            </a:outerShdw>
          </a:effectLst>
        </a:effectStyle>
        <a:effectStyle>
          <a:effectLst>
            <a:outerShdw blurRad="50800" dist="31750" dir="5400000" sy="98000" rotWithShape="0">
              <a:srgbClr val="000000">
                <a:alpha val="47000"/>
              </a:srgbClr>
            </a:outerShdw>
          </a:effectLst>
          <a:scene3d>
            <a:camera prst="orthographicFront">
              <a:rot lat="0" lon="0" rev="0"/>
            </a:camera>
            <a:lightRig rig="twoPt" dir="t">
              <a:rot lat="0" lon="0" rev="4800000"/>
            </a:lightRig>
          </a:scene3d>
          <a:sp3d prstMaterial="matte">
            <a:bevelT w="25400" h="44450"/>
          </a:sp3d>
        </a:effectStyle>
        <a:effectStyle>
          <a:effectLst>
            <a:reflection blurRad="25400" stA="32000" endPos="28000" dist="8889" dir="5400000" sy="-100000" rotWithShape="0"/>
          </a:effectLst>
          <a:scene3d>
            <a:camera prst="orthographicFront">
              <a:rot lat="0" lon="0" rev="0"/>
            </a:camera>
            <a:lightRig rig="threePt" dir="t">
              <a:rot lat="0" lon="0" rev="4800000"/>
            </a:lightRig>
          </a:scene3d>
          <a:sp3d>
            <a:bevelT w="50800" h="25400"/>
          </a:sp3d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txDef>
      <a:spPr>
        <a:noFill/>
      </a:spPr>
      <a:bodyPr wrap="square" rtlCol="0">
        <a:spAutoFit/>
      </a:bodyPr>
      <a:lstStyle>
        <a:defPPr>
          <a:defRPr sz="2000" dirty="0" smtClean="0">
            <a:solidFill>
              <a:schemeClr val="bg1"/>
            </a:solidFill>
          </a:defRPr>
        </a:defPPr>
      </a:lstStyle>
    </a:txDef>
  </a:objectDefaults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第4章：程序流程之循环</Template>
  <TotalTime>4602</TotalTime>
  <Words>905</Words>
  <Application>Microsoft Office PowerPoint</Application>
  <PresentationFormat>自定义</PresentationFormat>
  <Paragraphs>108</Paragraphs>
  <Slides>7</Slides>
  <Notes>3</Notes>
  <HiddenSlides>0</HiddenSlides>
  <MMClips>0</MMClips>
  <ScaleCrop>false</ScaleCrop>
  <HeadingPairs>
    <vt:vector size="8" baseType="variant">
      <vt:variant>
        <vt:lpstr>已用的字体</vt:lpstr>
      </vt:variant>
      <vt:variant>
        <vt:i4>6</vt:i4>
      </vt:variant>
      <vt:variant>
        <vt:lpstr>主题</vt:lpstr>
      </vt:variant>
      <vt:variant>
        <vt:i4>1</vt:i4>
      </vt:variant>
      <vt:variant>
        <vt:lpstr>嵌入 OLE 服务器</vt:lpstr>
      </vt:variant>
      <vt:variant>
        <vt:i4>1</vt:i4>
      </vt:variant>
      <vt:variant>
        <vt:lpstr>幻灯片标题</vt:lpstr>
      </vt:variant>
      <vt:variant>
        <vt:i4>7</vt:i4>
      </vt:variant>
    </vt:vector>
  </HeadingPairs>
  <TitlesOfParts>
    <vt:vector size="15" baseType="lpstr">
      <vt:lpstr>Arial Unicode MS</vt:lpstr>
      <vt:lpstr>等线</vt:lpstr>
      <vt:lpstr>华文琥珀</vt:lpstr>
      <vt:lpstr>Arial</vt:lpstr>
      <vt:lpstr>Calibri</vt:lpstr>
      <vt:lpstr>Cambria</vt:lpstr>
      <vt:lpstr>第一PPT，www.1ppt.com</vt:lpstr>
      <vt:lpstr>程序包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演示文稿</dc:title>
  <dc:creator>蔡乐</dc:creator>
  <cp:lastModifiedBy>乐</cp:lastModifiedBy>
  <cp:revision>1484</cp:revision>
  <dcterms:created xsi:type="dcterms:W3CDTF">2020-06-26T01:00:00Z</dcterms:created>
  <dcterms:modified xsi:type="dcterms:W3CDTF">2022-07-28T05:20:06Z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2052-11.1.0.11744</vt:lpwstr>
  </property>
  <property fmtid="{D5CDD505-2E9C-101B-9397-08002B2CF9AE}" pid="3" name="ICV">
    <vt:lpwstr>35C8A0B9FA4B4BC7B03E97E74C2317FB</vt:lpwstr>
  </property>
</Properties>
</file>