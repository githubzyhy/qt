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8"/>
  </p:notesMasterIdLst>
  <p:handoutMasterIdLst>
    <p:handoutMasterId r:id="rId9"/>
  </p:handoutMasterIdLst>
  <p:sldIdLst>
    <p:sldId id="258" r:id="rId3"/>
    <p:sldId id="329" r:id="rId4"/>
    <p:sldId id="331" r:id="rId5"/>
    <p:sldId id="332" r:id="rId6"/>
    <p:sldId id="333" r:id="rId7"/>
  </p:sldIdLst>
  <p:sldSz cx="10625138" cy="14400213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2">
          <p15:clr>
            <a:srgbClr val="A4A3A4"/>
          </p15:clr>
        </p15:guide>
        <p15:guide id="2" orient="horz" pos="45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F1F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3" autoAdjust="0"/>
    <p:restoredTop sz="95244" autoAdjust="0"/>
  </p:normalViewPr>
  <p:slideViewPr>
    <p:cSldViewPr snapToGrid="0" showGuides="1">
      <p:cViewPr varScale="1">
        <p:scale>
          <a:sx n="44" d="100"/>
          <a:sy n="44" d="100"/>
        </p:scale>
        <p:origin x="2376" y="72"/>
      </p:cViewPr>
      <p:guideLst>
        <p:guide pos="412"/>
        <p:guide orient="horz" pos="45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2227" y="8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A54208-A716-42FF-80CF-57B00CE66560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DB86B2-45FA-46FD-932F-E74808AB18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07T03:07:55.59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47 62 24575,'-4'-4'0,"0"-4"0,-5-1 0,1-3 0,-3-3 0,1 2-8191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07T03:08:42.66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 0 24575,'0'0'0,"0"0"0,-1 0 0,1 1 0,0-1 0,0 0 0,0 0 0,0 0 0,-1 0 0,1 1 0,0-1 0,0 0 0,0 0 0,0 0 0,0 1 0,0-1 0,-1 0 0,1 0 0,0 1 0,0-1 0,0 0 0,0 0 0,0 1 0,0-1 0,0 0 0,0 0 0,0 0 0,0 1 0,0-1 0,0 0 0,0 0 0,1 1 0,-1-1 0,0 0 0,0 0 0,0 1 0,0-1 0,0 0 0,0 0 0,1 0 0,-1 0 0,0 1 0,0-1 0,14 6 0,20-2 0,-32-4 0,130 5 0,-65-3 0,0 2 0,83 16 0,-87-7 0,1-3 0,0-3 0,1-3 0,-1-2 0,1-3 0,-1-3 0,121-24 0,-180 27-120,21-5 374,-26 6-308,1 0 0,-1 0 1,1 0-1,0 0 1,-1 0-1,1 0 1,-1 0-1,1 0 1,-1 0-1,1-1 1,0 1-1,-1 0 1,1-1-1,-1 1 1,1 0-1,-1-1 1,1 1-1,-1 0 1,0-1-1,1 1 1,-1-1-1,1 1 1,-1-1-1,0 1 1,0-1-1,1 1 0,-1-1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07T03:08:48.46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58 24575,'43'-2'0,"45"-8"0,-23 2 0,58-7 0,-40 4 0,0 3 0,93 4 0,-149 7 0,-1 2 0,0 0 0,-1 1 0,34 14 0,-32-10 0,0-2 0,1-1 0,45 6 0,106-8-1114,-173-5 863,55 0-6575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07T03:08:49.06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 24575,'208'-1'0,"225"3"0,-417-2 0,0 1 0,0 1 0,0 1 0,-1 0 0,1 1 0,-1 1 0,0 0 0,0 1 0,0 1 0,-1 0 0,14 10 0,-12-9 0,0 0 0,0-2 0,1 1 0,-1-2 0,1 0 0,1-1 0,-1-1 0,1 0 0,-1-2 0,1 0 0,28-2 0,20-5 0,109-22 0,-164 25 0,57-11-1365,-8-1-5461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07T03:08:50.27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45 24575,'6'-5'0,"0"1"0,0 0 0,0 0 0,0 0 0,1 1 0,-1 0 0,1 0 0,0 1 0,0 0 0,0 0 0,0 0 0,11 0 0,14-1 0,49 2 0,-47 1 0,72-1 0,222 5 0,-263 5 0,6 2 0,155-21 0,-18 0 0,-188 12 0,-1 0 0,1 1 0,27 8 0,-23-4 0,37 4 0,160-4 0,-150-7 0,0 2 0,112 19 0,-121-12 0,-1-3 0,1-2 0,77-6 0,79 4 0,-143 7 0,23 2 0,57-13 0,-76 0 0,101 10 0,-26 21 0,-17-3 0,-17-7-1365,-92-15-5461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07T03:08:54.55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24 24575,'0'-1'0,"0"1"0,0-1 0,0 1 0,1-1 0,-1 1 0,0-1 0,0 0 0,1 1 0,-1-1 0,0 1 0,0-1 0,1 1 0,-1-1 0,1 1 0,-1-1 0,0 1 0,1 0 0,-1-1 0,1 1 0,-1 0 0,1-1 0,-1 1 0,1 0 0,-1 0 0,1-1 0,0 1 0,0 0 0,19-4 0,-17 4 0,97-7 0,113 6 0,-94 3 0,-80-2 0,221 5 0,-189 0 0,116 22 0,-160-21-227,1-1-1,-1-2 1,1-1-1,0 0 1,40-5-1,-11-4-6598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07T03:08:55.19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60 24575,'69'-3'0,"129"-24"0,20-2 0,-204 28 0,0 1 0,-1 1 0,1 0 0,27 6 0,-34-5 0,0 0 0,0 1 0,0 0 0,0 0 0,-1 0 0,1 1 0,-1 0 0,0 0 0,0 1 0,9 8 0,-9-6 0,0-1 0,0 0 0,1-1 0,0 1 0,0-1 0,0 0 0,0-1 0,1 0 0,0 0 0,0-1 0,0 0 0,0 0 0,1-1 0,-1 0 0,1 0 0,-1-1 0,12 1 0,24-1 40,0-2 0,87-13 0,85-31-1525,-176 34-5341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07T03:08:57.05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23 24575,'535'-16'0,"-510"13"0,-11 2 0,0-1 0,0 2 0,17 1 0,-29-1 0,1 0 0,-1 0 0,0 1 0,1-1 0,-1 1 0,0-1 0,0 1 0,0 0 0,1 0 0,-1 0 0,0 0 0,0 0 0,0 1 0,0-1 0,-1 0 0,1 1 0,0 0 0,-1-1 0,1 1 0,-1 0 0,1 0 0,-1 0 0,0 0 0,0 0 0,1 2 0,5 19 0,-7-20 0,1 0 0,-1 0 0,1 0 0,-1 0 0,1 0 0,0-1 0,0 1 0,0 0 0,1-1 0,-1 1 0,1-1 0,-1 1 0,1-1 0,0 0 0,0 1 0,0-1 0,0 0 0,0 0 0,1-1 0,-1 1 0,1 0 0,-1-1 0,1 1 0,-1-1 0,1 0 0,0 0 0,3 1 0,8 1 0,0-1 0,0 0 0,0 0 0,0-2 0,23-1 0,74-14 0,-48 5 0,-52 9 0,136-13 0,-126 14 0,0 1 0,0 0 0,0 2 0,0 0 0,22 7 0,-10-2 0,1-2 0,0-1 0,54 0 0,52 7 0,-92-7 0,0-2 0,1-3 0,-1-1 0,50-9 0,70-1 0,-135 11-341,0-1 0,0-2-1,60-12 1,-67 8-6485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13B3F-2B31-4A61-B985-2117CDAFE2AD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1143000"/>
            <a:ext cx="22764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70FF05-BDD8-42F0-BA90-04AD6ABB1C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1143000"/>
            <a:ext cx="22764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70FF05-BDD8-42F0-BA90-04AD6ABB1C0C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28142" y="2356703"/>
            <a:ext cx="7968854" cy="5013407"/>
          </a:xfrm>
        </p:spPr>
        <p:txBody>
          <a:bodyPr anchor="b"/>
          <a:lstStyle>
            <a:lvl1pPr algn="ctr"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28142" y="7563446"/>
            <a:ext cx="7968854" cy="3476717"/>
          </a:xfrm>
        </p:spPr>
        <p:txBody>
          <a:bodyPr/>
          <a:lstStyle>
            <a:lvl1pPr marL="0" indent="0" algn="ctr">
              <a:buNone/>
              <a:defRPr sz="2090"/>
            </a:lvl1pPr>
            <a:lvl2pPr marL="398145" indent="0" algn="ctr">
              <a:buNone/>
              <a:defRPr sz="1745"/>
            </a:lvl2pPr>
            <a:lvl3pPr marL="796925" indent="0" algn="ctr">
              <a:buNone/>
              <a:defRPr sz="1570"/>
            </a:lvl3pPr>
            <a:lvl4pPr marL="1195070" indent="0" algn="ctr">
              <a:buNone/>
              <a:defRPr sz="1395"/>
            </a:lvl4pPr>
            <a:lvl5pPr marL="1593850" indent="0" algn="ctr">
              <a:buNone/>
              <a:defRPr sz="1395"/>
            </a:lvl5pPr>
            <a:lvl6pPr marL="1991995" indent="0" algn="ctr">
              <a:buNone/>
              <a:defRPr sz="1395"/>
            </a:lvl6pPr>
            <a:lvl7pPr marL="2390775" indent="0" algn="ctr">
              <a:buNone/>
              <a:defRPr sz="1395"/>
            </a:lvl7pPr>
            <a:lvl8pPr marL="2788920" indent="0" algn="ctr">
              <a:buNone/>
              <a:defRPr sz="1395"/>
            </a:lvl8pPr>
            <a:lvl9pPr marL="3187700" indent="0" algn="ctr">
              <a:buNone/>
              <a:defRPr sz="1395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4944" y="3590055"/>
            <a:ext cx="9164182" cy="5990088"/>
          </a:xfrm>
        </p:spPr>
        <p:txBody>
          <a:bodyPr anchor="b"/>
          <a:lstStyle>
            <a:lvl1pPr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4944" y="9636811"/>
            <a:ext cx="9164182" cy="3150046"/>
          </a:xfrm>
        </p:spPr>
        <p:txBody>
          <a:bodyPr/>
          <a:lstStyle>
            <a:lvl1pPr marL="0" indent="0">
              <a:buNone/>
              <a:defRPr sz="2090">
                <a:solidFill>
                  <a:schemeClr val="tx1">
                    <a:tint val="75000"/>
                  </a:schemeClr>
                </a:solidFill>
              </a:defRPr>
            </a:lvl1pPr>
            <a:lvl2pPr marL="398145" indent="0">
              <a:buNone/>
              <a:defRPr sz="1745">
                <a:solidFill>
                  <a:schemeClr val="tx1">
                    <a:tint val="75000"/>
                  </a:schemeClr>
                </a:solidFill>
              </a:defRPr>
            </a:lvl2pPr>
            <a:lvl3pPr marL="796925" indent="0">
              <a:buNone/>
              <a:defRPr sz="1570">
                <a:solidFill>
                  <a:schemeClr val="tx1">
                    <a:tint val="75000"/>
                  </a:schemeClr>
                </a:solidFill>
              </a:defRPr>
            </a:lvl3pPr>
            <a:lvl4pPr marL="119507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4pPr>
            <a:lvl5pPr marL="159385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5pPr>
            <a:lvl6pPr marL="199199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6pPr>
            <a:lvl7pPr marL="239077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7pPr>
            <a:lvl8pPr marL="278892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8pPr>
            <a:lvl9pPr marL="318770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30478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78976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2" y="766679"/>
            <a:ext cx="9164182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1863" y="3530053"/>
            <a:ext cx="4494931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1863" y="5260078"/>
            <a:ext cx="4494931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378976" y="3530053"/>
            <a:ext cx="4517068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378976" y="5260078"/>
            <a:ext cx="4517068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>
              <a:defRPr sz="2790"/>
            </a:lvl1pPr>
            <a:lvl2pPr>
              <a:defRPr sz="2440"/>
            </a:lvl2pPr>
            <a:lvl3pPr>
              <a:defRPr sz="2090"/>
            </a:lvl3pPr>
            <a:lvl4pPr>
              <a:defRPr sz="1745"/>
            </a:lvl4pPr>
            <a:lvl5pPr>
              <a:defRPr sz="1745"/>
            </a:lvl5pPr>
            <a:lvl6pPr>
              <a:defRPr sz="1745"/>
            </a:lvl6pPr>
            <a:lvl7pPr>
              <a:defRPr sz="1745"/>
            </a:lvl7pPr>
            <a:lvl8pPr>
              <a:defRPr sz="1745"/>
            </a:lvl8pPr>
            <a:lvl9pPr>
              <a:defRPr sz="174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 marL="0" indent="0">
              <a:buNone/>
              <a:defRPr sz="2790"/>
            </a:lvl1pPr>
            <a:lvl2pPr marL="398145" indent="0">
              <a:buNone/>
              <a:defRPr sz="2440"/>
            </a:lvl2pPr>
            <a:lvl3pPr marL="796925" indent="0">
              <a:buNone/>
              <a:defRPr sz="2090"/>
            </a:lvl3pPr>
            <a:lvl4pPr marL="1195070" indent="0">
              <a:buNone/>
              <a:defRPr sz="1745"/>
            </a:lvl4pPr>
            <a:lvl5pPr marL="1593850" indent="0">
              <a:buNone/>
              <a:defRPr sz="1745"/>
            </a:lvl5pPr>
            <a:lvl6pPr marL="1991995" indent="0">
              <a:buNone/>
              <a:defRPr sz="1745"/>
            </a:lvl6pPr>
            <a:lvl7pPr marL="2390775" indent="0">
              <a:buNone/>
              <a:defRPr sz="1745"/>
            </a:lvl7pPr>
            <a:lvl8pPr marL="2788920" indent="0">
              <a:buNone/>
              <a:defRPr sz="1745"/>
            </a:lvl8pPr>
            <a:lvl9pPr marL="3187700" indent="0">
              <a:buNone/>
              <a:defRPr sz="1745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603615" y="766678"/>
            <a:ext cx="2291045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30478" y="766678"/>
            <a:ext cx="6740322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28142" y="2356703"/>
            <a:ext cx="7968854" cy="5013407"/>
          </a:xfrm>
        </p:spPr>
        <p:txBody>
          <a:bodyPr anchor="b"/>
          <a:lstStyle>
            <a:lvl1pPr algn="ctr"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28142" y="7563446"/>
            <a:ext cx="7968854" cy="3476717"/>
          </a:xfrm>
        </p:spPr>
        <p:txBody>
          <a:bodyPr/>
          <a:lstStyle>
            <a:lvl1pPr marL="0" indent="0" algn="ctr">
              <a:buNone/>
              <a:defRPr sz="2090"/>
            </a:lvl1pPr>
            <a:lvl2pPr marL="398145" indent="0" algn="ctr">
              <a:buNone/>
              <a:defRPr sz="1745"/>
            </a:lvl2pPr>
            <a:lvl3pPr marL="796925" indent="0" algn="ctr">
              <a:buNone/>
              <a:defRPr sz="1570"/>
            </a:lvl3pPr>
            <a:lvl4pPr marL="1195070" indent="0" algn="ctr">
              <a:buNone/>
              <a:defRPr sz="1395"/>
            </a:lvl4pPr>
            <a:lvl5pPr marL="1593850" indent="0" algn="ctr">
              <a:buNone/>
              <a:defRPr sz="1395"/>
            </a:lvl5pPr>
            <a:lvl6pPr marL="1991995" indent="0" algn="ctr">
              <a:buNone/>
              <a:defRPr sz="1395"/>
            </a:lvl6pPr>
            <a:lvl7pPr marL="2390775" indent="0" algn="ctr">
              <a:buNone/>
              <a:defRPr sz="1395"/>
            </a:lvl7pPr>
            <a:lvl8pPr marL="2788920" indent="0" algn="ctr">
              <a:buNone/>
              <a:defRPr sz="1395"/>
            </a:lvl8pPr>
            <a:lvl9pPr marL="3187700" indent="0" algn="ctr">
              <a:buNone/>
              <a:defRPr sz="1395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4944" y="3590055"/>
            <a:ext cx="9164182" cy="5990088"/>
          </a:xfrm>
        </p:spPr>
        <p:txBody>
          <a:bodyPr anchor="b"/>
          <a:lstStyle>
            <a:lvl1pPr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4944" y="9636811"/>
            <a:ext cx="9164182" cy="3150046"/>
          </a:xfrm>
        </p:spPr>
        <p:txBody>
          <a:bodyPr/>
          <a:lstStyle>
            <a:lvl1pPr marL="0" indent="0">
              <a:buNone/>
              <a:defRPr sz="2090">
                <a:solidFill>
                  <a:schemeClr val="tx1">
                    <a:tint val="75000"/>
                  </a:schemeClr>
                </a:solidFill>
              </a:defRPr>
            </a:lvl1pPr>
            <a:lvl2pPr marL="398145" indent="0">
              <a:buNone/>
              <a:defRPr sz="1745">
                <a:solidFill>
                  <a:schemeClr val="tx1">
                    <a:tint val="75000"/>
                  </a:schemeClr>
                </a:solidFill>
              </a:defRPr>
            </a:lvl2pPr>
            <a:lvl3pPr marL="796925" indent="0">
              <a:buNone/>
              <a:defRPr sz="1570">
                <a:solidFill>
                  <a:schemeClr val="tx1">
                    <a:tint val="75000"/>
                  </a:schemeClr>
                </a:solidFill>
              </a:defRPr>
            </a:lvl3pPr>
            <a:lvl4pPr marL="119507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4pPr>
            <a:lvl5pPr marL="159385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5pPr>
            <a:lvl6pPr marL="199199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6pPr>
            <a:lvl7pPr marL="239077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7pPr>
            <a:lvl8pPr marL="278892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8pPr>
            <a:lvl9pPr marL="318770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30478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78976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2" y="766679"/>
            <a:ext cx="9164182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1863" y="3530053"/>
            <a:ext cx="4494931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1863" y="5260078"/>
            <a:ext cx="4494931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378976" y="3530053"/>
            <a:ext cx="4517068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378976" y="5260078"/>
            <a:ext cx="4517068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>
              <a:defRPr sz="2790"/>
            </a:lvl1pPr>
            <a:lvl2pPr>
              <a:defRPr sz="2440"/>
            </a:lvl2pPr>
            <a:lvl3pPr>
              <a:defRPr sz="2090"/>
            </a:lvl3pPr>
            <a:lvl4pPr>
              <a:defRPr sz="1745"/>
            </a:lvl4pPr>
            <a:lvl5pPr>
              <a:defRPr sz="1745"/>
            </a:lvl5pPr>
            <a:lvl6pPr>
              <a:defRPr sz="1745"/>
            </a:lvl6pPr>
            <a:lvl7pPr>
              <a:defRPr sz="1745"/>
            </a:lvl7pPr>
            <a:lvl8pPr>
              <a:defRPr sz="1745"/>
            </a:lvl8pPr>
            <a:lvl9pPr>
              <a:defRPr sz="174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 marL="0" indent="0">
              <a:buNone/>
              <a:defRPr sz="2790"/>
            </a:lvl1pPr>
            <a:lvl2pPr marL="398145" indent="0">
              <a:buNone/>
              <a:defRPr sz="2440"/>
            </a:lvl2pPr>
            <a:lvl3pPr marL="796925" indent="0">
              <a:buNone/>
              <a:defRPr sz="2090"/>
            </a:lvl3pPr>
            <a:lvl4pPr marL="1195070" indent="0">
              <a:buNone/>
              <a:defRPr sz="1745"/>
            </a:lvl4pPr>
            <a:lvl5pPr marL="1593850" indent="0">
              <a:buNone/>
              <a:defRPr sz="1745"/>
            </a:lvl5pPr>
            <a:lvl6pPr marL="1991995" indent="0">
              <a:buNone/>
              <a:defRPr sz="1745"/>
            </a:lvl6pPr>
            <a:lvl7pPr marL="2390775" indent="0">
              <a:buNone/>
              <a:defRPr sz="1745"/>
            </a:lvl7pPr>
            <a:lvl8pPr marL="2788920" indent="0">
              <a:buNone/>
              <a:defRPr sz="1745"/>
            </a:lvl8pPr>
            <a:lvl9pPr marL="3187700" indent="0">
              <a:buNone/>
              <a:defRPr sz="1745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603615" y="766678"/>
            <a:ext cx="2291045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30478" y="766678"/>
            <a:ext cx="6740322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0478" y="766679"/>
            <a:ext cx="9164182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0478" y="3833390"/>
            <a:ext cx="9164182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30478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19577" y="13346865"/>
            <a:ext cx="358598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504004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图标&#10;&#10;描述已自动生成"/>
          <p:cNvPicPr>
            <a:picLocks noChangeAspect="1"/>
          </p:cNvPicPr>
          <p:nvPr userDrawn="1"/>
        </p:nvPicPr>
        <p:blipFill>
          <a:blip r:embed="rId1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657" y="160559"/>
            <a:ext cx="458896" cy="45889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659041" y="213096"/>
            <a:ext cx="156324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@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阿西拜</a:t>
            </a:r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-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南昌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96925" rtl="0" eaLnBrk="1" latinLnBrk="0" hangingPunct="1">
        <a:lnSpc>
          <a:spcPct val="90000"/>
        </a:lnSpc>
        <a:spcBef>
          <a:spcPct val="0"/>
        </a:spcBef>
        <a:buNone/>
        <a:defRPr sz="38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9390" indent="-199390" algn="l" defTabSz="796925" rtl="0" eaLnBrk="1" latinLnBrk="0" hangingPunct="1">
        <a:lnSpc>
          <a:spcPct val="90000"/>
        </a:lnSpc>
        <a:spcBef>
          <a:spcPts val="870"/>
        </a:spcBef>
        <a:buFont typeface="Arial" panose="020B0604020202020204" pitchFamily="34" charset="0"/>
        <a:buChar char="•"/>
        <a:defRPr sz="2440" kern="1200">
          <a:solidFill>
            <a:schemeClr val="tx1"/>
          </a:solidFill>
          <a:latin typeface="+mn-lt"/>
          <a:ea typeface="+mn-ea"/>
          <a:cs typeface="+mn-cs"/>
        </a:defRPr>
      </a:lvl1pPr>
      <a:lvl2pPr marL="59753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2090" kern="1200">
          <a:solidFill>
            <a:schemeClr val="tx1"/>
          </a:solidFill>
          <a:latin typeface="+mn-lt"/>
          <a:ea typeface="+mn-ea"/>
          <a:cs typeface="+mn-cs"/>
        </a:defRPr>
      </a:lvl2pPr>
      <a:lvl3pPr marL="99631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745" kern="1200">
          <a:solidFill>
            <a:schemeClr val="tx1"/>
          </a:solidFill>
          <a:latin typeface="+mn-lt"/>
          <a:ea typeface="+mn-ea"/>
          <a:cs typeface="+mn-cs"/>
        </a:defRPr>
      </a:lvl3pPr>
      <a:lvl4pPr marL="139446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79324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219138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59016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98831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38709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1pPr>
      <a:lvl2pPr marL="39814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2pPr>
      <a:lvl3pPr marL="79692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3pPr>
      <a:lvl4pPr marL="119507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59385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199199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39077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18770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0478" y="766679"/>
            <a:ext cx="9164182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0478" y="3833390"/>
            <a:ext cx="9164182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30478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43034-5666-4088-908E-90BF970F5519}" type="datetimeFigureOut">
              <a:rPr lang="zh-CN" altLang="en-US" smtClean="0"/>
              <a:t>2022/7/8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19577" y="13346865"/>
            <a:ext cx="358598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504004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图标&#10;&#10;描述已自动生成"/>
          <p:cNvPicPr>
            <a:picLocks noChangeAspect="1"/>
          </p:cNvPicPr>
          <p:nvPr userDrawn="1"/>
        </p:nvPicPr>
        <p:blipFill>
          <a:blip r:embed="rId1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9317" y="253896"/>
            <a:ext cx="458896" cy="45889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605701" y="306433"/>
            <a:ext cx="156324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@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阿西拜</a:t>
            </a:r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-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南昌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96925" rtl="0" eaLnBrk="1" latinLnBrk="0" hangingPunct="1">
        <a:lnSpc>
          <a:spcPct val="90000"/>
        </a:lnSpc>
        <a:spcBef>
          <a:spcPct val="0"/>
        </a:spcBef>
        <a:buNone/>
        <a:defRPr sz="38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9390" indent="-199390" algn="l" defTabSz="796925" rtl="0" eaLnBrk="1" latinLnBrk="0" hangingPunct="1">
        <a:lnSpc>
          <a:spcPct val="90000"/>
        </a:lnSpc>
        <a:spcBef>
          <a:spcPts val="870"/>
        </a:spcBef>
        <a:buFont typeface="Arial" panose="020B0604020202020204" pitchFamily="34" charset="0"/>
        <a:buChar char="•"/>
        <a:defRPr sz="2440" kern="1200">
          <a:solidFill>
            <a:schemeClr val="tx1"/>
          </a:solidFill>
          <a:latin typeface="+mn-lt"/>
          <a:ea typeface="+mn-ea"/>
          <a:cs typeface="+mn-cs"/>
        </a:defRPr>
      </a:lvl1pPr>
      <a:lvl2pPr marL="59753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2090" kern="1200">
          <a:solidFill>
            <a:schemeClr val="tx1"/>
          </a:solidFill>
          <a:latin typeface="+mn-lt"/>
          <a:ea typeface="+mn-ea"/>
          <a:cs typeface="+mn-cs"/>
        </a:defRPr>
      </a:lvl2pPr>
      <a:lvl3pPr marL="99631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745" kern="1200">
          <a:solidFill>
            <a:schemeClr val="tx1"/>
          </a:solidFill>
          <a:latin typeface="+mn-lt"/>
          <a:ea typeface="+mn-ea"/>
          <a:cs typeface="+mn-cs"/>
        </a:defRPr>
      </a:lvl3pPr>
      <a:lvl4pPr marL="139446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79324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219138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59016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98831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38709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1pPr>
      <a:lvl2pPr marL="39814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2pPr>
      <a:lvl3pPr marL="79692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3pPr>
      <a:lvl4pPr marL="119507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59385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199199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39077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18770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www.qt.io/" TargetMode="Externa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hyperlink" Target="https://download.qt.io/official_releases/online_installers/" TargetMode="Externa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21.png"/><Relationship Id="rId18" Type="http://schemas.openxmlformats.org/officeDocument/2006/relationships/customXml" Target="../ink/ink7.xml"/><Relationship Id="rId3" Type="http://schemas.openxmlformats.org/officeDocument/2006/relationships/image" Target="../media/image15.png"/><Relationship Id="rId21" Type="http://schemas.openxmlformats.org/officeDocument/2006/relationships/image" Target="../media/image25.png"/><Relationship Id="rId7" Type="http://schemas.openxmlformats.org/officeDocument/2006/relationships/image" Target="../media/image18.png"/><Relationship Id="rId12" Type="http://schemas.openxmlformats.org/officeDocument/2006/relationships/customXml" Target="../ink/ink4.xml"/><Relationship Id="rId17" Type="http://schemas.openxmlformats.org/officeDocument/2006/relationships/image" Target="../media/image23.png"/><Relationship Id="rId2" Type="http://schemas.openxmlformats.org/officeDocument/2006/relationships/image" Target="../media/image14.png"/><Relationship Id="rId16" Type="http://schemas.openxmlformats.org/officeDocument/2006/relationships/customXml" Target="../ink/ink6.xml"/><Relationship Id="rId20" Type="http://schemas.openxmlformats.org/officeDocument/2006/relationships/customXml" Target="../ink/ink8.xml"/><Relationship Id="rId1" Type="http://schemas.openxmlformats.org/officeDocument/2006/relationships/slideLayout" Target="../slideLayouts/slideLayout13.xml"/><Relationship Id="rId6" Type="http://schemas.openxmlformats.org/officeDocument/2006/relationships/customXml" Target="../ink/ink1.xml"/><Relationship Id="rId11" Type="http://schemas.openxmlformats.org/officeDocument/2006/relationships/image" Target="../media/image20.png"/><Relationship Id="rId5" Type="http://schemas.openxmlformats.org/officeDocument/2006/relationships/image" Target="../media/image17.png"/><Relationship Id="rId15" Type="http://schemas.openxmlformats.org/officeDocument/2006/relationships/image" Target="../media/image22.png"/><Relationship Id="rId10" Type="http://schemas.openxmlformats.org/officeDocument/2006/relationships/customXml" Target="../ink/ink3.xml"/><Relationship Id="rId19" Type="http://schemas.openxmlformats.org/officeDocument/2006/relationships/image" Target="../media/image24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Relationship Id="rId14" Type="http://schemas.openxmlformats.org/officeDocument/2006/relationships/customXml" Target="../ink/ink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screen"/>
          <a:srcRect l="3265" t="6325" r="4323" b="12927"/>
          <a:stretch>
            <a:fillRect/>
          </a:stretch>
        </p:blipFill>
        <p:spPr>
          <a:xfrm>
            <a:off x="2191043" y="1088639"/>
            <a:ext cx="6429671" cy="180741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441524" y="1358360"/>
            <a:ext cx="6170224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cs typeface="+mn-ea"/>
                <a:sym typeface="+mn-lt"/>
              </a:rPr>
              <a:t>介绍与安装</a:t>
            </a:r>
          </a:p>
        </p:txBody>
      </p:sp>
      <p:grpSp>
        <p:nvGrpSpPr>
          <p:cNvPr id="60" name="组合 1274"/>
          <p:cNvGrpSpPr/>
          <p:nvPr/>
        </p:nvGrpSpPr>
        <p:grpSpPr>
          <a:xfrm>
            <a:off x="2441526" y="3237675"/>
            <a:ext cx="338686" cy="261779"/>
            <a:chOff x="5248276" y="1095375"/>
            <a:chExt cx="727075" cy="561976"/>
          </a:xfrm>
        </p:grpSpPr>
        <p:sp>
          <p:nvSpPr>
            <p:cNvPr id="61" name="Freeform 378"/>
            <p:cNvSpPr/>
            <p:nvPr/>
          </p:nvSpPr>
          <p:spPr bwMode="auto">
            <a:xfrm>
              <a:off x="5367339" y="1268413"/>
              <a:ext cx="39688" cy="144463"/>
            </a:xfrm>
            <a:custGeom>
              <a:avLst/>
              <a:gdLst/>
              <a:ahLst/>
              <a:cxnLst>
                <a:cxn ang="0">
                  <a:pos x="90" y="5"/>
                </a:cxn>
                <a:cxn ang="0">
                  <a:pos x="90" y="5"/>
                </a:cxn>
                <a:cxn ang="0">
                  <a:pos x="89" y="17"/>
                </a:cxn>
                <a:cxn ang="0">
                  <a:pos x="87" y="28"/>
                </a:cxn>
                <a:cxn ang="0">
                  <a:pos x="81" y="49"/>
                </a:cxn>
                <a:cxn ang="0">
                  <a:pos x="64" y="89"/>
                </a:cxn>
                <a:cxn ang="0">
                  <a:pos x="64" y="89"/>
                </a:cxn>
                <a:cxn ang="0">
                  <a:pos x="56" y="113"/>
                </a:cxn>
                <a:cxn ang="0">
                  <a:pos x="49" y="136"/>
                </a:cxn>
                <a:cxn ang="0">
                  <a:pos x="36" y="185"/>
                </a:cxn>
                <a:cxn ang="0">
                  <a:pos x="36" y="185"/>
                </a:cxn>
                <a:cxn ang="0">
                  <a:pos x="31" y="207"/>
                </a:cxn>
                <a:cxn ang="0">
                  <a:pos x="26" y="230"/>
                </a:cxn>
                <a:cxn ang="0">
                  <a:pos x="18" y="277"/>
                </a:cxn>
                <a:cxn ang="0">
                  <a:pos x="18" y="277"/>
                </a:cxn>
                <a:cxn ang="0">
                  <a:pos x="13" y="298"/>
                </a:cxn>
                <a:cxn ang="0">
                  <a:pos x="8" y="318"/>
                </a:cxn>
                <a:cxn ang="0">
                  <a:pos x="2" y="339"/>
                </a:cxn>
                <a:cxn ang="0">
                  <a:pos x="1" y="349"/>
                </a:cxn>
                <a:cxn ang="0">
                  <a:pos x="0" y="360"/>
                </a:cxn>
                <a:cxn ang="0">
                  <a:pos x="0" y="360"/>
                </a:cxn>
                <a:cxn ang="0">
                  <a:pos x="0" y="362"/>
                </a:cxn>
                <a:cxn ang="0">
                  <a:pos x="1" y="364"/>
                </a:cxn>
                <a:cxn ang="0">
                  <a:pos x="2" y="365"/>
                </a:cxn>
                <a:cxn ang="0">
                  <a:pos x="5" y="365"/>
                </a:cxn>
                <a:cxn ang="0">
                  <a:pos x="9" y="364"/>
                </a:cxn>
                <a:cxn ang="0">
                  <a:pos x="10" y="362"/>
                </a:cxn>
                <a:cxn ang="0">
                  <a:pos x="10" y="360"/>
                </a:cxn>
                <a:cxn ang="0">
                  <a:pos x="10" y="360"/>
                </a:cxn>
                <a:cxn ang="0">
                  <a:pos x="13" y="349"/>
                </a:cxn>
                <a:cxn ang="0">
                  <a:pos x="15" y="340"/>
                </a:cxn>
                <a:cxn ang="0">
                  <a:pos x="19" y="331"/>
                </a:cxn>
                <a:cxn ang="0">
                  <a:pos x="22" y="322"/>
                </a:cxn>
                <a:cxn ang="0">
                  <a:pos x="31" y="270"/>
                </a:cxn>
                <a:cxn ang="0">
                  <a:pos x="31" y="270"/>
                </a:cxn>
                <a:cxn ang="0">
                  <a:pos x="39" y="223"/>
                </a:cxn>
                <a:cxn ang="0">
                  <a:pos x="49" y="177"/>
                </a:cxn>
                <a:cxn ang="0">
                  <a:pos x="49" y="177"/>
                </a:cxn>
                <a:cxn ang="0">
                  <a:pos x="64" y="128"/>
                </a:cxn>
                <a:cxn ang="0">
                  <a:pos x="79" y="81"/>
                </a:cxn>
                <a:cxn ang="0">
                  <a:pos x="79" y="81"/>
                </a:cxn>
                <a:cxn ang="0">
                  <a:pos x="93" y="45"/>
                </a:cxn>
                <a:cxn ang="0">
                  <a:pos x="99" y="25"/>
                </a:cxn>
                <a:cxn ang="0">
                  <a:pos x="100" y="16"/>
                </a:cxn>
                <a:cxn ang="0">
                  <a:pos x="102" y="5"/>
                </a:cxn>
                <a:cxn ang="0">
                  <a:pos x="102" y="5"/>
                </a:cxn>
                <a:cxn ang="0">
                  <a:pos x="102" y="4"/>
                </a:cxn>
                <a:cxn ang="0">
                  <a:pos x="100" y="1"/>
                </a:cxn>
                <a:cxn ang="0">
                  <a:pos x="99" y="1"/>
                </a:cxn>
                <a:cxn ang="0">
                  <a:pos x="96" y="0"/>
                </a:cxn>
                <a:cxn ang="0">
                  <a:pos x="93" y="1"/>
                </a:cxn>
                <a:cxn ang="0">
                  <a:pos x="91" y="4"/>
                </a:cxn>
                <a:cxn ang="0">
                  <a:pos x="90" y="5"/>
                </a:cxn>
                <a:cxn ang="0">
                  <a:pos x="90" y="5"/>
                </a:cxn>
              </a:cxnLst>
              <a:rect l="0" t="0" r="r" b="b"/>
              <a:pathLst>
                <a:path w="102" h="365">
                  <a:moveTo>
                    <a:pt x="90" y="5"/>
                  </a:moveTo>
                  <a:lnTo>
                    <a:pt x="90" y="5"/>
                  </a:lnTo>
                  <a:lnTo>
                    <a:pt x="89" y="17"/>
                  </a:lnTo>
                  <a:lnTo>
                    <a:pt x="87" y="28"/>
                  </a:lnTo>
                  <a:lnTo>
                    <a:pt x="81" y="49"/>
                  </a:lnTo>
                  <a:lnTo>
                    <a:pt x="64" y="89"/>
                  </a:lnTo>
                  <a:lnTo>
                    <a:pt x="64" y="89"/>
                  </a:lnTo>
                  <a:lnTo>
                    <a:pt x="56" y="113"/>
                  </a:lnTo>
                  <a:lnTo>
                    <a:pt x="49" y="136"/>
                  </a:lnTo>
                  <a:lnTo>
                    <a:pt x="36" y="185"/>
                  </a:lnTo>
                  <a:lnTo>
                    <a:pt x="36" y="185"/>
                  </a:lnTo>
                  <a:lnTo>
                    <a:pt x="31" y="207"/>
                  </a:lnTo>
                  <a:lnTo>
                    <a:pt x="26" y="230"/>
                  </a:lnTo>
                  <a:lnTo>
                    <a:pt x="18" y="277"/>
                  </a:lnTo>
                  <a:lnTo>
                    <a:pt x="18" y="277"/>
                  </a:lnTo>
                  <a:lnTo>
                    <a:pt x="13" y="298"/>
                  </a:lnTo>
                  <a:lnTo>
                    <a:pt x="8" y="318"/>
                  </a:lnTo>
                  <a:lnTo>
                    <a:pt x="2" y="339"/>
                  </a:lnTo>
                  <a:lnTo>
                    <a:pt x="1" y="349"/>
                  </a:lnTo>
                  <a:lnTo>
                    <a:pt x="0" y="360"/>
                  </a:lnTo>
                  <a:lnTo>
                    <a:pt x="0" y="360"/>
                  </a:lnTo>
                  <a:lnTo>
                    <a:pt x="0" y="362"/>
                  </a:lnTo>
                  <a:lnTo>
                    <a:pt x="1" y="364"/>
                  </a:lnTo>
                  <a:lnTo>
                    <a:pt x="2" y="365"/>
                  </a:lnTo>
                  <a:lnTo>
                    <a:pt x="5" y="365"/>
                  </a:lnTo>
                  <a:lnTo>
                    <a:pt x="9" y="364"/>
                  </a:lnTo>
                  <a:lnTo>
                    <a:pt x="10" y="362"/>
                  </a:lnTo>
                  <a:lnTo>
                    <a:pt x="10" y="360"/>
                  </a:lnTo>
                  <a:lnTo>
                    <a:pt x="10" y="360"/>
                  </a:lnTo>
                  <a:lnTo>
                    <a:pt x="13" y="349"/>
                  </a:lnTo>
                  <a:lnTo>
                    <a:pt x="15" y="340"/>
                  </a:lnTo>
                  <a:lnTo>
                    <a:pt x="19" y="331"/>
                  </a:lnTo>
                  <a:lnTo>
                    <a:pt x="22" y="322"/>
                  </a:lnTo>
                  <a:lnTo>
                    <a:pt x="31" y="270"/>
                  </a:lnTo>
                  <a:lnTo>
                    <a:pt x="31" y="270"/>
                  </a:lnTo>
                  <a:lnTo>
                    <a:pt x="39" y="223"/>
                  </a:lnTo>
                  <a:lnTo>
                    <a:pt x="49" y="177"/>
                  </a:lnTo>
                  <a:lnTo>
                    <a:pt x="49" y="177"/>
                  </a:lnTo>
                  <a:lnTo>
                    <a:pt x="64" y="128"/>
                  </a:lnTo>
                  <a:lnTo>
                    <a:pt x="79" y="81"/>
                  </a:lnTo>
                  <a:lnTo>
                    <a:pt x="79" y="81"/>
                  </a:lnTo>
                  <a:lnTo>
                    <a:pt x="93" y="45"/>
                  </a:lnTo>
                  <a:lnTo>
                    <a:pt x="99" y="25"/>
                  </a:lnTo>
                  <a:lnTo>
                    <a:pt x="100" y="16"/>
                  </a:lnTo>
                  <a:lnTo>
                    <a:pt x="102" y="5"/>
                  </a:lnTo>
                  <a:lnTo>
                    <a:pt x="102" y="5"/>
                  </a:lnTo>
                  <a:lnTo>
                    <a:pt x="102" y="4"/>
                  </a:lnTo>
                  <a:lnTo>
                    <a:pt x="100" y="1"/>
                  </a:lnTo>
                  <a:lnTo>
                    <a:pt x="99" y="1"/>
                  </a:lnTo>
                  <a:lnTo>
                    <a:pt x="96" y="0"/>
                  </a:lnTo>
                  <a:lnTo>
                    <a:pt x="93" y="1"/>
                  </a:lnTo>
                  <a:lnTo>
                    <a:pt x="91" y="4"/>
                  </a:lnTo>
                  <a:lnTo>
                    <a:pt x="90" y="5"/>
                  </a:lnTo>
                  <a:lnTo>
                    <a:pt x="90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2" name="Freeform 379"/>
            <p:cNvSpPr/>
            <p:nvPr/>
          </p:nvSpPr>
          <p:spPr bwMode="auto">
            <a:xfrm>
              <a:off x="5426076" y="1354138"/>
              <a:ext cx="33338" cy="128588"/>
            </a:xfrm>
            <a:custGeom>
              <a:avLst/>
              <a:gdLst/>
              <a:ahLst/>
              <a:cxnLst>
                <a:cxn ang="0">
                  <a:pos x="75" y="3"/>
                </a:cxn>
                <a:cxn ang="0">
                  <a:pos x="75" y="3"/>
                </a:cxn>
                <a:cxn ang="0">
                  <a:pos x="71" y="11"/>
                </a:cxn>
                <a:cxn ang="0">
                  <a:pos x="69" y="20"/>
                </a:cxn>
                <a:cxn ang="0">
                  <a:pos x="63" y="37"/>
                </a:cxn>
                <a:cxn ang="0">
                  <a:pos x="55" y="71"/>
                </a:cxn>
                <a:cxn ang="0">
                  <a:pos x="55" y="71"/>
                </a:cxn>
                <a:cxn ang="0">
                  <a:pos x="49" y="91"/>
                </a:cxn>
                <a:cxn ang="0">
                  <a:pos x="42" y="110"/>
                </a:cxn>
                <a:cxn ang="0">
                  <a:pos x="36" y="130"/>
                </a:cxn>
                <a:cxn ang="0">
                  <a:pos x="32" y="149"/>
                </a:cxn>
                <a:cxn ang="0">
                  <a:pos x="32" y="149"/>
                </a:cxn>
                <a:cxn ang="0">
                  <a:pos x="27" y="196"/>
                </a:cxn>
                <a:cxn ang="0">
                  <a:pos x="23" y="220"/>
                </a:cxn>
                <a:cxn ang="0">
                  <a:pos x="19" y="244"/>
                </a:cxn>
                <a:cxn ang="0">
                  <a:pos x="19" y="244"/>
                </a:cxn>
                <a:cxn ang="0">
                  <a:pos x="15" y="261"/>
                </a:cxn>
                <a:cxn ang="0">
                  <a:pos x="11" y="279"/>
                </a:cxn>
                <a:cxn ang="0">
                  <a:pos x="11" y="279"/>
                </a:cxn>
                <a:cxn ang="0">
                  <a:pos x="8" y="288"/>
                </a:cxn>
                <a:cxn ang="0">
                  <a:pos x="7" y="298"/>
                </a:cxn>
                <a:cxn ang="0">
                  <a:pos x="6" y="309"/>
                </a:cxn>
                <a:cxn ang="0">
                  <a:pos x="3" y="313"/>
                </a:cxn>
                <a:cxn ang="0">
                  <a:pos x="2" y="317"/>
                </a:cxn>
                <a:cxn ang="0">
                  <a:pos x="2" y="317"/>
                </a:cxn>
                <a:cxn ang="0">
                  <a:pos x="0" y="319"/>
                </a:cxn>
                <a:cxn ang="0">
                  <a:pos x="0" y="321"/>
                </a:cxn>
                <a:cxn ang="0">
                  <a:pos x="2" y="323"/>
                </a:cxn>
                <a:cxn ang="0">
                  <a:pos x="3" y="325"/>
                </a:cxn>
                <a:cxn ang="0">
                  <a:pos x="7" y="325"/>
                </a:cxn>
                <a:cxn ang="0">
                  <a:pos x="10" y="325"/>
                </a:cxn>
                <a:cxn ang="0">
                  <a:pos x="11" y="323"/>
                </a:cxn>
                <a:cxn ang="0">
                  <a:pos x="11" y="323"/>
                </a:cxn>
                <a:cxn ang="0">
                  <a:pos x="15" y="317"/>
                </a:cxn>
                <a:cxn ang="0">
                  <a:pos x="18" y="310"/>
                </a:cxn>
                <a:cxn ang="0">
                  <a:pos x="21" y="295"/>
                </a:cxn>
                <a:cxn ang="0">
                  <a:pos x="24" y="279"/>
                </a:cxn>
                <a:cxn ang="0">
                  <a:pos x="27" y="264"/>
                </a:cxn>
                <a:cxn ang="0">
                  <a:pos x="27" y="264"/>
                </a:cxn>
                <a:cxn ang="0">
                  <a:pos x="31" y="245"/>
                </a:cxn>
                <a:cxn ang="0">
                  <a:pos x="33" y="227"/>
                </a:cxn>
                <a:cxn ang="0">
                  <a:pos x="38" y="187"/>
                </a:cxn>
                <a:cxn ang="0">
                  <a:pos x="38" y="187"/>
                </a:cxn>
                <a:cxn ang="0">
                  <a:pos x="42" y="164"/>
                </a:cxn>
                <a:cxn ang="0">
                  <a:pos x="46" y="140"/>
                </a:cxn>
                <a:cxn ang="0">
                  <a:pos x="52" y="117"/>
                </a:cxn>
                <a:cxn ang="0">
                  <a:pos x="59" y="94"/>
                </a:cxn>
                <a:cxn ang="0">
                  <a:pos x="59" y="94"/>
                </a:cxn>
                <a:cxn ang="0">
                  <a:pos x="66" y="72"/>
                </a:cxn>
                <a:cxn ang="0">
                  <a:pos x="71" y="51"/>
                </a:cxn>
                <a:cxn ang="0">
                  <a:pos x="76" y="29"/>
                </a:cxn>
                <a:cxn ang="0">
                  <a:pos x="80" y="19"/>
                </a:cxn>
                <a:cxn ang="0">
                  <a:pos x="86" y="9"/>
                </a:cxn>
                <a:cxn ang="0">
                  <a:pos x="86" y="9"/>
                </a:cxn>
                <a:cxn ang="0">
                  <a:pos x="87" y="7"/>
                </a:cxn>
                <a:cxn ang="0">
                  <a:pos x="86" y="4"/>
                </a:cxn>
                <a:cxn ang="0">
                  <a:pos x="83" y="2"/>
                </a:cxn>
                <a:cxn ang="0">
                  <a:pos x="79" y="0"/>
                </a:cxn>
                <a:cxn ang="0">
                  <a:pos x="78" y="2"/>
                </a:cxn>
                <a:cxn ang="0">
                  <a:pos x="75" y="3"/>
                </a:cxn>
                <a:cxn ang="0">
                  <a:pos x="75" y="3"/>
                </a:cxn>
              </a:cxnLst>
              <a:rect l="0" t="0" r="r" b="b"/>
              <a:pathLst>
                <a:path w="87" h="325">
                  <a:moveTo>
                    <a:pt x="75" y="3"/>
                  </a:moveTo>
                  <a:lnTo>
                    <a:pt x="75" y="3"/>
                  </a:lnTo>
                  <a:lnTo>
                    <a:pt x="71" y="11"/>
                  </a:lnTo>
                  <a:lnTo>
                    <a:pt x="69" y="20"/>
                  </a:lnTo>
                  <a:lnTo>
                    <a:pt x="63" y="37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49" y="91"/>
                  </a:lnTo>
                  <a:lnTo>
                    <a:pt x="42" y="110"/>
                  </a:lnTo>
                  <a:lnTo>
                    <a:pt x="36" y="130"/>
                  </a:lnTo>
                  <a:lnTo>
                    <a:pt x="32" y="149"/>
                  </a:lnTo>
                  <a:lnTo>
                    <a:pt x="32" y="149"/>
                  </a:lnTo>
                  <a:lnTo>
                    <a:pt x="27" y="196"/>
                  </a:lnTo>
                  <a:lnTo>
                    <a:pt x="23" y="220"/>
                  </a:lnTo>
                  <a:lnTo>
                    <a:pt x="19" y="244"/>
                  </a:lnTo>
                  <a:lnTo>
                    <a:pt x="19" y="244"/>
                  </a:lnTo>
                  <a:lnTo>
                    <a:pt x="15" y="261"/>
                  </a:lnTo>
                  <a:lnTo>
                    <a:pt x="11" y="279"/>
                  </a:lnTo>
                  <a:lnTo>
                    <a:pt x="11" y="279"/>
                  </a:lnTo>
                  <a:lnTo>
                    <a:pt x="8" y="288"/>
                  </a:lnTo>
                  <a:lnTo>
                    <a:pt x="7" y="298"/>
                  </a:lnTo>
                  <a:lnTo>
                    <a:pt x="6" y="309"/>
                  </a:lnTo>
                  <a:lnTo>
                    <a:pt x="3" y="313"/>
                  </a:lnTo>
                  <a:lnTo>
                    <a:pt x="2" y="317"/>
                  </a:lnTo>
                  <a:lnTo>
                    <a:pt x="2" y="317"/>
                  </a:lnTo>
                  <a:lnTo>
                    <a:pt x="0" y="319"/>
                  </a:lnTo>
                  <a:lnTo>
                    <a:pt x="0" y="321"/>
                  </a:lnTo>
                  <a:lnTo>
                    <a:pt x="2" y="323"/>
                  </a:lnTo>
                  <a:lnTo>
                    <a:pt x="3" y="325"/>
                  </a:lnTo>
                  <a:lnTo>
                    <a:pt x="7" y="325"/>
                  </a:lnTo>
                  <a:lnTo>
                    <a:pt x="10" y="325"/>
                  </a:lnTo>
                  <a:lnTo>
                    <a:pt x="11" y="323"/>
                  </a:lnTo>
                  <a:lnTo>
                    <a:pt x="11" y="323"/>
                  </a:lnTo>
                  <a:lnTo>
                    <a:pt x="15" y="317"/>
                  </a:lnTo>
                  <a:lnTo>
                    <a:pt x="18" y="310"/>
                  </a:lnTo>
                  <a:lnTo>
                    <a:pt x="21" y="295"/>
                  </a:lnTo>
                  <a:lnTo>
                    <a:pt x="24" y="279"/>
                  </a:lnTo>
                  <a:lnTo>
                    <a:pt x="27" y="264"/>
                  </a:lnTo>
                  <a:lnTo>
                    <a:pt x="27" y="264"/>
                  </a:lnTo>
                  <a:lnTo>
                    <a:pt x="31" y="245"/>
                  </a:lnTo>
                  <a:lnTo>
                    <a:pt x="33" y="227"/>
                  </a:lnTo>
                  <a:lnTo>
                    <a:pt x="38" y="187"/>
                  </a:lnTo>
                  <a:lnTo>
                    <a:pt x="38" y="187"/>
                  </a:lnTo>
                  <a:lnTo>
                    <a:pt x="42" y="164"/>
                  </a:lnTo>
                  <a:lnTo>
                    <a:pt x="46" y="140"/>
                  </a:lnTo>
                  <a:lnTo>
                    <a:pt x="52" y="117"/>
                  </a:lnTo>
                  <a:lnTo>
                    <a:pt x="59" y="94"/>
                  </a:lnTo>
                  <a:lnTo>
                    <a:pt x="59" y="94"/>
                  </a:lnTo>
                  <a:lnTo>
                    <a:pt x="66" y="72"/>
                  </a:lnTo>
                  <a:lnTo>
                    <a:pt x="71" y="51"/>
                  </a:lnTo>
                  <a:lnTo>
                    <a:pt x="76" y="29"/>
                  </a:lnTo>
                  <a:lnTo>
                    <a:pt x="80" y="19"/>
                  </a:lnTo>
                  <a:lnTo>
                    <a:pt x="86" y="9"/>
                  </a:lnTo>
                  <a:lnTo>
                    <a:pt x="86" y="9"/>
                  </a:lnTo>
                  <a:lnTo>
                    <a:pt x="87" y="7"/>
                  </a:lnTo>
                  <a:lnTo>
                    <a:pt x="86" y="4"/>
                  </a:lnTo>
                  <a:lnTo>
                    <a:pt x="83" y="2"/>
                  </a:lnTo>
                  <a:lnTo>
                    <a:pt x="79" y="0"/>
                  </a:lnTo>
                  <a:lnTo>
                    <a:pt x="78" y="2"/>
                  </a:lnTo>
                  <a:lnTo>
                    <a:pt x="75" y="3"/>
                  </a:lnTo>
                  <a:lnTo>
                    <a:pt x="75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3" name="Freeform 380"/>
            <p:cNvSpPr/>
            <p:nvPr/>
          </p:nvSpPr>
          <p:spPr bwMode="auto">
            <a:xfrm>
              <a:off x="5492751" y="1465263"/>
              <a:ext cx="25400" cy="90488"/>
            </a:xfrm>
            <a:custGeom>
              <a:avLst/>
              <a:gdLst/>
              <a:ahLst/>
              <a:cxnLst>
                <a:cxn ang="0">
                  <a:pos x="52" y="3"/>
                </a:cxn>
                <a:cxn ang="0">
                  <a:pos x="52" y="3"/>
                </a:cxn>
                <a:cxn ang="0">
                  <a:pos x="46" y="13"/>
                </a:cxn>
                <a:cxn ang="0">
                  <a:pos x="42" y="24"/>
                </a:cxn>
                <a:cxn ang="0">
                  <a:pos x="34" y="45"/>
                </a:cxn>
                <a:cxn ang="0">
                  <a:pos x="29" y="67"/>
                </a:cxn>
                <a:cxn ang="0">
                  <a:pos x="23" y="90"/>
                </a:cxn>
                <a:cxn ang="0">
                  <a:pos x="23" y="90"/>
                </a:cxn>
                <a:cxn ang="0">
                  <a:pos x="16" y="122"/>
                </a:cxn>
                <a:cxn ang="0">
                  <a:pos x="10" y="154"/>
                </a:cxn>
                <a:cxn ang="0">
                  <a:pos x="0" y="221"/>
                </a:cxn>
                <a:cxn ang="0">
                  <a:pos x="0" y="221"/>
                </a:cxn>
                <a:cxn ang="0">
                  <a:pos x="0" y="224"/>
                </a:cxn>
                <a:cxn ang="0">
                  <a:pos x="1" y="225"/>
                </a:cxn>
                <a:cxn ang="0">
                  <a:pos x="5" y="228"/>
                </a:cxn>
                <a:cxn ang="0">
                  <a:pos x="6" y="228"/>
                </a:cxn>
                <a:cxn ang="0">
                  <a:pos x="9" y="228"/>
                </a:cxn>
                <a:cxn ang="0">
                  <a:pos x="10" y="226"/>
                </a:cxn>
                <a:cxn ang="0">
                  <a:pos x="12" y="224"/>
                </a:cxn>
                <a:cxn ang="0">
                  <a:pos x="12" y="224"/>
                </a:cxn>
                <a:cxn ang="0">
                  <a:pos x="16" y="194"/>
                </a:cxn>
                <a:cxn ang="0">
                  <a:pos x="22" y="164"/>
                </a:cxn>
                <a:cxn ang="0">
                  <a:pos x="27" y="134"/>
                </a:cxn>
                <a:cxn ang="0">
                  <a:pos x="33" y="103"/>
                </a:cxn>
                <a:cxn ang="0">
                  <a:pos x="33" y="103"/>
                </a:cxn>
                <a:cxn ang="0">
                  <a:pos x="36" y="79"/>
                </a:cxn>
                <a:cxn ang="0">
                  <a:pos x="42" y="54"/>
                </a:cxn>
                <a:cxn ang="0">
                  <a:pos x="46" y="42"/>
                </a:cxn>
                <a:cxn ang="0">
                  <a:pos x="51" y="30"/>
                </a:cxn>
                <a:cxn ang="0">
                  <a:pos x="56" y="18"/>
                </a:cxn>
                <a:cxn ang="0">
                  <a:pos x="61" y="8"/>
                </a:cxn>
                <a:cxn ang="0">
                  <a:pos x="61" y="8"/>
                </a:cxn>
                <a:cxn ang="0">
                  <a:pos x="63" y="7"/>
                </a:cxn>
                <a:cxn ang="0">
                  <a:pos x="63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3"/>
                </a:cxn>
                <a:cxn ang="0">
                  <a:pos x="52" y="3"/>
                </a:cxn>
              </a:cxnLst>
              <a:rect l="0" t="0" r="r" b="b"/>
              <a:pathLst>
                <a:path w="63" h="228">
                  <a:moveTo>
                    <a:pt x="52" y="3"/>
                  </a:moveTo>
                  <a:lnTo>
                    <a:pt x="52" y="3"/>
                  </a:lnTo>
                  <a:lnTo>
                    <a:pt x="46" y="13"/>
                  </a:lnTo>
                  <a:lnTo>
                    <a:pt x="42" y="24"/>
                  </a:lnTo>
                  <a:lnTo>
                    <a:pt x="34" y="45"/>
                  </a:lnTo>
                  <a:lnTo>
                    <a:pt x="29" y="67"/>
                  </a:lnTo>
                  <a:lnTo>
                    <a:pt x="23" y="90"/>
                  </a:lnTo>
                  <a:lnTo>
                    <a:pt x="23" y="90"/>
                  </a:lnTo>
                  <a:lnTo>
                    <a:pt x="16" y="122"/>
                  </a:lnTo>
                  <a:lnTo>
                    <a:pt x="10" y="154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0" y="224"/>
                  </a:lnTo>
                  <a:lnTo>
                    <a:pt x="1" y="225"/>
                  </a:lnTo>
                  <a:lnTo>
                    <a:pt x="5" y="228"/>
                  </a:lnTo>
                  <a:lnTo>
                    <a:pt x="6" y="228"/>
                  </a:lnTo>
                  <a:lnTo>
                    <a:pt x="9" y="228"/>
                  </a:lnTo>
                  <a:lnTo>
                    <a:pt x="10" y="226"/>
                  </a:lnTo>
                  <a:lnTo>
                    <a:pt x="12" y="224"/>
                  </a:lnTo>
                  <a:lnTo>
                    <a:pt x="12" y="224"/>
                  </a:lnTo>
                  <a:lnTo>
                    <a:pt x="16" y="194"/>
                  </a:lnTo>
                  <a:lnTo>
                    <a:pt x="22" y="164"/>
                  </a:lnTo>
                  <a:lnTo>
                    <a:pt x="27" y="134"/>
                  </a:lnTo>
                  <a:lnTo>
                    <a:pt x="33" y="103"/>
                  </a:lnTo>
                  <a:lnTo>
                    <a:pt x="33" y="103"/>
                  </a:lnTo>
                  <a:lnTo>
                    <a:pt x="36" y="79"/>
                  </a:lnTo>
                  <a:lnTo>
                    <a:pt x="42" y="54"/>
                  </a:lnTo>
                  <a:lnTo>
                    <a:pt x="46" y="42"/>
                  </a:lnTo>
                  <a:lnTo>
                    <a:pt x="51" y="30"/>
                  </a:lnTo>
                  <a:lnTo>
                    <a:pt x="56" y="18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3" y="7"/>
                  </a:lnTo>
                  <a:lnTo>
                    <a:pt x="63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3"/>
                  </a:lnTo>
                  <a:lnTo>
                    <a:pt x="52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4" name="Freeform 381"/>
            <p:cNvSpPr/>
            <p:nvPr/>
          </p:nvSpPr>
          <p:spPr bwMode="auto">
            <a:xfrm>
              <a:off x="5516564" y="1489076"/>
              <a:ext cx="17463" cy="76200"/>
            </a:xfrm>
            <a:custGeom>
              <a:avLst/>
              <a:gdLst/>
              <a:ahLst/>
              <a:cxnLst>
                <a:cxn ang="0">
                  <a:pos x="34" y="4"/>
                </a:cxn>
                <a:cxn ang="0">
                  <a:pos x="34" y="4"/>
                </a:cxn>
                <a:cxn ang="0">
                  <a:pos x="21" y="48"/>
                </a:cxn>
                <a:cxn ang="0">
                  <a:pos x="11" y="94"/>
                </a:cxn>
                <a:cxn ang="0">
                  <a:pos x="7" y="117"/>
                </a:cxn>
                <a:cxn ang="0">
                  <a:pos x="3" y="141"/>
                </a:cxn>
                <a:cxn ang="0">
                  <a:pos x="0" y="163"/>
                </a:cxn>
                <a:cxn ang="0">
                  <a:pos x="0" y="188"/>
                </a:cxn>
                <a:cxn ang="0">
                  <a:pos x="0" y="188"/>
                </a:cxn>
                <a:cxn ang="0">
                  <a:pos x="0" y="189"/>
                </a:cxn>
                <a:cxn ang="0">
                  <a:pos x="2" y="192"/>
                </a:cxn>
                <a:cxn ang="0">
                  <a:pos x="6" y="193"/>
                </a:cxn>
                <a:cxn ang="0">
                  <a:pos x="10" y="192"/>
                </a:cxn>
                <a:cxn ang="0">
                  <a:pos x="11" y="189"/>
                </a:cxn>
                <a:cxn ang="0">
                  <a:pos x="11" y="188"/>
                </a:cxn>
                <a:cxn ang="0">
                  <a:pos x="11" y="188"/>
                </a:cxn>
                <a:cxn ang="0">
                  <a:pos x="12" y="164"/>
                </a:cxn>
                <a:cxn ang="0">
                  <a:pos x="15" y="141"/>
                </a:cxn>
                <a:cxn ang="0">
                  <a:pos x="17" y="119"/>
                </a:cxn>
                <a:cxn ang="0">
                  <a:pos x="23" y="95"/>
                </a:cxn>
                <a:cxn ang="0">
                  <a:pos x="33" y="51"/>
                </a:cxn>
                <a:cxn ang="0">
                  <a:pos x="45" y="6"/>
                </a:cxn>
                <a:cxn ang="0">
                  <a:pos x="45" y="6"/>
                </a:cxn>
                <a:cxn ang="0">
                  <a:pos x="46" y="4"/>
                </a:cxn>
                <a:cxn ang="0">
                  <a:pos x="45" y="2"/>
                </a:cxn>
                <a:cxn ang="0">
                  <a:pos x="41" y="0"/>
                </a:cxn>
                <a:cxn ang="0">
                  <a:pos x="37" y="0"/>
                </a:cxn>
                <a:cxn ang="0">
                  <a:pos x="36" y="1"/>
                </a:cxn>
                <a:cxn ang="0">
                  <a:pos x="34" y="4"/>
                </a:cxn>
                <a:cxn ang="0">
                  <a:pos x="34" y="4"/>
                </a:cxn>
              </a:cxnLst>
              <a:rect l="0" t="0" r="r" b="b"/>
              <a:pathLst>
                <a:path w="46" h="193">
                  <a:moveTo>
                    <a:pt x="34" y="4"/>
                  </a:moveTo>
                  <a:lnTo>
                    <a:pt x="34" y="4"/>
                  </a:lnTo>
                  <a:lnTo>
                    <a:pt x="21" y="48"/>
                  </a:lnTo>
                  <a:lnTo>
                    <a:pt x="11" y="94"/>
                  </a:lnTo>
                  <a:lnTo>
                    <a:pt x="7" y="117"/>
                  </a:lnTo>
                  <a:lnTo>
                    <a:pt x="3" y="141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0" y="188"/>
                  </a:lnTo>
                  <a:lnTo>
                    <a:pt x="0" y="189"/>
                  </a:lnTo>
                  <a:lnTo>
                    <a:pt x="2" y="192"/>
                  </a:lnTo>
                  <a:lnTo>
                    <a:pt x="6" y="193"/>
                  </a:lnTo>
                  <a:lnTo>
                    <a:pt x="10" y="192"/>
                  </a:lnTo>
                  <a:lnTo>
                    <a:pt x="11" y="189"/>
                  </a:lnTo>
                  <a:lnTo>
                    <a:pt x="11" y="188"/>
                  </a:lnTo>
                  <a:lnTo>
                    <a:pt x="11" y="188"/>
                  </a:lnTo>
                  <a:lnTo>
                    <a:pt x="12" y="164"/>
                  </a:lnTo>
                  <a:lnTo>
                    <a:pt x="15" y="141"/>
                  </a:lnTo>
                  <a:lnTo>
                    <a:pt x="17" y="119"/>
                  </a:lnTo>
                  <a:lnTo>
                    <a:pt x="23" y="95"/>
                  </a:lnTo>
                  <a:lnTo>
                    <a:pt x="33" y="51"/>
                  </a:lnTo>
                  <a:lnTo>
                    <a:pt x="45" y="6"/>
                  </a:lnTo>
                  <a:lnTo>
                    <a:pt x="45" y="6"/>
                  </a:lnTo>
                  <a:lnTo>
                    <a:pt x="46" y="4"/>
                  </a:lnTo>
                  <a:lnTo>
                    <a:pt x="45" y="2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6" y="1"/>
                  </a:lnTo>
                  <a:lnTo>
                    <a:pt x="34" y="4"/>
                  </a:lnTo>
                  <a:lnTo>
                    <a:pt x="34" y="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5" name="Freeform 382"/>
            <p:cNvSpPr/>
            <p:nvPr/>
          </p:nvSpPr>
          <p:spPr bwMode="auto">
            <a:xfrm>
              <a:off x="5478464" y="1268413"/>
              <a:ext cx="228600" cy="104775"/>
            </a:xfrm>
            <a:custGeom>
              <a:avLst/>
              <a:gdLst/>
              <a:ahLst/>
              <a:cxnLst>
                <a:cxn ang="0">
                  <a:pos x="569" y="0"/>
                </a:cxn>
                <a:cxn ang="0">
                  <a:pos x="540" y="9"/>
                </a:cxn>
                <a:cxn ang="0">
                  <a:pos x="512" y="22"/>
                </a:cxn>
                <a:cxn ang="0">
                  <a:pos x="460" y="51"/>
                </a:cxn>
                <a:cxn ang="0">
                  <a:pos x="418" y="72"/>
                </a:cxn>
                <a:cxn ang="0">
                  <a:pos x="333" y="107"/>
                </a:cxn>
                <a:cxn ang="0">
                  <a:pos x="290" y="123"/>
                </a:cxn>
                <a:cxn ang="0">
                  <a:pos x="217" y="151"/>
                </a:cxn>
                <a:cxn ang="0">
                  <a:pos x="145" y="183"/>
                </a:cxn>
                <a:cxn ang="0">
                  <a:pos x="109" y="200"/>
                </a:cxn>
                <a:cxn ang="0">
                  <a:pos x="74" y="217"/>
                </a:cxn>
                <a:cxn ang="0">
                  <a:pos x="22" y="246"/>
                </a:cxn>
                <a:cxn ang="0">
                  <a:pos x="4" y="251"/>
                </a:cxn>
                <a:cxn ang="0">
                  <a:pos x="1" y="253"/>
                </a:cxn>
                <a:cxn ang="0">
                  <a:pos x="0" y="258"/>
                </a:cxn>
                <a:cxn ang="0">
                  <a:pos x="4" y="263"/>
                </a:cxn>
                <a:cxn ang="0">
                  <a:pos x="6" y="263"/>
                </a:cxn>
                <a:cxn ang="0">
                  <a:pos x="36" y="253"/>
                </a:cxn>
                <a:cxn ang="0">
                  <a:pos x="64" y="237"/>
                </a:cxn>
                <a:cxn ang="0">
                  <a:pos x="81" y="228"/>
                </a:cxn>
                <a:cxn ang="0">
                  <a:pos x="132" y="202"/>
                </a:cxn>
                <a:cxn ang="0">
                  <a:pos x="171" y="183"/>
                </a:cxn>
                <a:cxn ang="0">
                  <a:pos x="252" y="149"/>
                </a:cxn>
                <a:cxn ang="0">
                  <a:pos x="294" y="135"/>
                </a:cxn>
                <a:cxn ang="0">
                  <a:pos x="370" y="105"/>
                </a:cxn>
                <a:cxn ang="0">
                  <a:pos x="446" y="71"/>
                </a:cxn>
                <a:cxn ang="0">
                  <a:pos x="482" y="54"/>
                </a:cxn>
                <a:cxn ang="0">
                  <a:pos x="519" y="34"/>
                </a:cxn>
                <a:cxn ang="0">
                  <a:pos x="532" y="28"/>
                </a:cxn>
                <a:cxn ang="0">
                  <a:pos x="558" y="16"/>
                </a:cxn>
                <a:cxn ang="0">
                  <a:pos x="571" y="12"/>
                </a:cxn>
                <a:cxn ang="0">
                  <a:pos x="575" y="9"/>
                </a:cxn>
                <a:cxn ang="0">
                  <a:pos x="573" y="1"/>
                </a:cxn>
                <a:cxn ang="0">
                  <a:pos x="569" y="0"/>
                </a:cxn>
              </a:cxnLst>
              <a:rect l="0" t="0" r="r" b="b"/>
              <a:pathLst>
                <a:path w="575" h="263">
                  <a:moveTo>
                    <a:pt x="569" y="0"/>
                  </a:moveTo>
                  <a:lnTo>
                    <a:pt x="569" y="0"/>
                  </a:lnTo>
                  <a:lnTo>
                    <a:pt x="554" y="4"/>
                  </a:lnTo>
                  <a:lnTo>
                    <a:pt x="540" y="9"/>
                  </a:lnTo>
                  <a:lnTo>
                    <a:pt x="527" y="16"/>
                  </a:lnTo>
                  <a:lnTo>
                    <a:pt x="512" y="22"/>
                  </a:lnTo>
                  <a:lnTo>
                    <a:pt x="486" y="38"/>
                  </a:lnTo>
                  <a:lnTo>
                    <a:pt x="460" y="51"/>
                  </a:lnTo>
                  <a:lnTo>
                    <a:pt x="460" y="51"/>
                  </a:lnTo>
                  <a:lnTo>
                    <a:pt x="418" y="72"/>
                  </a:lnTo>
                  <a:lnTo>
                    <a:pt x="376" y="90"/>
                  </a:lnTo>
                  <a:lnTo>
                    <a:pt x="333" y="107"/>
                  </a:lnTo>
                  <a:lnTo>
                    <a:pt x="290" y="123"/>
                  </a:lnTo>
                  <a:lnTo>
                    <a:pt x="290" y="123"/>
                  </a:lnTo>
                  <a:lnTo>
                    <a:pt x="253" y="138"/>
                  </a:lnTo>
                  <a:lnTo>
                    <a:pt x="217" y="151"/>
                  </a:lnTo>
                  <a:lnTo>
                    <a:pt x="180" y="166"/>
                  </a:lnTo>
                  <a:lnTo>
                    <a:pt x="145" y="183"/>
                  </a:lnTo>
                  <a:lnTo>
                    <a:pt x="145" y="183"/>
                  </a:lnTo>
                  <a:lnTo>
                    <a:pt x="109" y="200"/>
                  </a:lnTo>
                  <a:lnTo>
                    <a:pt x="74" y="217"/>
                  </a:lnTo>
                  <a:lnTo>
                    <a:pt x="74" y="217"/>
                  </a:lnTo>
                  <a:lnTo>
                    <a:pt x="40" y="237"/>
                  </a:lnTo>
                  <a:lnTo>
                    <a:pt x="22" y="246"/>
                  </a:lnTo>
                  <a:lnTo>
                    <a:pt x="13" y="249"/>
                  </a:lnTo>
                  <a:lnTo>
                    <a:pt x="4" y="251"/>
                  </a:lnTo>
                  <a:lnTo>
                    <a:pt x="4" y="251"/>
                  </a:lnTo>
                  <a:lnTo>
                    <a:pt x="1" y="253"/>
                  </a:lnTo>
                  <a:lnTo>
                    <a:pt x="0" y="254"/>
                  </a:lnTo>
                  <a:lnTo>
                    <a:pt x="0" y="258"/>
                  </a:lnTo>
                  <a:lnTo>
                    <a:pt x="2" y="262"/>
                  </a:lnTo>
                  <a:lnTo>
                    <a:pt x="4" y="263"/>
                  </a:lnTo>
                  <a:lnTo>
                    <a:pt x="6" y="263"/>
                  </a:lnTo>
                  <a:lnTo>
                    <a:pt x="6" y="263"/>
                  </a:lnTo>
                  <a:lnTo>
                    <a:pt x="22" y="258"/>
                  </a:lnTo>
                  <a:lnTo>
                    <a:pt x="36" y="253"/>
                  </a:lnTo>
                  <a:lnTo>
                    <a:pt x="51" y="245"/>
                  </a:lnTo>
                  <a:lnTo>
                    <a:pt x="64" y="237"/>
                  </a:lnTo>
                  <a:lnTo>
                    <a:pt x="64" y="237"/>
                  </a:lnTo>
                  <a:lnTo>
                    <a:pt x="81" y="228"/>
                  </a:lnTo>
                  <a:lnTo>
                    <a:pt x="98" y="219"/>
                  </a:lnTo>
                  <a:lnTo>
                    <a:pt x="132" y="202"/>
                  </a:lnTo>
                  <a:lnTo>
                    <a:pt x="132" y="202"/>
                  </a:lnTo>
                  <a:lnTo>
                    <a:pt x="171" y="183"/>
                  </a:lnTo>
                  <a:lnTo>
                    <a:pt x="212" y="165"/>
                  </a:lnTo>
                  <a:lnTo>
                    <a:pt x="252" y="149"/>
                  </a:lnTo>
                  <a:lnTo>
                    <a:pt x="294" y="135"/>
                  </a:lnTo>
                  <a:lnTo>
                    <a:pt x="294" y="135"/>
                  </a:lnTo>
                  <a:lnTo>
                    <a:pt x="332" y="121"/>
                  </a:lnTo>
                  <a:lnTo>
                    <a:pt x="370" y="105"/>
                  </a:lnTo>
                  <a:lnTo>
                    <a:pt x="408" y="88"/>
                  </a:lnTo>
                  <a:lnTo>
                    <a:pt x="446" y="71"/>
                  </a:lnTo>
                  <a:lnTo>
                    <a:pt x="446" y="71"/>
                  </a:lnTo>
                  <a:lnTo>
                    <a:pt x="482" y="54"/>
                  </a:lnTo>
                  <a:lnTo>
                    <a:pt x="501" y="45"/>
                  </a:lnTo>
                  <a:lnTo>
                    <a:pt x="519" y="34"/>
                  </a:lnTo>
                  <a:lnTo>
                    <a:pt x="519" y="34"/>
                  </a:lnTo>
                  <a:lnTo>
                    <a:pt x="532" y="28"/>
                  </a:lnTo>
                  <a:lnTo>
                    <a:pt x="544" y="21"/>
                  </a:lnTo>
                  <a:lnTo>
                    <a:pt x="558" y="16"/>
                  </a:lnTo>
                  <a:lnTo>
                    <a:pt x="571" y="12"/>
                  </a:lnTo>
                  <a:lnTo>
                    <a:pt x="571" y="12"/>
                  </a:lnTo>
                  <a:lnTo>
                    <a:pt x="574" y="11"/>
                  </a:lnTo>
                  <a:lnTo>
                    <a:pt x="575" y="9"/>
                  </a:lnTo>
                  <a:lnTo>
                    <a:pt x="575" y="5"/>
                  </a:lnTo>
                  <a:lnTo>
                    <a:pt x="573" y="1"/>
                  </a:lnTo>
                  <a:lnTo>
                    <a:pt x="571" y="0"/>
                  </a:lnTo>
                  <a:lnTo>
                    <a:pt x="569" y="0"/>
                  </a:lnTo>
                  <a:lnTo>
                    <a:pt x="569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6" name="Freeform 383"/>
            <p:cNvSpPr/>
            <p:nvPr/>
          </p:nvSpPr>
          <p:spPr bwMode="auto">
            <a:xfrm>
              <a:off x="5513389" y="1352551"/>
              <a:ext cx="195263" cy="92075"/>
            </a:xfrm>
            <a:custGeom>
              <a:avLst/>
              <a:gdLst/>
              <a:ahLst/>
              <a:cxnLst>
                <a:cxn ang="0">
                  <a:pos x="484" y="0"/>
                </a:cxn>
                <a:cxn ang="0">
                  <a:pos x="484" y="0"/>
                </a:cxn>
                <a:cxn ang="0">
                  <a:pos x="452" y="11"/>
                </a:cxn>
                <a:cxn ang="0">
                  <a:pos x="422" y="24"/>
                </a:cxn>
                <a:cxn ang="0">
                  <a:pos x="392" y="38"/>
                </a:cxn>
                <a:cxn ang="0">
                  <a:pos x="361" y="51"/>
                </a:cxn>
                <a:cxn ang="0">
                  <a:pos x="361" y="51"/>
                </a:cxn>
                <a:cxn ang="0">
                  <a:pos x="299" y="77"/>
                </a:cxn>
                <a:cxn ang="0">
                  <a:pos x="239" y="103"/>
                </a:cxn>
                <a:cxn ang="0">
                  <a:pos x="239" y="103"/>
                </a:cxn>
                <a:cxn ang="0">
                  <a:pos x="179" y="130"/>
                </a:cxn>
                <a:cxn ang="0">
                  <a:pos x="119" y="157"/>
                </a:cxn>
                <a:cxn ang="0">
                  <a:pos x="119" y="157"/>
                </a:cxn>
                <a:cxn ang="0">
                  <a:pos x="90" y="171"/>
                </a:cxn>
                <a:cxn ang="0">
                  <a:pos x="61" y="190"/>
                </a:cxn>
                <a:cxn ang="0">
                  <a:pos x="33" y="207"/>
                </a:cxn>
                <a:cxn ang="0">
                  <a:pos x="4" y="222"/>
                </a:cxn>
                <a:cxn ang="0">
                  <a:pos x="4" y="222"/>
                </a:cxn>
                <a:cxn ang="0">
                  <a:pos x="1" y="225"/>
                </a:cxn>
                <a:cxn ang="0">
                  <a:pos x="0" y="226"/>
                </a:cxn>
                <a:cxn ang="0">
                  <a:pos x="1" y="230"/>
                </a:cxn>
                <a:cxn ang="0">
                  <a:pos x="4" y="233"/>
                </a:cxn>
                <a:cxn ang="0">
                  <a:pos x="6" y="233"/>
                </a:cxn>
                <a:cxn ang="0">
                  <a:pos x="9" y="233"/>
                </a:cxn>
                <a:cxn ang="0">
                  <a:pos x="9" y="233"/>
                </a:cxn>
                <a:cxn ang="0">
                  <a:pos x="36" y="218"/>
                </a:cxn>
                <a:cxn ang="0">
                  <a:pos x="64" y="203"/>
                </a:cxn>
                <a:cxn ang="0">
                  <a:pos x="91" y="187"/>
                </a:cxn>
                <a:cxn ang="0">
                  <a:pos x="118" y="170"/>
                </a:cxn>
                <a:cxn ang="0">
                  <a:pos x="118" y="170"/>
                </a:cxn>
                <a:cxn ang="0">
                  <a:pos x="131" y="162"/>
                </a:cxn>
                <a:cxn ang="0">
                  <a:pos x="146" y="157"/>
                </a:cxn>
                <a:cxn ang="0">
                  <a:pos x="161" y="152"/>
                </a:cxn>
                <a:cxn ang="0">
                  <a:pos x="175" y="145"/>
                </a:cxn>
                <a:cxn ang="0">
                  <a:pos x="175" y="145"/>
                </a:cxn>
                <a:cxn ang="0">
                  <a:pos x="235" y="118"/>
                </a:cxn>
                <a:cxn ang="0">
                  <a:pos x="235" y="118"/>
                </a:cxn>
                <a:cxn ang="0">
                  <a:pos x="299" y="89"/>
                </a:cxn>
                <a:cxn ang="0">
                  <a:pos x="365" y="62"/>
                </a:cxn>
                <a:cxn ang="0">
                  <a:pos x="365" y="62"/>
                </a:cxn>
                <a:cxn ang="0">
                  <a:pos x="396" y="48"/>
                </a:cxn>
                <a:cxn ang="0">
                  <a:pos x="412" y="42"/>
                </a:cxn>
                <a:cxn ang="0">
                  <a:pos x="428" y="37"/>
                </a:cxn>
                <a:cxn ang="0">
                  <a:pos x="428" y="37"/>
                </a:cxn>
                <a:cxn ang="0">
                  <a:pos x="442" y="31"/>
                </a:cxn>
                <a:cxn ang="0">
                  <a:pos x="458" y="24"/>
                </a:cxn>
                <a:cxn ang="0">
                  <a:pos x="472" y="17"/>
                </a:cxn>
                <a:cxn ang="0">
                  <a:pos x="488" y="11"/>
                </a:cxn>
                <a:cxn ang="0">
                  <a:pos x="488" y="11"/>
                </a:cxn>
                <a:cxn ang="0">
                  <a:pos x="489" y="9"/>
                </a:cxn>
                <a:cxn ang="0">
                  <a:pos x="490" y="8"/>
                </a:cxn>
                <a:cxn ang="0">
                  <a:pos x="490" y="4"/>
                </a:cxn>
                <a:cxn ang="0">
                  <a:pos x="489" y="0"/>
                </a:cxn>
                <a:cxn ang="0">
                  <a:pos x="486" y="0"/>
                </a:cxn>
                <a:cxn ang="0">
                  <a:pos x="484" y="0"/>
                </a:cxn>
                <a:cxn ang="0">
                  <a:pos x="484" y="0"/>
                </a:cxn>
              </a:cxnLst>
              <a:rect l="0" t="0" r="r" b="b"/>
              <a:pathLst>
                <a:path w="490" h="233">
                  <a:moveTo>
                    <a:pt x="484" y="0"/>
                  </a:moveTo>
                  <a:lnTo>
                    <a:pt x="484" y="0"/>
                  </a:lnTo>
                  <a:lnTo>
                    <a:pt x="452" y="11"/>
                  </a:lnTo>
                  <a:lnTo>
                    <a:pt x="422" y="24"/>
                  </a:lnTo>
                  <a:lnTo>
                    <a:pt x="392" y="38"/>
                  </a:lnTo>
                  <a:lnTo>
                    <a:pt x="361" y="51"/>
                  </a:lnTo>
                  <a:lnTo>
                    <a:pt x="361" y="51"/>
                  </a:lnTo>
                  <a:lnTo>
                    <a:pt x="299" y="77"/>
                  </a:lnTo>
                  <a:lnTo>
                    <a:pt x="239" y="103"/>
                  </a:lnTo>
                  <a:lnTo>
                    <a:pt x="239" y="103"/>
                  </a:lnTo>
                  <a:lnTo>
                    <a:pt x="179" y="130"/>
                  </a:lnTo>
                  <a:lnTo>
                    <a:pt x="119" y="157"/>
                  </a:lnTo>
                  <a:lnTo>
                    <a:pt x="119" y="157"/>
                  </a:lnTo>
                  <a:lnTo>
                    <a:pt x="90" y="171"/>
                  </a:lnTo>
                  <a:lnTo>
                    <a:pt x="61" y="190"/>
                  </a:lnTo>
                  <a:lnTo>
                    <a:pt x="33" y="207"/>
                  </a:lnTo>
                  <a:lnTo>
                    <a:pt x="4" y="222"/>
                  </a:lnTo>
                  <a:lnTo>
                    <a:pt x="4" y="222"/>
                  </a:lnTo>
                  <a:lnTo>
                    <a:pt x="1" y="225"/>
                  </a:lnTo>
                  <a:lnTo>
                    <a:pt x="0" y="226"/>
                  </a:lnTo>
                  <a:lnTo>
                    <a:pt x="1" y="230"/>
                  </a:lnTo>
                  <a:lnTo>
                    <a:pt x="4" y="233"/>
                  </a:lnTo>
                  <a:lnTo>
                    <a:pt x="6" y="233"/>
                  </a:lnTo>
                  <a:lnTo>
                    <a:pt x="9" y="233"/>
                  </a:lnTo>
                  <a:lnTo>
                    <a:pt x="9" y="233"/>
                  </a:lnTo>
                  <a:lnTo>
                    <a:pt x="36" y="218"/>
                  </a:lnTo>
                  <a:lnTo>
                    <a:pt x="64" y="203"/>
                  </a:lnTo>
                  <a:lnTo>
                    <a:pt x="91" y="187"/>
                  </a:lnTo>
                  <a:lnTo>
                    <a:pt x="118" y="170"/>
                  </a:lnTo>
                  <a:lnTo>
                    <a:pt x="118" y="170"/>
                  </a:lnTo>
                  <a:lnTo>
                    <a:pt x="131" y="162"/>
                  </a:lnTo>
                  <a:lnTo>
                    <a:pt x="146" y="157"/>
                  </a:lnTo>
                  <a:lnTo>
                    <a:pt x="161" y="152"/>
                  </a:lnTo>
                  <a:lnTo>
                    <a:pt x="175" y="145"/>
                  </a:lnTo>
                  <a:lnTo>
                    <a:pt x="175" y="145"/>
                  </a:lnTo>
                  <a:lnTo>
                    <a:pt x="235" y="118"/>
                  </a:lnTo>
                  <a:lnTo>
                    <a:pt x="235" y="118"/>
                  </a:lnTo>
                  <a:lnTo>
                    <a:pt x="299" y="89"/>
                  </a:lnTo>
                  <a:lnTo>
                    <a:pt x="365" y="62"/>
                  </a:lnTo>
                  <a:lnTo>
                    <a:pt x="365" y="62"/>
                  </a:lnTo>
                  <a:lnTo>
                    <a:pt x="396" y="48"/>
                  </a:lnTo>
                  <a:lnTo>
                    <a:pt x="412" y="42"/>
                  </a:lnTo>
                  <a:lnTo>
                    <a:pt x="428" y="37"/>
                  </a:lnTo>
                  <a:lnTo>
                    <a:pt x="428" y="37"/>
                  </a:lnTo>
                  <a:lnTo>
                    <a:pt x="442" y="31"/>
                  </a:lnTo>
                  <a:lnTo>
                    <a:pt x="458" y="24"/>
                  </a:lnTo>
                  <a:lnTo>
                    <a:pt x="472" y="17"/>
                  </a:lnTo>
                  <a:lnTo>
                    <a:pt x="488" y="11"/>
                  </a:lnTo>
                  <a:lnTo>
                    <a:pt x="488" y="11"/>
                  </a:lnTo>
                  <a:lnTo>
                    <a:pt x="489" y="9"/>
                  </a:lnTo>
                  <a:lnTo>
                    <a:pt x="490" y="8"/>
                  </a:lnTo>
                  <a:lnTo>
                    <a:pt x="490" y="4"/>
                  </a:lnTo>
                  <a:lnTo>
                    <a:pt x="489" y="0"/>
                  </a:lnTo>
                  <a:lnTo>
                    <a:pt x="486" y="0"/>
                  </a:lnTo>
                  <a:lnTo>
                    <a:pt x="484" y="0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7" name="Freeform 384"/>
            <p:cNvSpPr/>
            <p:nvPr/>
          </p:nvSpPr>
          <p:spPr bwMode="auto">
            <a:xfrm>
              <a:off x="5568951" y="1484313"/>
              <a:ext cx="117475" cy="55563"/>
            </a:xfrm>
            <a:custGeom>
              <a:avLst/>
              <a:gdLst/>
              <a:ahLst/>
              <a:cxnLst>
                <a:cxn ang="0">
                  <a:pos x="291" y="0"/>
                </a:cxn>
                <a:cxn ang="0">
                  <a:pos x="291" y="0"/>
                </a:cxn>
                <a:cxn ang="0">
                  <a:pos x="283" y="1"/>
                </a:cxn>
                <a:cxn ang="0">
                  <a:pos x="276" y="4"/>
                </a:cxn>
                <a:cxn ang="0">
                  <a:pos x="263" y="12"/>
                </a:cxn>
                <a:cxn ang="0">
                  <a:pos x="238" y="27"/>
                </a:cxn>
                <a:cxn ang="0">
                  <a:pos x="238" y="27"/>
                </a:cxn>
                <a:cxn ang="0">
                  <a:pos x="217" y="38"/>
                </a:cxn>
                <a:cxn ang="0">
                  <a:pos x="195" y="47"/>
                </a:cxn>
                <a:cxn ang="0">
                  <a:pos x="151" y="64"/>
                </a:cxn>
                <a:cxn ang="0">
                  <a:pos x="151" y="64"/>
                </a:cxn>
                <a:cxn ang="0">
                  <a:pos x="119" y="78"/>
                </a:cxn>
                <a:cxn ang="0">
                  <a:pos x="87" y="93"/>
                </a:cxn>
                <a:cxn ang="0">
                  <a:pos x="87" y="93"/>
                </a:cxn>
                <a:cxn ang="0">
                  <a:pos x="68" y="103"/>
                </a:cxn>
                <a:cxn ang="0">
                  <a:pos x="47" y="115"/>
                </a:cxn>
                <a:cxn ang="0">
                  <a:pos x="37" y="120"/>
                </a:cxn>
                <a:cxn ang="0">
                  <a:pos x="26" y="125"/>
                </a:cxn>
                <a:cxn ang="0">
                  <a:pos x="16" y="129"/>
                </a:cxn>
                <a:cxn ang="0">
                  <a:pos x="5" y="131"/>
                </a:cxn>
                <a:cxn ang="0">
                  <a:pos x="5" y="131"/>
                </a:cxn>
                <a:cxn ang="0">
                  <a:pos x="4" y="132"/>
                </a:cxn>
                <a:cxn ang="0">
                  <a:pos x="2" y="133"/>
                </a:cxn>
                <a:cxn ang="0">
                  <a:pos x="0" y="137"/>
                </a:cxn>
                <a:cxn ang="0">
                  <a:pos x="2" y="140"/>
                </a:cxn>
                <a:cxn ang="0">
                  <a:pos x="2" y="141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5" y="142"/>
                </a:cxn>
                <a:cxn ang="0">
                  <a:pos x="13" y="141"/>
                </a:cxn>
                <a:cxn ang="0">
                  <a:pos x="20" y="139"/>
                </a:cxn>
                <a:cxn ang="0">
                  <a:pos x="33" y="133"/>
                </a:cxn>
                <a:cxn ang="0">
                  <a:pos x="58" y="120"/>
                </a:cxn>
                <a:cxn ang="0">
                  <a:pos x="58" y="120"/>
                </a:cxn>
                <a:cxn ang="0">
                  <a:pos x="101" y="98"/>
                </a:cxn>
                <a:cxn ang="0">
                  <a:pos x="122" y="89"/>
                </a:cxn>
                <a:cxn ang="0">
                  <a:pos x="144" y="80"/>
                </a:cxn>
                <a:cxn ang="0">
                  <a:pos x="144" y="80"/>
                </a:cxn>
                <a:cxn ang="0">
                  <a:pos x="182" y="65"/>
                </a:cxn>
                <a:cxn ang="0">
                  <a:pos x="219" y="50"/>
                </a:cxn>
                <a:cxn ang="0">
                  <a:pos x="219" y="50"/>
                </a:cxn>
                <a:cxn ang="0">
                  <a:pos x="228" y="46"/>
                </a:cxn>
                <a:cxn ang="0">
                  <a:pos x="237" y="40"/>
                </a:cxn>
                <a:cxn ang="0">
                  <a:pos x="255" y="29"/>
                </a:cxn>
                <a:cxn ang="0">
                  <a:pos x="274" y="17"/>
                </a:cxn>
                <a:cxn ang="0">
                  <a:pos x="283" y="13"/>
                </a:cxn>
                <a:cxn ang="0">
                  <a:pos x="293" y="10"/>
                </a:cxn>
                <a:cxn ang="0">
                  <a:pos x="293" y="10"/>
                </a:cxn>
                <a:cxn ang="0">
                  <a:pos x="296" y="10"/>
                </a:cxn>
                <a:cxn ang="0">
                  <a:pos x="297" y="8"/>
                </a:cxn>
                <a:cxn ang="0">
                  <a:pos x="297" y="6"/>
                </a:cxn>
                <a:cxn ang="0">
                  <a:pos x="297" y="4"/>
                </a:cxn>
                <a:cxn ang="0">
                  <a:pos x="295" y="1"/>
                </a:cxn>
                <a:cxn ang="0">
                  <a:pos x="292" y="0"/>
                </a:cxn>
                <a:cxn ang="0">
                  <a:pos x="291" y="0"/>
                </a:cxn>
                <a:cxn ang="0">
                  <a:pos x="291" y="0"/>
                </a:cxn>
              </a:cxnLst>
              <a:rect l="0" t="0" r="r" b="b"/>
              <a:pathLst>
                <a:path w="297" h="142">
                  <a:moveTo>
                    <a:pt x="291" y="0"/>
                  </a:moveTo>
                  <a:lnTo>
                    <a:pt x="291" y="0"/>
                  </a:lnTo>
                  <a:lnTo>
                    <a:pt x="283" y="1"/>
                  </a:lnTo>
                  <a:lnTo>
                    <a:pt x="276" y="4"/>
                  </a:lnTo>
                  <a:lnTo>
                    <a:pt x="263" y="12"/>
                  </a:lnTo>
                  <a:lnTo>
                    <a:pt x="238" y="27"/>
                  </a:lnTo>
                  <a:lnTo>
                    <a:pt x="238" y="27"/>
                  </a:lnTo>
                  <a:lnTo>
                    <a:pt x="217" y="38"/>
                  </a:lnTo>
                  <a:lnTo>
                    <a:pt x="195" y="47"/>
                  </a:lnTo>
                  <a:lnTo>
                    <a:pt x="151" y="64"/>
                  </a:lnTo>
                  <a:lnTo>
                    <a:pt x="151" y="64"/>
                  </a:lnTo>
                  <a:lnTo>
                    <a:pt x="119" y="78"/>
                  </a:lnTo>
                  <a:lnTo>
                    <a:pt x="87" y="93"/>
                  </a:lnTo>
                  <a:lnTo>
                    <a:pt x="87" y="93"/>
                  </a:lnTo>
                  <a:lnTo>
                    <a:pt x="68" y="103"/>
                  </a:lnTo>
                  <a:lnTo>
                    <a:pt x="47" y="115"/>
                  </a:lnTo>
                  <a:lnTo>
                    <a:pt x="37" y="120"/>
                  </a:lnTo>
                  <a:lnTo>
                    <a:pt x="26" y="125"/>
                  </a:lnTo>
                  <a:lnTo>
                    <a:pt x="16" y="129"/>
                  </a:lnTo>
                  <a:lnTo>
                    <a:pt x="5" y="131"/>
                  </a:lnTo>
                  <a:lnTo>
                    <a:pt x="5" y="131"/>
                  </a:lnTo>
                  <a:lnTo>
                    <a:pt x="4" y="132"/>
                  </a:lnTo>
                  <a:lnTo>
                    <a:pt x="2" y="133"/>
                  </a:lnTo>
                  <a:lnTo>
                    <a:pt x="0" y="137"/>
                  </a:lnTo>
                  <a:lnTo>
                    <a:pt x="2" y="140"/>
                  </a:lnTo>
                  <a:lnTo>
                    <a:pt x="2" y="141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5" y="142"/>
                  </a:lnTo>
                  <a:lnTo>
                    <a:pt x="13" y="141"/>
                  </a:lnTo>
                  <a:lnTo>
                    <a:pt x="20" y="139"/>
                  </a:lnTo>
                  <a:lnTo>
                    <a:pt x="33" y="133"/>
                  </a:lnTo>
                  <a:lnTo>
                    <a:pt x="58" y="120"/>
                  </a:lnTo>
                  <a:lnTo>
                    <a:pt x="58" y="120"/>
                  </a:lnTo>
                  <a:lnTo>
                    <a:pt x="101" y="98"/>
                  </a:lnTo>
                  <a:lnTo>
                    <a:pt x="122" y="89"/>
                  </a:lnTo>
                  <a:lnTo>
                    <a:pt x="144" y="80"/>
                  </a:lnTo>
                  <a:lnTo>
                    <a:pt x="144" y="80"/>
                  </a:lnTo>
                  <a:lnTo>
                    <a:pt x="182" y="65"/>
                  </a:lnTo>
                  <a:lnTo>
                    <a:pt x="219" y="50"/>
                  </a:lnTo>
                  <a:lnTo>
                    <a:pt x="219" y="50"/>
                  </a:lnTo>
                  <a:lnTo>
                    <a:pt x="228" y="46"/>
                  </a:lnTo>
                  <a:lnTo>
                    <a:pt x="237" y="40"/>
                  </a:lnTo>
                  <a:lnTo>
                    <a:pt x="255" y="29"/>
                  </a:lnTo>
                  <a:lnTo>
                    <a:pt x="274" y="17"/>
                  </a:lnTo>
                  <a:lnTo>
                    <a:pt x="283" y="13"/>
                  </a:lnTo>
                  <a:lnTo>
                    <a:pt x="293" y="10"/>
                  </a:lnTo>
                  <a:lnTo>
                    <a:pt x="293" y="10"/>
                  </a:lnTo>
                  <a:lnTo>
                    <a:pt x="296" y="10"/>
                  </a:lnTo>
                  <a:lnTo>
                    <a:pt x="297" y="8"/>
                  </a:lnTo>
                  <a:lnTo>
                    <a:pt x="297" y="6"/>
                  </a:lnTo>
                  <a:lnTo>
                    <a:pt x="297" y="4"/>
                  </a:lnTo>
                  <a:lnTo>
                    <a:pt x="295" y="1"/>
                  </a:lnTo>
                  <a:lnTo>
                    <a:pt x="292" y="0"/>
                  </a:lnTo>
                  <a:lnTo>
                    <a:pt x="291" y="0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8" name="Freeform 385"/>
            <p:cNvSpPr/>
            <p:nvPr/>
          </p:nvSpPr>
          <p:spPr bwMode="auto">
            <a:xfrm>
              <a:off x="5468939" y="1271588"/>
              <a:ext cx="187325" cy="80963"/>
            </a:xfrm>
            <a:custGeom>
              <a:avLst/>
              <a:gdLst/>
              <a:ahLst/>
              <a:cxnLst>
                <a:cxn ang="0">
                  <a:pos x="467" y="0"/>
                </a:cxn>
                <a:cxn ang="0">
                  <a:pos x="467" y="0"/>
                </a:cxn>
                <a:cxn ang="0">
                  <a:pos x="458" y="1"/>
                </a:cxn>
                <a:cxn ang="0">
                  <a:pos x="449" y="4"/>
                </a:cxn>
                <a:cxn ang="0">
                  <a:pos x="432" y="11"/>
                </a:cxn>
                <a:cxn ang="0">
                  <a:pos x="432" y="11"/>
                </a:cxn>
                <a:cxn ang="0">
                  <a:pos x="417" y="17"/>
                </a:cxn>
                <a:cxn ang="0">
                  <a:pos x="404" y="21"/>
                </a:cxn>
                <a:cxn ang="0">
                  <a:pos x="391" y="26"/>
                </a:cxn>
                <a:cxn ang="0">
                  <a:pos x="378" y="32"/>
                </a:cxn>
                <a:cxn ang="0">
                  <a:pos x="378" y="32"/>
                </a:cxn>
                <a:cxn ang="0">
                  <a:pos x="324" y="57"/>
                </a:cxn>
                <a:cxn ang="0">
                  <a:pos x="271" y="82"/>
                </a:cxn>
                <a:cxn ang="0">
                  <a:pos x="271" y="82"/>
                </a:cxn>
                <a:cxn ang="0">
                  <a:pos x="237" y="97"/>
                </a:cxn>
                <a:cxn ang="0">
                  <a:pos x="204" y="111"/>
                </a:cxn>
                <a:cxn ang="0">
                  <a:pos x="136" y="137"/>
                </a:cxn>
                <a:cxn ang="0">
                  <a:pos x="69" y="165"/>
                </a:cxn>
                <a:cxn ang="0">
                  <a:pos x="35" y="179"/>
                </a:cxn>
                <a:cxn ang="0">
                  <a:pos x="3" y="193"/>
                </a:cxn>
                <a:cxn ang="0">
                  <a:pos x="3" y="193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1" y="201"/>
                </a:cxn>
                <a:cxn ang="0">
                  <a:pos x="4" y="204"/>
                </a:cxn>
                <a:cxn ang="0">
                  <a:pos x="7" y="205"/>
                </a:cxn>
                <a:cxn ang="0">
                  <a:pos x="9" y="204"/>
                </a:cxn>
                <a:cxn ang="0">
                  <a:pos x="9" y="204"/>
                </a:cxn>
                <a:cxn ang="0">
                  <a:pos x="39" y="189"/>
                </a:cxn>
                <a:cxn ang="0">
                  <a:pos x="69" y="176"/>
                </a:cxn>
                <a:cxn ang="0">
                  <a:pos x="132" y="150"/>
                </a:cxn>
                <a:cxn ang="0">
                  <a:pos x="195" y="127"/>
                </a:cxn>
                <a:cxn ang="0">
                  <a:pos x="256" y="100"/>
                </a:cxn>
                <a:cxn ang="0">
                  <a:pos x="256" y="100"/>
                </a:cxn>
                <a:cxn ang="0">
                  <a:pos x="289" y="86"/>
                </a:cxn>
                <a:cxn ang="0">
                  <a:pos x="323" y="73"/>
                </a:cxn>
                <a:cxn ang="0">
                  <a:pos x="323" y="73"/>
                </a:cxn>
                <a:cxn ang="0">
                  <a:pos x="344" y="65"/>
                </a:cxn>
                <a:cxn ang="0">
                  <a:pos x="356" y="60"/>
                </a:cxn>
                <a:cxn ang="0">
                  <a:pos x="364" y="55"/>
                </a:cxn>
                <a:cxn ang="0">
                  <a:pos x="364" y="55"/>
                </a:cxn>
                <a:cxn ang="0">
                  <a:pos x="377" y="46"/>
                </a:cxn>
                <a:cxn ang="0">
                  <a:pos x="391" y="39"/>
                </a:cxn>
                <a:cxn ang="0">
                  <a:pos x="407" y="32"/>
                </a:cxn>
                <a:cxn ang="0">
                  <a:pos x="421" y="27"/>
                </a:cxn>
                <a:cxn ang="0">
                  <a:pos x="421" y="27"/>
                </a:cxn>
                <a:cxn ang="0">
                  <a:pos x="445" y="18"/>
                </a:cxn>
                <a:cxn ang="0">
                  <a:pos x="458" y="13"/>
                </a:cxn>
                <a:cxn ang="0">
                  <a:pos x="470" y="10"/>
                </a:cxn>
                <a:cxn ang="0">
                  <a:pos x="470" y="10"/>
                </a:cxn>
                <a:cxn ang="0">
                  <a:pos x="472" y="9"/>
                </a:cxn>
                <a:cxn ang="0">
                  <a:pos x="474" y="8"/>
                </a:cxn>
                <a:cxn ang="0">
                  <a:pos x="474" y="6"/>
                </a:cxn>
                <a:cxn ang="0">
                  <a:pos x="474" y="4"/>
                </a:cxn>
                <a:cxn ang="0">
                  <a:pos x="471" y="0"/>
                </a:cxn>
                <a:cxn ang="0">
                  <a:pos x="470" y="0"/>
                </a:cxn>
                <a:cxn ang="0">
                  <a:pos x="467" y="0"/>
                </a:cxn>
                <a:cxn ang="0">
                  <a:pos x="467" y="0"/>
                </a:cxn>
              </a:cxnLst>
              <a:rect l="0" t="0" r="r" b="b"/>
              <a:pathLst>
                <a:path w="474" h="205">
                  <a:moveTo>
                    <a:pt x="467" y="0"/>
                  </a:moveTo>
                  <a:lnTo>
                    <a:pt x="467" y="0"/>
                  </a:lnTo>
                  <a:lnTo>
                    <a:pt x="458" y="1"/>
                  </a:lnTo>
                  <a:lnTo>
                    <a:pt x="449" y="4"/>
                  </a:lnTo>
                  <a:lnTo>
                    <a:pt x="432" y="11"/>
                  </a:lnTo>
                  <a:lnTo>
                    <a:pt x="432" y="11"/>
                  </a:lnTo>
                  <a:lnTo>
                    <a:pt x="417" y="17"/>
                  </a:lnTo>
                  <a:lnTo>
                    <a:pt x="404" y="21"/>
                  </a:lnTo>
                  <a:lnTo>
                    <a:pt x="391" y="26"/>
                  </a:lnTo>
                  <a:lnTo>
                    <a:pt x="378" y="32"/>
                  </a:lnTo>
                  <a:lnTo>
                    <a:pt x="378" y="32"/>
                  </a:lnTo>
                  <a:lnTo>
                    <a:pt x="324" y="57"/>
                  </a:lnTo>
                  <a:lnTo>
                    <a:pt x="271" y="82"/>
                  </a:lnTo>
                  <a:lnTo>
                    <a:pt x="271" y="82"/>
                  </a:lnTo>
                  <a:lnTo>
                    <a:pt x="237" y="97"/>
                  </a:lnTo>
                  <a:lnTo>
                    <a:pt x="204" y="111"/>
                  </a:lnTo>
                  <a:lnTo>
                    <a:pt x="136" y="137"/>
                  </a:lnTo>
                  <a:lnTo>
                    <a:pt x="69" y="165"/>
                  </a:lnTo>
                  <a:lnTo>
                    <a:pt x="35" y="179"/>
                  </a:lnTo>
                  <a:lnTo>
                    <a:pt x="3" y="193"/>
                  </a:lnTo>
                  <a:lnTo>
                    <a:pt x="3" y="193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1" y="201"/>
                  </a:lnTo>
                  <a:lnTo>
                    <a:pt x="4" y="204"/>
                  </a:lnTo>
                  <a:lnTo>
                    <a:pt x="7" y="205"/>
                  </a:lnTo>
                  <a:lnTo>
                    <a:pt x="9" y="204"/>
                  </a:lnTo>
                  <a:lnTo>
                    <a:pt x="9" y="204"/>
                  </a:lnTo>
                  <a:lnTo>
                    <a:pt x="39" y="189"/>
                  </a:lnTo>
                  <a:lnTo>
                    <a:pt x="69" y="176"/>
                  </a:lnTo>
                  <a:lnTo>
                    <a:pt x="132" y="150"/>
                  </a:lnTo>
                  <a:lnTo>
                    <a:pt x="195" y="127"/>
                  </a:lnTo>
                  <a:lnTo>
                    <a:pt x="256" y="100"/>
                  </a:lnTo>
                  <a:lnTo>
                    <a:pt x="256" y="100"/>
                  </a:lnTo>
                  <a:lnTo>
                    <a:pt x="289" y="86"/>
                  </a:lnTo>
                  <a:lnTo>
                    <a:pt x="323" y="73"/>
                  </a:lnTo>
                  <a:lnTo>
                    <a:pt x="323" y="73"/>
                  </a:lnTo>
                  <a:lnTo>
                    <a:pt x="344" y="65"/>
                  </a:lnTo>
                  <a:lnTo>
                    <a:pt x="356" y="60"/>
                  </a:lnTo>
                  <a:lnTo>
                    <a:pt x="364" y="55"/>
                  </a:lnTo>
                  <a:lnTo>
                    <a:pt x="364" y="55"/>
                  </a:lnTo>
                  <a:lnTo>
                    <a:pt x="377" y="46"/>
                  </a:lnTo>
                  <a:lnTo>
                    <a:pt x="391" y="39"/>
                  </a:lnTo>
                  <a:lnTo>
                    <a:pt x="407" y="32"/>
                  </a:lnTo>
                  <a:lnTo>
                    <a:pt x="421" y="27"/>
                  </a:lnTo>
                  <a:lnTo>
                    <a:pt x="421" y="27"/>
                  </a:lnTo>
                  <a:lnTo>
                    <a:pt x="445" y="18"/>
                  </a:lnTo>
                  <a:lnTo>
                    <a:pt x="458" y="13"/>
                  </a:lnTo>
                  <a:lnTo>
                    <a:pt x="470" y="10"/>
                  </a:lnTo>
                  <a:lnTo>
                    <a:pt x="470" y="10"/>
                  </a:lnTo>
                  <a:lnTo>
                    <a:pt x="472" y="9"/>
                  </a:lnTo>
                  <a:lnTo>
                    <a:pt x="474" y="8"/>
                  </a:lnTo>
                  <a:lnTo>
                    <a:pt x="474" y="6"/>
                  </a:lnTo>
                  <a:lnTo>
                    <a:pt x="474" y="4"/>
                  </a:lnTo>
                  <a:lnTo>
                    <a:pt x="471" y="0"/>
                  </a:lnTo>
                  <a:lnTo>
                    <a:pt x="470" y="0"/>
                  </a:lnTo>
                  <a:lnTo>
                    <a:pt x="467" y="0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9" name="Freeform 386"/>
            <p:cNvSpPr/>
            <p:nvPr/>
          </p:nvSpPr>
          <p:spPr bwMode="auto">
            <a:xfrm>
              <a:off x="5697539" y="1277938"/>
              <a:ext cx="190500" cy="130175"/>
            </a:xfrm>
            <a:custGeom>
              <a:avLst/>
              <a:gdLst/>
              <a:ahLst/>
              <a:cxnLst>
                <a:cxn ang="0">
                  <a:pos x="470" y="1"/>
                </a:cxn>
                <a:cxn ang="0">
                  <a:pos x="470" y="1"/>
                </a:cxn>
                <a:cxn ang="0">
                  <a:pos x="439" y="23"/>
                </a:cxn>
                <a:cxn ang="0">
                  <a:pos x="408" y="46"/>
                </a:cxn>
                <a:cxn ang="0">
                  <a:pos x="344" y="89"/>
                </a:cxn>
                <a:cxn ang="0">
                  <a:pos x="280" y="131"/>
                </a:cxn>
                <a:cxn ang="0">
                  <a:pos x="248" y="153"/>
                </a:cxn>
                <a:cxn ang="0">
                  <a:pos x="218" y="176"/>
                </a:cxn>
                <a:cxn ang="0">
                  <a:pos x="218" y="176"/>
                </a:cxn>
                <a:cxn ang="0">
                  <a:pos x="184" y="204"/>
                </a:cxn>
                <a:cxn ang="0">
                  <a:pos x="148" y="229"/>
                </a:cxn>
                <a:cxn ang="0">
                  <a:pos x="111" y="252"/>
                </a:cxn>
                <a:cxn ang="0">
                  <a:pos x="73" y="273"/>
                </a:cxn>
                <a:cxn ang="0">
                  <a:pos x="73" y="273"/>
                </a:cxn>
                <a:cxn ang="0">
                  <a:pos x="59" y="281"/>
                </a:cxn>
                <a:cxn ang="0">
                  <a:pos x="46" y="290"/>
                </a:cxn>
                <a:cxn ang="0">
                  <a:pos x="33" y="299"/>
                </a:cxn>
                <a:cxn ang="0">
                  <a:pos x="18" y="306"/>
                </a:cxn>
                <a:cxn ang="0">
                  <a:pos x="18" y="306"/>
                </a:cxn>
                <a:cxn ang="0">
                  <a:pos x="12" y="310"/>
                </a:cxn>
                <a:cxn ang="0">
                  <a:pos x="6" y="312"/>
                </a:cxn>
                <a:cxn ang="0">
                  <a:pos x="3" y="316"/>
                </a:cxn>
                <a:cxn ang="0">
                  <a:pos x="0" y="323"/>
                </a:cxn>
                <a:cxn ang="0">
                  <a:pos x="0" y="323"/>
                </a:cxn>
                <a:cxn ang="0">
                  <a:pos x="0" y="325"/>
                </a:cxn>
                <a:cxn ang="0">
                  <a:pos x="1" y="328"/>
                </a:cxn>
                <a:cxn ang="0">
                  <a:pos x="4" y="329"/>
                </a:cxn>
                <a:cxn ang="0">
                  <a:pos x="8" y="329"/>
                </a:cxn>
                <a:cxn ang="0">
                  <a:pos x="10" y="328"/>
                </a:cxn>
                <a:cxn ang="0">
                  <a:pos x="10" y="327"/>
                </a:cxn>
                <a:cxn ang="0">
                  <a:pos x="10" y="327"/>
                </a:cxn>
                <a:cxn ang="0">
                  <a:pos x="13" y="323"/>
                </a:cxn>
                <a:cxn ang="0">
                  <a:pos x="18" y="319"/>
                </a:cxn>
                <a:cxn ang="0">
                  <a:pos x="31" y="311"/>
                </a:cxn>
                <a:cxn ang="0">
                  <a:pos x="54" y="298"/>
                </a:cxn>
                <a:cxn ang="0">
                  <a:pos x="54" y="298"/>
                </a:cxn>
                <a:cxn ang="0">
                  <a:pos x="85" y="280"/>
                </a:cxn>
                <a:cxn ang="0">
                  <a:pos x="116" y="261"/>
                </a:cxn>
                <a:cxn ang="0">
                  <a:pos x="116" y="261"/>
                </a:cxn>
                <a:cxn ang="0">
                  <a:pos x="148" y="242"/>
                </a:cxn>
                <a:cxn ang="0">
                  <a:pos x="178" y="222"/>
                </a:cxn>
                <a:cxn ang="0">
                  <a:pos x="207" y="200"/>
                </a:cxn>
                <a:cxn ang="0">
                  <a:pos x="235" y="178"/>
                </a:cxn>
                <a:cxn ang="0">
                  <a:pos x="235" y="178"/>
                </a:cxn>
                <a:cxn ang="0">
                  <a:pos x="264" y="155"/>
                </a:cxn>
                <a:cxn ang="0">
                  <a:pos x="294" y="134"/>
                </a:cxn>
                <a:cxn ang="0">
                  <a:pos x="356" y="93"/>
                </a:cxn>
                <a:cxn ang="0">
                  <a:pos x="417" y="52"/>
                </a:cxn>
                <a:cxn ang="0">
                  <a:pos x="449" y="31"/>
                </a:cxn>
                <a:cxn ang="0">
                  <a:pos x="477" y="9"/>
                </a:cxn>
                <a:cxn ang="0">
                  <a:pos x="477" y="9"/>
                </a:cxn>
                <a:cxn ang="0">
                  <a:pos x="479" y="8"/>
                </a:cxn>
                <a:cxn ang="0">
                  <a:pos x="480" y="5"/>
                </a:cxn>
                <a:cxn ang="0">
                  <a:pos x="479" y="4"/>
                </a:cxn>
                <a:cxn ang="0">
                  <a:pos x="477" y="1"/>
                </a:cxn>
                <a:cxn ang="0">
                  <a:pos x="475" y="0"/>
                </a:cxn>
                <a:cxn ang="0">
                  <a:pos x="472" y="0"/>
                </a:cxn>
                <a:cxn ang="0">
                  <a:pos x="470" y="1"/>
                </a:cxn>
                <a:cxn ang="0">
                  <a:pos x="470" y="1"/>
                </a:cxn>
              </a:cxnLst>
              <a:rect l="0" t="0" r="r" b="b"/>
              <a:pathLst>
                <a:path w="480" h="329">
                  <a:moveTo>
                    <a:pt x="470" y="1"/>
                  </a:moveTo>
                  <a:lnTo>
                    <a:pt x="470" y="1"/>
                  </a:lnTo>
                  <a:lnTo>
                    <a:pt x="439" y="23"/>
                  </a:lnTo>
                  <a:lnTo>
                    <a:pt x="408" y="46"/>
                  </a:lnTo>
                  <a:lnTo>
                    <a:pt x="344" y="89"/>
                  </a:lnTo>
                  <a:lnTo>
                    <a:pt x="280" y="131"/>
                  </a:lnTo>
                  <a:lnTo>
                    <a:pt x="248" y="153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184" y="204"/>
                  </a:lnTo>
                  <a:lnTo>
                    <a:pt x="148" y="229"/>
                  </a:lnTo>
                  <a:lnTo>
                    <a:pt x="111" y="252"/>
                  </a:lnTo>
                  <a:lnTo>
                    <a:pt x="73" y="273"/>
                  </a:lnTo>
                  <a:lnTo>
                    <a:pt x="73" y="273"/>
                  </a:lnTo>
                  <a:lnTo>
                    <a:pt x="59" y="281"/>
                  </a:lnTo>
                  <a:lnTo>
                    <a:pt x="46" y="290"/>
                  </a:lnTo>
                  <a:lnTo>
                    <a:pt x="33" y="299"/>
                  </a:lnTo>
                  <a:lnTo>
                    <a:pt x="18" y="306"/>
                  </a:lnTo>
                  <a:lnTo>
                    <a:pt x="18" y="306"/>
                  </a:lnTo>
                  <a:lnTo>
                    <a:pt x="12" y="310"/>
                  </a:lnTo>
                  <a:lnTo>
                    <a:pt x="6" y="312"/>
                  </a:lnTo>
                  <a:lnTo>
                    <a:pt x="3" y="316"/>
                  </a:lnTo>
                  <a:lnTo>
                    <a:pt x="0" y="323"/>
                  </a:lnTo>
                  <a:lnTo>
                    <a:pt x="0" y="323"/>
                  </a:lnTo>
                  <a:lnTo>
                    <a:pt x="0" y="325"/>
                  </a:lnTo>
                  <a:lnTo>
                    <a:pt x="1" y="328"/>
                  </a:lnTo>
                  <a:lnTo>
                    <a:pt x="4" y="329"/>
                  </a:lnTo>
                  <a:lnTo>
                    <a:pt x="8" y="329"/>
                  </a:lnTo>
                  <a:lnTo>
                    <a:pt x="10" y="328"/>
                  </a:lnTo>
                  <a:lnTo>
                    <a:pt x="10" y="327"/>
                  </a:lnTo>
                  <a:lnTo>
                    <a:pt x="10" y="327"/>
                  </a:lnTo>
                  <a:lnTo>
                    <a:pt x="13" y="323"/>
                  </a:lnTo>
                  <a:lnTo>
                    <a:pt x="18" y="319"/>
                  </a:lnTo>
                  <a:lnTo>
                    <a:pt x="31" y="311"/>
                  </a:lnTo>
                  <a:lnTo>
                    <a:pt x="54" y="298"/>
                  </a:lnTo>
                  <a:lnTo>
                    <a:pt x="54" y="298"/>
                  </a:lnTo>
                  <a:lnTo>
                    <a:pt x="85" y="280"/>
                  </a:lnTo>
                  <a:lnTo>
                    <a:pt x="116" y="261"/>
                  </a:lnTo>
                  <a:lnTo>
                    <a:pt x="116" y="261"/>
                  </a:lnTo>
                  <a:lnTo>
                    <a:pt x="148" y="242"/>
                  </a:lnTo>
                  <a:lnTo>
                    <a:pt x="178" y="222"/>
                  </a:lnTo>
                  <a:lnTo>
                    <a:pt x="207" y="200"/>
                  </a:lnTo>
                  <a:lnTo>
                    <a:pt x="235" y="178"/>
                  </a:lnTo>
                  <a:lnTo>
                    <a:pt x="235" y="178"/>
                  </a:lnTo>
                  <a:lnTo>
                    <a:pt x="264" y="155"/>
                  </a:lnTo>
                  <a:lnTo>
                    <a:pt x="294" y="134"/>
                  </a:lnTo>
                  <a:lnTo>
                    <a:pt x="356" y="93"/>
                  </a:lnTo>
                  <a:lnTo>
                    <a:pt x="417" y="52"/>
                  </a:lnTo>
                  <a:lnTo>
                    <a:pt x="449" y="31"/>
                  </a:lnTo>
                  <a:lnTo>
                    <a:pt x="477" y="9"/>
                  </a:lnTo>
                  <a:lnTo>
                    <a:pt x="477" y="9"/>
                  </a:lnTo>
                  <a:lnTo>
                    <a:pt x="479" y="8"/>
                  </a:lnTo>
                  <a:lnTo>
                    <a:pt x="480" y="5"/>
                  </a:lnTo>
                  <a:lnTo>
                    <a:pt x="479" y="4"/>
                  </a:lnTo>
                  <a:lnTo>
                    <a:pt x="477" y="1"/>
                  </a:lnTo>
                  <a:lnTo>
                    <a:pt x="475" y="0"/>
                  </a:lnTo>
                  <a:lnTo>
                    <a:pt x="472" y="0"/>
                  </a:lnTo>
                  <a:lnTo>
                    <a:pt x="470" y="1"/>
                  </a:lnTo>
                  <a:lnTo>
                    <a:pt x="470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0" name="Freeform 387"/>
            <p:cNvSpPr/>
            <p:nvPr/>
          </p:nvSpPr>
          <p:spPr bwMode="auto">
            <a:xfrm>
              <a:off x="5686426" y="1303338"/>
              <a:ext cx="265113" cy="166688"/>
            </a:xfrm>
            <a:custGeom>
              <a:avLst/>
              <a:gdLst/>
              <a:ahLst/>
              <a:cxnLst>
                <a:cxn ang="0">
                  <a:pos x="657" y="6"/>
                </a:cxn>
                <a:cxn ang="0">
                  <a:pos x="650" y="9"/>
                </a:cxn>
                <a:cxn ang="0">
                  <a:pos x="631" y="19"/>
                </a:cxn>
                <a:cxn ang="0">
                  <a:pos x="604" y="34"/>
                </a:cxn>
                <a:cxn ang="0">
                  <a:pos x="595" y="37"/>
                </a:cxn>
                <a:cxn ang="0">
                  <a:pos x="581" y="51"/>
                </a:cxn>
                <a:cxn ang="0">
                  <a:pos x="573" y="57"/>
                </a:cxn>
                <a:cxn ang="0">
                  <a:pos x="526" y="90"/>
                </a:cxn>
                <a:cxn ang="0">
                  <a:pos x="437" y="146"/>
                </a:cxn>
                <a:cxn ang="0">
                  <a:pos x="345" y="200"/>
                </a:cxn>
                <a:cxn ang="0">
                  <a:pos x="243" y="260"/>
                </a:cxn>
                <a:cxn ang="0">
                  <a:pos x="140" y="320"/>
                </a:cxn>
                <a:cxn ang="0">
                  <a:pos x="97" y="347"/>
                </a:cxn>
                <a:cxn ang="0">
                  <a:pos x="86" y="354"/>
                </a:cxn>
                <a:cxn ang="0">
                  <a:pos x="51" y="371"/>
                </a:cxn>
                <a:cxn ang="0">
                  <a:pos x="37" y="379"/>
                </a:cxn>
                <a:cxn ang="0">
                  <a:pos x="11" y="400"/>
                </a:cxn>
                <a:cxn ang="0">
                  <a:pos x="1" y="413"/>
                </a:cxn>
                <a:cxn ang="0">
                  <a:pos x="0" y="415"/>
                </a:cxn>
                <a:cxn ang="0">
                  <a:pos x="3" y="421"/>
                </a:cxn>
                <a:cxn ang="0">
                  <a:pos x="9" y="421"/>
                </a:cxn>
                <a:cxn ang="0">
                  <a:pos x="11" y="418"/>
                </a:cxn>
                <a:cxn ang="0">
                  <a:pos x="24" y="404"/>
                </a:cxn>
                <a:cxn ang="0">
                  <a:pos x="39" y="392"/>
                </a:cxn>
                <a:cxn ang="0">
                  <a:pos x="73" y="372"/>
                </a:cxn>
                <a:cxn ang="0">
                  <a:pos x="94" y="362"/>
                </a:cxn>
                <a:cxn ang="0">
                  <a:pos x="135" y="336"/>
                </a:cxn>
                <a:cxn ang="0">
                  <a:pos x="156" y="324"/>
                </a:cxn>
                <a:cxn ang="0">
                  <a:pos x="352" y="209"/>
                </a:cxn>
                <a:cxn ang="0">
                  <a:pos x="517" y="109"/>
                </a:cxn>
                <a:cxn ang="0">
                  <a:pos x="536" y="96"/>
                </a:cxn>
                <a:cxn ang="0">
                  <a:pos x="594" y="56"/>
                </a:cxn>
                <a:cxn ang="0">
                  <a:pos x="610" y="44"/>
                </a:cxn>
                <a:cxn ang="0">
                  <a:pos x="636" y="27"/>
                </a:cxn>
                <a:cxn ang="0">
                  <a:pos x="654" y="18"/>
                </a:cxn>
                <a:cxn ang="0">
                  <a:pos x="662" y="17"/>
                </a:cxn>
                <a:cxn ang="0">
                  <a:pos x="667" y="13"/>
                </a:cxn>
                <a:cxn ang="0">
                  <a:pos x="669" y="5"/>
                </a:cxn>
                <a:cxn ang="0">
                  <a:pos x="667" y="2"/>
                </a:cxn>
                <a:cxn ang="0">
                  <a:pos x="662" y="0"/>
                </a:cxn>
                <a:cxn ang="0">
                  <a:pos x="657" y="2"/>
                </a:cxn>
                <a:cxn ang="0">
                  <a:pos x="657" y="5"/>
                </a:cxn>
              </a:cxnLst>
              <a:rect l="0" t="0" r="r" b="b"/>
              <a:pathLst>
                <a:path w="669" h="421">
                  <a:moveTo>
                    <a:pt x="657" y="5"/>
                  </a:moveTo>
                  <a:lnTo>
                    <a:pt x="657" y="6"/>
                  </a:lnTo>
                  <a:lnTo>
                    <a:pt x="657" y="6"/>
                  </a:lnTo>
                  <a:lnTo>
                    <a:pt x="650" y="9"/>
                  </a:lnTo>
                  <a:lnTo>
                    <a:pt x="642" y="11"/>
                  </a:lnTo>
                  <a:lnTo>
                    <a:pt x="631" y="19"/>
                  </a:lnTo>
                  <a:lnTo>
                    <a:pt x="618" y="27"/>
                  </a:lnTo>
                  <a:lnTo>
                    <a:pt x="604" y="34"/>
                  </a:lnTo>
                  <a:lnTo>
                    <a:pt x="604" y="34"/>
                  </a:lnTo>
                  <a:lnTo>
                    <a:pt x="595" y="37"/>
                  </a:lnTo>
                  <a:lnTo>
                    <a:pt x="589" y="44"/>
                  </a:lnTo>
                  <a:lnTo>
                    <a:pt x="581" y="51"/>
                  </a:lnTo>
                  <a:lnTo>
                    <a:pt x="573" y="57"/>
                  </a:lnTo>
                  <a:lnTo>
                    <a:pt x="573" y="57"/>
                  </a:lnTo>
                  <a:lnTo>
                    <a:pt x="526" y="90"/>
                  </a:lnTo>
                  <a:lnTo>
                    <a:pt x="526" y="90"/>
                  </a:lnTo>
                  <a:lnTo>
                    <a:pt x="482" y="119"/>
                  </a:lnTo>
                  <a:lnTo>
                    <a:pt x="437" y="146"/>
                  </a:lnTo>
                  <a:lnTo>
                    <a:pt x="391" y="172"/>
                  </a:lnTo>
                  <a:lnTo>
                    <a:pt x="345" y="200"/>
                  </a:lnTo>
                  <a:lnTo>
                    <a:pt x="345" y="200"/>
                  </a:lnTo>
                  <a:lnTo>
                    <a:pt x="243" y="260"/>
                  </a:lnTo>
                  <a:lnTo>
                    <a:pt x="140" y="320"/>
                  </a:lnTo>
                  <a:lnTo>
                    <a:pt x="140" y="320"/>
                  </a:lnTo>
                  <a:lnTo>
                    <a:pt x="118" y="333"/>
                  </a:lnTo>
                  <a:lnTo>
                    <a:pt x="97" y="347"/>
                  </a:lnTo>
                  <a:lnTo>
                    <a:pt x="97" y="347"/>
                  </a:lnTo>
                  <a:lnTo>
                    <a:pt x="86" y="354"/>
                  </a:lnTo>
                  <a:lnTo>
                    <a:pt x="75" y="360"/>
                  </a:lnTo>
                  <a:lnTo>
                    <a:pt x="51" y="371"/>
                  </a:lnTo>
                  <a:lnTo>
                    <a:pt x="51" y="371"/>
                  </a:lnTo>
                  <a:lnTo>
                    <a:pt x="37" y="379"/>
                  </a:lnTo>
                  <a:lnTo>
                    <a:pt x="24" y="389"/>
                  </a:lnTo>
                  <a:lnTo>
                    <a:pt x="11" y="400"/>
                  </a:lnTo>
                  <a:lnTo>
                    <a:pt x="5" y="406"/>
                  </a:lnTo>
                  <a:lnTo>
                    <a:pt x="1" y="413"/>
                  </a:lnTo>
                  <a:lnTo>
                    <a:pt x="1" y="413"/>
                  </a:lnTo>
                  <a:lnTo>
                    <a:pt x="0" y="415"/>
                  </a:lnTo>
                  <a:lnTo>
                    <a:pt x="0" y="417"/>
                  </a:lnTo>
                  <a:lnTo>
                    <a:pt x="3" y="421"/>
                  </a:lnTo>
                  <a:lnTo>
                    <a:pt x="7" y="421"/>
                  </a:lnTo>
                  <a:lnTo>
                    <a:pt x="9" y="421"/>
                  </a:lnTo>
                  <a:lnTo>
                    <a:pt x="11" y="418"/>
                  </a:lnTo>
                  <a:lnTo>
                    <a:pt x="11" y="418"/>
                  </a:lnTo>
                  <a:lnTo>
                    <a:pt x="17" y="410"/>
                  </a:lnTo>
                  <a:lnTo>
                    <a:pt x="24" y="404"/>
                  </a:lnTo>
                  <a:lnTo>
                    <a:pt x="32" y="397"/>
                  </a:lnTo>
                  <a:lnTo>
                    <a:pt x="39" y="392"/>
                  </a:lnTo>
                  <a:lnTo>
                    <a:pt x="56" y="381"/>
                  </a:lnTo>
                  <a:lnTo>
                    <a:pt x="73" y="372"/>
                  </a:lnTo>
                  <a:lnTo>
                    <a:pt x="73" y="372"/>
                  </a:lnTo>
                  <a:lnTo>
                    <a:pt x="94" y="362"/>
                  </a:lnTo>
                  <a:lnTo>
                    <a:pt x="115" y="349"/>
                  </a:lnTo>
                  <a:lnTo>
                    <a:pt x="135" y="336"/>
                  </a:lnTo>
                  <a:lnTo>
                    <a:pt x="156" y="324"/>
                  </a:lnTo>
                  <a:lnTo>
                    <a:pt x="156" y="324"/>
                  </a:lnTo>
                  <a:lnTo>
                    <a:pt x="352" y="209"/>
                  </a:lnTo>
                  <a:lnTo>
                    <a:pt x="352" y="209"/>
                  </a:lnTo>
                  <a:lnTo>
                    <a:pt x="434" y="159"/>
                  </a:lnTo>
                  <a:lnTo>
                    <a:pt x="517" y="109"/>
                  </a:lnTo>
                  <a:lnTo>
                    <a:pt x="517" y="109"/>
                  </a:lnTo>
                  <a:lnTo>
                    <a:pt x="536" y="96"/>
                  </a:lnTo>
                  <a:lnTo>
                    <a:pt x="556" y="83"/>
                  </a:lnTo>
                  <a:lnTo>
                    <a:pt x="594" y="56"/>
                  </a:lnTo>
                  <a:lnTo>
                    <a:pt x="594" y="56"/>
                  </a:lnTo>
                  <a:lnTo>
                    <a:pt x="610" y="44"/>
                  </a:lnTo>
                  <a:lnTo>
                    <a:pt x="627" y="32"/>
                  </a:lnTo>
                  <a:lnTo>
                    <a:pt x="636" y="27"/>
                  </a:lnTo>
                  <a:lnTo>
                    <a:pt x="645" y="22"/>
                  </a:lnTo>
                  <a:lnTo>
                    <a:pt x="654" y="18"/>
                  </a:lnTo>
                  <a:lnTo>
                    <a:pt x="662" y="17"/>
                  </a:lnTo>
                  <a:lnTo>
                    <a:pt x="662" y="17"/>
                  </a:lnTo>
                  <a:lnTo>
                    <a:pt x="666" y="14"/>
                  </a:lnTo>
                  <a:lnTo>
                    <a:pt x="667" y="13"/>
                  </a:lnTo>
                  <a:lnTo>
                    <a:pt x="669" y="10"/>
                  </a:lnTo>
                  <a:lnTo>
                    <a:pt x="669" y="5"/>
                  </a:lnTo>
                  <a:lnTo>
                    <a:pt x="669" y="5"/>
                  </a:lnTo>
                  <a:lnTo>
                    <a:pt x="667" y="2"/>
                  </a:lnTo>
                  <a:lnTo>
                    <a:pt x="666" y="1"/>
                  </a:lnTo>
                  <a:lnTo>
                    <a:pt x="662" y="0"/>
                  </a:lnTo>
                  <a:lnTo>
                    <a:pt x="658" y="1"/>
                  </a:lnTo>
                  <a:lnTo>
                    <a:pt x="657" y="2"/>
                  </a:lnTo>
                  <a:lnTo>
                    <a:pt x="657" y="5"/>
                  </a:lnTo>
                  <a:lnTo>
                    <a:pt x="657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1" name="Freeform 388"/>
            <p:cNvSpPr/>
            <p:nvPr/>
          </p:nvSpPr>
          <p:spPr bwMode="auto">
            <a:xfrm>
              <a:off x="5648326" y="1501776"/>
              <a:ext cx="149225" cy="60325"/>
            </a:xfrm>
            <a:custGeom>
              <a:avLst/>
              <a:gdLst/>
              <a:ahLst/>
              <a:cxnLst>
                <a:cxn ang="0">
                  <a:pos x="372" y="0"/>
                </a:cxn>
                <a:cxn ang="0">
                  <a:pos x="372" y="0"/>
                </a:cxn>
                <a:cxn ang="0">
                  <a:pos x="361" y="1"/>
                </a:cxn>
                <a:cxn ang="0">
                  <a:pos x="352" y="4"/>
                </a:cxn>
                <a:cxn ang="0">
                  <a:pos x="334" y="10"/>
                </a:cxn>
                <a:cxn ang="0">
                  <a:pos x="297" y="26"/>
                </a:cxn>
                <a:cxn ang="0">
                  <a:pos x="297" y="26"/>
                </a:cxn>
                <a:cxn ang="0">
                  <a:pos x="271" y="36"/>
                </a:cxn>
                <a:cxn ang="0">
                  <a:pos x="244" y="45"/>
                </a:cxn>
                <a:cxn ang="0">
                  <a:pos x="218" y="55"/>
                </a:cxn>
                <a:cxn ang="0">
                  <a:pos x="191" y="64"/>
                </a:cxn>
                <a:cxn ang="0">
                  <a:pos x="191" y="64"/>
                </a:cxn>
                <a:cxn ang="0">
                  <a:pos x="102" y="99"/>
                </a:cxn>
                <a:cxn ang="0">
                  <a:pos x="58" y="117"/>
                </a:cxn>
                <a:cxn ang="0">
                  <a:pos x="15" y="137"/>
                </a:cxn>
                <a:cxn ang="0">
                  <a:pos x="15" y="137"/>
                </a:cxn>
                <a:cxn ang="0">
                  <a:pos x="11" y="136"/>
                </a:cxn>
                <a:cxn ang="0">
                  <a:pos x="10" y="137"/>
                </a:cxn>
                <a:cxn ang="0">
                  <a:pos x="8" y="138"/>
                </a:cxn>
                <a:cxn ang="0">
                  <a:pos x="2" y="144"/>
                </a:cxn>
                <a:cxn ang="0">
                  <a:pos x="2" y="144"/>
                </a:cxn>
                <a:cxn ang="0">
                  <a:pos x="0" y="145"/>
                </a:cxn>
                <a:cxn ang="0">
                  <a:pos x="0" y="147"/>
                </a:cxn>
                <a:cxn ang="0">
                  <a:pos x="2" y="151"/>
                </a:cxn>
                <a:cxn ang="0">
                  <a:pos x="4" y="153"/>
                </a:cxn>
                <a:cxn ang="0">
                  <a:pos x="7" y="153"/>
                </a:cxn>
                <a:cxn ang="0">
                  <a:pos x="8" y="153"/>
                </a:cxn>
                <a:cxn ang="0">
                  <a:pos x="8" y="153"/>
                </a:cxn>
                <a:cxn ang="0">
                  <a:pos x="54" y="132"/>
                </a:cxn>
                <a:cxn ang="0">
                  <a:pos x="101" y="112"/>
                </a:cxn>
                <a:cxn ang="0">
                  <a:pos x="194" y="76"/>
                </a:cxn>
                <a:cxn ang="0">
                  <a:pos x="194" y="76"/>
                </a:cxn>
                <a:cxn ang="0">
                  <a:pos x="215" y="66"/>
                </a:cxn>
                <a:cxn ang="0">
                  <a:pos x="237" y="59"/>
                </a:cxn>
                <a:cxn ang="0">
                  <a:pos x="282" y="44"/>
                </a:cxn>
                <a:cxn ang="0">
                  <a:pos x="282" y="44"/>
                </a:cxn>
                <a:cxn ang="0">
                  <a:pos x="304" y="35"/>
                </a:cxn>
                <a:cxn ang="0">
                  <a:pos x="326" y="25"/>
                </a:cxn>
                <a:cxn ang="0">
                  <a:pos x="348" y="15"/>
                </a:cxn>
                <a:cxn ang="0">
                  <a:pos x="360" y="13"/>
                </a:cxn>
                <a:cxn ang="0">
                  <a:pos x="372" y="10"/>
                </a:cxn>
                <a:cxn ang="0">
                  <a:pos x="372" y="10"/>
                </a:cxn>
                <a:cxn ang="0">
                  <a:pos x="373" y="10"/>
                </a:cxn>
                <a:cxn ang="0">
                  <a:pos x="376" y="9"/>
                </a:cxn>
                <a:cxn ang="0">
                  <a:pos x="377" y="5"/>
                </a:cxn>
                <a:cxn ang="0">
                  <a:pos x="377" y="2"/>
                </a:cxn>
                <a:cxn ang="0">
                  <a:pos x="376" y="1"/>
                </a:cxn>
                <a:cxn ang="0">
                  <a:pos x="373" y="0"/>
                </a:cxn>
                <a:cxn ang="0">
                  <a:pos x="372" y="0"/>
                </a:cxn>
                <a:cxn ang="0">
                  <a:pos x="372" y="0"/>
                </a:cxn>
              </a:cxnLst>
              <a:rect l="0" t="0" r="r" b="b"/>
              <a:pathLst>
                <a:path w="377" h="153">
                  <a:moveTo>
                    <a:pt x="372" y="0"/>
                  </a:moveTo>
                  <a:lnTo>
                    <a:pt x="372" y="0"/>
                  </a:lnTo>
                  <a:lnTo>
                    <a:pt x="361" y="1"/>
                  </a:lnTo>
                  <a:lnTo>
                    <a:pt x="352" y="4"/>
                  </a:lnTo>
                  <a:lnTo>
                    <a:pt x="334" y="10"/>
                  </a:lnTo>
                  <a:lnTo>
                    <a:pt x="297" y="26"/>
                  </a:lnTo>
                  <a:lnTo>
                    <a:pt x="297" y="26"/>
                  </a:lnTo>
                  <a:lnTo>
                    <a:pt x="271" y="36"/>
                  </a:lnTo>
                  <a:lnTo>
                    <a:pt x="244" y="45"/>
                  </a:lnTo>
                  <a:lnTo>
                    <a:pt x="218" y="55"/>
                  </a:lnTo>
                  <a:lnTo>
                    <a:pt x="191" y="64"/>
                  </a:lnTo>
                  <a:lnTo>
                    <a:pt x="191" y="64"/>
                  </a:lnTo>
                  <a:lnTo>
                    <a:pt x="102" y="99"/>
                  </a:lnTo>
                  <a:lnTo>
                    <a:pt x="58" y="117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1" y="136"/>
                  </a:lnTo>
                  <a:lnTo>
                    <a:pt x="10" y="137"/>
                  </a:lnTo>
                  <a:lnTo>
                    <a:pt x="8" y="138"/>
                  </a:lnTo>
                  <a:lnTo>
                    <a:pt x="2" y="144"/>
                  </a:lnTo>
                  <a:lnTo>
                    <a:pt x="2" y="144"/>
                  </a:lnTo>
                  <a:lnTo>
                    <a:pt x="0" y="145"/>
                  </a:lnTo>
                  <a:lnTo>
                    <a:pt x="0" y="147"/>
                  </a:lnTo>
                  <a:lnTo>
                    <a:pt x="2" y="151"/>
                  </a:lnTo>
                  <a:lnTo>
                    <a:pt x="4" y="153"/>
                  </a:lnTo>
                  <a:lnTo>
                    <a:pt x="7" y="153"/>
                  </a:lnTo>
                  <a:lnTo>
                    <a:pt x="8" y="153"/>
                  </a:lnTo>
                  <a:lnTo>
                    <a:pt x="8" y="153"/>
                  </a:lnTo>
                  <a:lnTo>
                    <a:pt x="54" y="132"/>
                  </a:lnTo>
                  <a:lnTo>
                    <a:pt x="101" y="112"/>
                  </a:lnTo>
                  <a:lnTo>
                    <a:pt x="194" y="76"/>
                  </a:lnTo>
                  <a:lnTo>
                    <a:pt x="194" y="76"/>
                  </a:lnTo>
                  <a:lnTo>
                    <a:pt x="215" y="66"/>
                  </a:lnTo>
                  <a:lnTo>
                    <a:pt x="237" y="59"/>
                  </a:lnTo>
                  <a:lnTo>
                    <a:pt x="282" y="44"/>
                  </a:lnTo>
                  <a:lnTo>
                    <a:pt x="282" y="44"/>
                  </a:lnTo>
                  <a:lnTo>
                    <a:pt x="304" y="35"/>
                  </a:lnTo>
                  <a:lnTo>
                    <a:pt x="326" y="25"/>
                  </a:lnTo>
                  <a:lnTo>
                    <a:pt x="348" y="15"/>
                  </a:lnTo>
                  <a:lnTo>
                    <a:pt x="360" y="13"/>
                  </a:lnTo>
                  <a:lnTo>
                    <a:pt x="372" y="10"/>
                  </a:lnTo>
                  <a:lnTo>
                    <a:pt x="372" y="10"/>
                  </a:lnTo>
                  <a:lnTo>
                    <a:pt x="373" y="10"/>
                  </a:lnTo>
                  <a:lnTo>
                    <a:pt x="376" y="9"/>
                  </a:lnTo>
                  <a:lnTo>
                    <a:pt x="377" y="5"/>
                  </a:lnTo>
                  <a:lnTo>
                    <a:pt x="377" y="2"/>
                  </a:lnTo>
                  <a:lnTo>
                    <a:pt x="376" y="1"/>
                  </a:lnTo>
                  <a:lnTo>
                    <a:pt x="373" y="0"/>
                  </a:lnTo>
                  <a:lnTo>
                    <a:pt x="372" y="0"/>
                  </a:lnTo>
                  <a:lnTo>
                    <a:pt x="37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2" name="Freeform 389"/>
            <p:cNvSpPr/>
            <p:nvPr/>
          </p:nvSpPr>
          <p:spPr bwMode="auto">
            <a:xfrm>
              <a:off x="5649914" y="1543051"/>
              <a:ext cx="96838" cy="36513"/>
            </a:xfrm>
            <a:custGeom>
              <a:avLst/>
              <a:gdLst/>
              <a:ahLst/>
              <a:cxnLst>
                <a:cxn ang="0">
                  <a:pos x="238" y="0"/>
                </a:cxn>
                <a:cxn ang="0">
                  <a:pos x="238" y="0"/>
                </a:cxn>
                <a:cxn ang="0">
                  <a:pos x="226" y="4"/>
                </a:cxn>
                <a:cxn ang="0">
                  <a:pos x="214" y="9"/>
                </a:cxn>
                <a:cxn ang="0">
                  <a:pos x="201" y="14"/>
                </a:cxn>
                <a:cxn ang="0">
                  <a:pos x="194" y="15"/>
                </a:cxn>
                <a:cxn ang="0">
                  <a:pos x="188" y="17"/>
                </a:cxn>
                <a:cxn ang="0">
                  <a:pos x="188" y="17"/>
                </a:cxn>
                <a:cxn ang="0">
                  <a:pos x="174" y="19"/>
                </a:cxn>
                <a:cxn ang="0">
                  <a:pos x="158" y="25"/>
                </a:cxn>
                <a:cxn ang="0">
                  <a:pos x="130" y="36"/>
                </a:cxn>
                <a:cxn ang="0">
                  <a:pos x="130" y="36"/>
                </a:cxn>
                <a:cxn ang="0">
                  <a:pos x="115" y="42"/>
                </a:cxn>
                <a:cxn ang="0">
                  <a:pos x="99" y="49"/>
                </a:cxn>
                <a:cxn ang="0">
                  <a:pos x="69" y="62"/>
                </a:cxn>
                <a:cxn ang="0">
                  <a:pos x="53" y="69"/>
                </a:cxn>
                <a:cxn ang="0">
                  <a:pos x="38" y="74"/>
                </a:cxn>
                <a:cxn ang="0">
                  <a:pos x="22" y="78"/>
                </a:cxn>
                <a:cxn ang="0">
                  <a:pos x="6" y="79"/>
                </a:cxn>
                <a:cxn ang="0">
                  <a:pos x="6" y="79"/>
                </a:cxn>
                <a:cxn ang="0">
                  <a:pos x="4" y="81"/>
                </a:cxn>
                <a:cxn ang="0">
                  <a:pos x="1" y="82"/>
                </a:cxn>
                <a:cxn ang="0">
                  <a:pos x="0" y="86"/>
                </a:cxn>
                <a:cxn ang="0">
                  <a:pos x="1" y="90"/>
                </a:cxn>
                <a:cxn ang="0">
                  <a:pos x="4" y="9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21" y="90"/>
                </a:cxn>
                <a:cxn ang="0">
                  <a:pos x="35" y="87"/>
                </a:cxn>
                <a:cxn ang="0">
                  <a:pos x="49" y="82"/>
                </a:cxn>
                <a:cxn ang="0">
                  <a:pos x="64" y="78"/>
                </a:cxn>
                <a:cxn ang="0">
                  <a:pos x="92" y="65"/>
                </a:cxn>
                <a:cxn ang="0">
                  <a:pos x="119" y="53"/>
                </a:cxn>
                <a:cxn ang="0">
                  <a:pos x="119" y="53"/>
                </a:cxn>
                <a:cxn ang="0">
                  <a:pos x="137" y="44"/>
                </a:cxn>
                <a:cxn ang="0">
                  <a:pos x="157" y="38"/>
                </a:cxn>
                <a:cxn ang="0">
                  <a:pos x="176" y="31"/>
                </a:cxn>
                <a:cxn ang="0">
                  <a:pos x="194" y="28"/>
                </a:cxn>
                <a:cxn ang="0">
                  <a:pos x="194" y="28"/>
                </a:cxn>
                <a:cxn ang="0">
                  <a:pos x="201" y="27"/>
                </a:cxn>
                <a:cxn ang="0">
                  <a:pos x="208" y="25"/>
                </a:cxn>
                <a:cxn ang="0">
                  <a:pos x="218" y="21"/>
                </a:cxn>
                <a:cxn ang="0">
                  <a:pos x="230" y="15"/>
                </a:cxn>
                <a:cxn ang="0">
                  <a:pos x="242" y="11"/>
                </a:cxn>
                <a:cxn ang="0">
                  <a:pos x="242" y="11"/>
                </a:cxn>
                <a:cxn ang="0">
                  <a:pos x="243" y="10"/>
                </a:cxn>
                <a:cxn ang="0">
                  <a:pos x="244" y="9"/>
                </a:cxn>
                <a:cxn ang="0">
                  <a:pos x="246" y="6"/>
                </a:cxn>
                <a:cxn ang="0">
                  <a:pos x="246" y="5"/>
                </a:cxn>
                <a:cxn ang="0">
                  <a:pos x="243" y="1"/>
                </a:cxn>
                <a:cxn ang="0">
                  <a:pos x="240" y="0"/>
                </a:cxn>
                <a:cxn ang="0">
                  <a:pos x="238" y="0"/>
                </a:cxn>
                <a:cxn ang="0">
                  <a:pos x="238" y="0"/>
                </a:cxn>
              </a:cxnLst>
              <a:rect l="0" t="0" r="r" b="b"/>
              <a:pathLst>
                <a:path w="246" h="91">
                  <a:moveTo>
                    <a:pt x="238" y="0"/>
                  </a:moveTo>
                  <a:lnTo>
                    <a:pt x="238" y="0"/>
                  </a:lnTo>
                  <a:lnTo>
                    <a:pt x="226" y="4"/>
                  </a:lnTo>
                  <a:lnTo>
                    <a:pt x="214" y="9"/>
                  </a:lnTo>
                  <a:lnTo>
                    <a:pt x="201" y="14"/>
                  </a:lnTo>
                  <a:lnTo>
                    <a:pt x="194" y="15"/>
                  </a:lnTo>
                  <a:lnTo>
                    <a:pt x="188" y="17"/>
                  </a:lnTo>
                  <a:lnTo>
                    <a:pt x="188" y="17"/>
                  </a:lnTo>
                  <a:lnTo>
                    <a:pt x="174" y="19"/>
                  </a:lnTo>
                  <a:lnTo>
                    <a:pt x="158" y="25"/>
                  </a:lnTo>
                  <a:lnTo>
                    <a:pt x="130" y="36"/>
                  </a:lnTo>
                  <a:lnTo>
                    <a:pt x="130" y="36"/>
                  </a:lnTo>
                  <a:lnTo>
                    <a:pt x="115" y="42"/>
                  </a:lnTo>
                  <a:lnTo>
                    <a:pt x="99" y="49"/>
                  </a:lnTo>
                  <a:lnTo>
                    <a:pt x="69" y="62"/>
                  </a:lnTo>
                  <a:lnTo>
                    <a:pt x="53" y="69"/>
                  </a:lnTo>
                  <a:lnTo>
                    <a:pt x="38" y="74"/>
                  </a:lnTo>
                  <a:lnTo>
                    <a:pt x="22" y="78"/>
                  </a:lnTo>
                  <a:lnTo>
                    <a:pt x="6" y="79"/>
                  </a:lnTo>
                  <a:lnTo>
                    <a:pt x="6" y="79"/>
                  </a:lnTo>
                  <a:lnTo>
                    <a:pt x="4" y="81"/>
                  </a:lnTo>
                  <a:lnTo>
                    <a:pt x="1" y="82"/>
                  </a:lnTo>
                  <a:lnTo>
                    <a:pt x="0" y="86"/>
                  </a:lnTo>
                  <a:lnTo>
                    <a:pt x="1" y="90"/>
                  </a:lnTo>
                  <a:lnTo>
                    <a:pt x="4" y="9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21" y="90"/>
                  </a:lnTo>
                  <a:lnTo>
                    <a:pt x="35" y="87"/>
                  </a:lnTo>
                  <a:lnTo>
                    <a:pt x="49" y="82"/>
                  </a:lnTo>
                  <a:lnTo>
                    <a:pt x="64" y="78"/>
                  </a:lnTo>
                  <a:lnTo>
                    <a:pt x="92" y="65"/>
                  </a:lnTo>
                  <a:lnTo>
                    <a:pt x="119" y="53"/>
                  </a:lnTo>
                  <a:lnTo>
                    <a:pt x="119" y="53"/>
                  </a:lnTo>
                  <a:lnTo>
                    <a:pt x="137" y="44"/>
                  </a:lnTo>
                  <a:lnTo>
                    <a:pt x="157" y="38"/>
                  </a:lnTo>
                  <a:lnTo>
                    <a:pt x="176" y="31"/>
                  </a:lnTo>
                  <a:lnTo>
                    <a:pt x="194" y="28"/>
                  </a:lnTo>
                  <a:lnTo>
                    <a:pt x="194" y="28"/>
                  </a:lnTo>
                  <a:lnTo>
                    <a:pt x="201" y="27"/>
                  </a:lnTo>
                  <a:lnTo>
                    <a:pt x="208" y="25"/>
                  </a:lnTo>
                  <a:lnTo>
                    <a:pt x="218" y="21"/>
                  </a:lnTo>
                  <a:lnTo>
                    <a:pt x="230" y="15"/>
                  </a:lnTo>
                  <a:lnTo>
                    <a:pt x="242" y="11"/>
                  </a:lnTo>
                  <a:lnTo>
                    <a:pt x="242" y="11"/>
                  </a:lnTo>
                  <a:lnTo>
                    <a:pt x="243" y="10"/>
                  </a:lnTo>
                  <a:lnTo>
                    <a:pt x="244" y="9"/>
                  </a:lnTo>
                  <a:lnTo>
                    <a:pt x="246" y="6"/>
                  </a:lnTo>
                  <a:lnTo>
                    <a:pt x="246" y="5"/>
                  </a:lnTo>
                  <a:lnTo>
                    <a:pt x="243" y="1"/>
                  </a:lnTo>
                  <a:lnTo>
                    <a:pt x="240" y="0"/>
                  </a:lnTo>
                  <a:lnTo>
                    <a:pt x="238" y="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3" name="Freeform 390"/>
            <p:cNvSpPr/>
            <p:nvPr/>
          </p:nvSpPr>
          <p:spPr bwMode="auto">
            <a:xfrm>
              <a:off x="5273676" y="1162051"/>
              <a:ext cx="122238" cy="95250"/>
            </a:xfrm>
            <a:custGeom>
              <a:avLst/>
              <a:gdLst/>
              <a:ahLst/>
              <a:cxnLst>
                <a:cxn ang="0">
                  <a:pos x="298" y="1"/>
                </a:cxn>
                <a:cxn ang="0">
                  <a:pos x="298" y="1"/>
                </a:cxn>
                <a:cxn ang="0">
                  <a:pos x="277" y="21"/>
                </a:cxn>
                <a:cxn ang="0">
                  <a:pos x="256" y="39"/>
                </a:cxn>
                <a:cxn ang="0">
                  <a:pos x="234" y="56"/>
                </a:cxn>
                <a:cxn ang="0">
                  <a:pos x="210" y="72"/>
                </a:cxn>
                <a:cxn ang="0">
                  <a:pos x="163" y="103"/>
                </a:cxn>
                <a:cxn ang="0">
                  <a:pos x="116" y="136"/>
                </a:cxn>
                <a:cxn ang="0">
                  <a:pos x="116" y="136"/>
                </a:cxn>
                <a:cxn ang="0">
                  <a:pos x="96" y="152"/>
                </a:cxn>
                <a:cxn ang="0">
                  <a:pos x="77" y="167"/>
                </a:cxn>
                <a:cxn ang="0">
                  <a:pos x="56" y="183"/>
                </a:cxn>
                <a:cxn ang="0">
                  <a:pos x="35" y="198"/>
                </a:cxn>
                <a:cxn ang="0">
                  <a:pos x="35" y="198"/>
                </a:cxn>
                <a:cxn ang="0">
                  <a:pos x="24" y="204"/>
                </a:cxn>
                <a:cxn ang="0">
                  <a:pos x="14" y="212"/>
                </a:cxn>
                <a:cxn ang="0">
                  <a:pos x="6" y="221"/>
                </a:cxn>
                <a:cxn ang="0">
                  <a:pos x="2" y="226"/>
                </a:cxn>
                <a:cxn ang="0">
                  <a:pos x="0" y="233"/>
                </a:cxn>
                <a:cxn ang="0">
                  <a:pos x="0" y="233"/>
                </a:cxn>
                <a:cxn ang="0">
                  <a:pos x="0" y="235"/>
                </a:cxn>
                <a:cxn ang="0">
                  <a:pos x="0" y="237"/>
                </a:cxn>
                <a:cxn ang="0">
                  <a:pos x="1" y="238"/>
                </a:cxn>
                <a:cxn ang="0">
                  <a:pos x="3" y="239"/>
                </a:cxn>
                <a:cxn ang="0">
                  <a:pos x="7" y="239"/>
                </a:cxn>
                <a:cxn ang="0">
                  <a:pos x="9" y="238"/>
                </a:cxn>
                <a:cxn ang="0">
                  <a:pos x="10" y="235"/>
                </a:cxn>
                <a:cxn ang="0">
                  <a:pos x="10" y="235"/>
                </a:cxn>
                <a:cxn ang="0">
                  <a:pos x="14" y="229"/>
                </a:cxn>
                <a:cxn ang="0">
                  <a:pos x="19" y="222"/>
                </a:cxn>
                <a:cxn ang="0">
                  <a:pos x="26" y="216"/>
                </a:cxn>
                <a:cxn ang="0">
                  <a:pos x="34" y="211"/>
                </a:cxn>
                <a:cxn ang="0">
                  <a:pos x="49" y="201"/>
                </a:cxn>
                <a:cxn ang="0">
                  <a:pos x="62" y="194"/>
                </a:cxn>
                <a:cxn ang="0">
                  <a:pos x="62" y="194"/>
                </a:cxn>
                <a:cxn ang="0">
                  <a:pos x="83" y="178"/>
                </a:cxn>
                <a:cxn ang="0">
                  <a:pos x="103" y="161"/>
                </a:cxn>
                <a:cxn ang="0">
                  <a:pos x="124" y="145"/>
                </a:cxn>
                <a:cxn ang="0">
                  <a:pos x="145" y="130"/>
                </a:cxn>
                <a:cxn ang="0">
                  <a:pos x="145" y="130"/>
                </a:cxn>
                <a:cxn ang="0">
                  <a:pos x="187" y="102"/>
                </a:cxn>
                <a:cxn ang="0">
                  <a:pos x="228" y="73"/>
                </a:cxn>
                <a:cxn ang="0">
                  <a:pos x="249" y="59"/>
                </a:cxn>
                <a:cxn ang="0">
                  <a:pos x="269" y="43"/>
                </a:cxn>
                <a:cxn ang="0">
                  <a:pos x="287" y="26"/>
                </a:cxn>
                <a:cxn ang="0">
                  <a:pos x="306" y="9"/>
                </a:cxn>
                <a:cxn ang="0">
                  <a:pos x="306" y="9"/>
                </a:cxn>
                <a:cxn ang="0">
                  <a:pos x="307" y="8"/>
                </a:cxn>
                <a:cxn ang="0">
                  <a:pos x="307" y="5"/>
                </a:cxn>
                <a:cxn ang="0">
                  <a:pos x="306" y="1"/>
                </a:cxn>
                <a:cxn ang="0">
                  <a:pos x="302" y="0"/>
                </a:cxn>
                <a:cxn ang="0">
                  <a:pos x="300" y="0"/>
                </a:cxn>
                <a:cxn ang="0">
                  <a:pos x="298" y="1"/>
                </a:cxn>
                <a:cxn ang="0">
                  <a:pos x="298" y="1"/>
                </a:cxn>
              </a:cxnLst>
              <a:rect l="0" t="0" r="r" b="b"/>
              <a:pathLst>
                <a:path w="307" h="239">
                  <a:moveTo>
                    <a:pt x="298" y="1"/>
                  </a:moveTo>
                  <a:lnTo>
                    <a:pt x="298" y="1"/>
                  </a:lnTo>
                  <a:lnTo>
                    <a:pt x="277" y="21"/>
                  </a:lnTo>
                  <a:lnTo>
                    <a:pt x="256" y="39"/>
                  </a:lnTo>
                  <a:lnTo>
                    <a:pt x="234" y="56"/>
                  </a:lnTo>
                  <a:lnTo>
                    <a:pt x="210" y="72"/>
                  </a:lnTo>
                  <a:lnTo>
                    <a:pt x="163" y="103"/>
                  </a:lnTo>
                  <a:lnTo>
                    <a:pt x="116" y="136"/>
                  </a:lnTo>
                  <a:lnTo>
                    <a:pt x="116" y="136"/>
                  </a:lnTo>
                  <a:lnTo>
                    <a:pt x="96" y="152"/>
                  </a:lnTo>
                  <a:lnTo>
                    <a:pt x="77" y="167"/>
                  </a:lnTo>
                  <a:lnTo>
                    <a:pt x="56" y="183"/>
                  </a:lnTo>
                  <a:lnTo>
                    <a:pt x="35" y="198"/>
                  </a:lnTo>
                  <a:lnTo>
                    <a:pt x="35" y="198"/>
                  </a:lnTo>
                  <a:lnTo>
                    <a:pt x="24" y="204"/>
                  </a:lnTo>
                  <a:lnTo>
                    <a:pt x="14" y="212"/>
                  </a:lnTo>
                  <a:lnTo>
                    <a:pt x="6" y="221"/>
                  </a:lnTo>
                  <a:lnTo>
                    <a:pt x="2" y="226"/>
                  </a:lnTo>
                  <a:lnTo>
                    <a:pt x="0" y="233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38"/>
                  </a:lnTo>
                  <a:lnTo>
                    <a:pt x="3" y="239"/>
                  </a:lnTo>
                  <a:lnTo>
                    <a:pt x="7" y="239"/>
                  </a:lnTo>
                  <a:lnTo>
                    <a:pt x="9" y="238"/>
                  </a:lnTo>
                  <a:lnTo>
                    <a:pt x="10" y="235"/>
                  </a:lnTo>
                  <a:lnTo>
                    <a:pt x="10" y="235"/>
                  </a:lnTo>
                  <a:lnTo>
                    <a:pt x="14" y="229"/>
                  </a:lnTo>
                  <a:lnTo>
                    <a:pt x="19" y="222"/>
                  </a:lnTo>
                  <a:lnTo>
                    <a:pt x="26" y="216"/>
                  </a:lnTo>
                  <a:lnTo>
                    <a:pt x="34" y="211"/>
                  </a:lnTo>
                  <a:lnTo>
                    <a:pt x="49" y="201"/>
                  </a:lnTo>
                  <a:lnTo>
                    <a:pt x="62" y="194"/>
                  </a:lnTo>
                  <a:lnTo>
                    <a:pt x="62" y="194"/>
                  </a:lnTo>
                  <a:lnTo>
                    <a:pt x="83" y="178"/>
                  </a:lnTo>
                  <a:lnTo>
                    <a:pt x="103" y="161"/>
                  </a:lnTo>
                  <a:lnTo>
                    <a:pt x="124" y="145"/>
                  </a:lnTo>
                  <a:lnTo>
                    <a:pt x="145" y="130"/>
                  </a:lnTo>
                  <a:lnTo>
                    <a:pt x="145" y="130"/>
                  </a:lnTo>
                  <a:lnTo>
                    <a:pt x="187" y="102"/>
                  </a:lnTo>
                  <a:lnTo>
                    <a:pt x="228" y="73"/>
                  </a:lnTo>
                  <a:lnTo>
                    <a:pt x="249" y="59"/>
                  </a:lnTo>
                  <a:lnTo>
                    <a:pt x="269" y="43"/>
                  </a:lnTo>
                  <a:lnTo>
                    <a:pt x="287" y="26"/>
                  </a:lnTo>
                  <a:lnTo>
                    <a:pt x="306" y="9"/>
                  </a:lnTo>
                  <a:lnTo>
                    <a:pt x="306" y="9"/>
                  </a:lnTo>
                  <a:lnTo>
                    <a:pt x="307" y="8"/>
                  </a:lnTo>
                  <a:lnTo>
                    <a:pt x="307" y="5"/>
                  </a:lnTo>
                  <a:lnTo>
                    <a:pt x="306" y="1"/>
                  </a:lnTo>
                  <a:lnTo>
                    <a:pt x="302" y="0"/>
                  </a:lnTo>
                  <a:lnTo>
                    <a:pt x="300" y="0"/>
                  </a:lnTo>
                  <a:lnTo>
                    <a:pt x="298" y="1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4" name="Freeform 391"/>
            <p:cNvSpPr/>
            <p:nvPr/>
          </p:nvSpPr>
          <p:spPr bwMode="auto">
            <a:xfrm>
              <a:off x="5329239" y="1193801"/>
              <a:ext cx="87313" cy="68263"/>
            </a:xfrm>
            <a:custGeom>
              <a:avLst/>
              <a:gdLst/>
              <a:ahLst/>
              <a:cxnLst>
                <a:cxn ang="0">
                  <a:pos x="210" y="0"/>
                </a:cxn>
                <a:cxn ang="0">
                  <a:pos x="210" y="0"/>
                </a:cxn>
                <a:cxn ang="0">
                  <a:pos x="203" y="2"/>
                </a:cxn>
                <a:cxn ang="0">
                  <a:pos x="193" y="5"/>
                </a:cxn>
                <a:cxn ang="0">
                  <a:pos x="176" y="13"/>
                </a:cxn>
                <a:cxn ang="0">
                  <a:pos x="161" y="22"/>
                </a:cxn>
                <a:cxn ang="0">
                  <a:pos x="145" y="34"/>
                </a:cxn>
                <a:cxn ang="0">
                  <a:pos x="116" y="59"/>
                </a:cxn>
                <a:cxn ang="0">
                  <a:pos x="87" y="81"/>
                </a:cxn>
                <a:cxn ang="0">
                  <a:pos x="87" y="81"/>
                </a:cxn>
                <a:cxn ang="0">
                  <a:pos x="56" y="106"/>
                </a:cxn>
                <a:cxn ang="0">
                  <a:pos x="40" y="119"/>
                </a:cxn>
                <a:cxn ang="0">
                  <a:pos x="26" y="133"/>
                </a:cxn>
                <a:cxn ang="0">
                  <a:pos x="26" y="133"/>
                </a:cxn>
                <a:cxn ang="0">
                  <a:pos x="12" y="146"/>
                </a:cxn>
                <a:cxn ang="0">
                  <a:pos x="5" y="154"/>
                </a:cxn>
                <a:cxn ang="0">
                  <a:pos x="0" y="163"/>
                </a:cxn>
                <a:cxn ang="0">
                  <a:pos x="0" y="163"/>
                </a:cxn>
                <a:cxn ang="0">
                  <a:pos x="0" y="166"/>
                </a:cxn>
                <a:cxn ang="0">
                  <a:pos x="1" y="169"/>
                </a:cxn>
                <a:cxn ang="0">
                  <a:pos x="1" y="169"/>
                </a:cxn>
                <a:cxn ang="0">
                  <a:pos x="2" y="170"/>
                </a:cxn>
                <a:cxn ang="0">
                  <a:pos x="2" y="170"/>
                </a:cxn>
                <a:cxn ang="0">
                  <a:pos x="5" y="171"/>
                </a:cxn>
                <a:cxn ang="0">
                  <a:pos x="6" y="171"/>
                </a:cxn>
                <a:cxn ang="0">
                  <a:pos x="10" y="169"/>
                </a:cxn>
                <a:cxn ang="0">
                  <a:pos x="12" y="167"/>
                </a:cxn>
                <a:cxn ang="0">
                  <a:pos x="13" y="166"/>
                </a:cxn>
                <a:cxn ang="0">
                  <a:pos x="12" y="163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02" y="85"/>
                </a:cxn>
                <a:cxn ang="0">
                  <a:pos x="102" y="85"/>
                </a:cxn>
                <a:cxn ang="0">
                  <a:pos x="127" y="64"/>
                </a:cxn>
                <a:cxn ang="0">
                  <a:pos x="154" y="42"/>
                </a:cxn>
                <a:cxn ang="0">
                  <a:pos x="169" y="31"/>
                </a:cxn>
                <a:cxn ang="0">
                  <a:pos x="183" y="22"/>
                </a:cxn>
                <a:cxn ang="0">
                  <a:pos x="197" y="16"/>
                </a:cxn>
                <a:cxn ang="0">
                  <a:pos x="213" y="12"/>
                </a:cxn>
                <a:cxn ang="0">
                  <a:pos x="213" y="12"/>
                </a:cxn>
                <a:cxn ang="0">
                  <a:pos x="216" y="10"/>
                </a:cxn>
                <a:cxn ang="0">
                  <a:pos x="217" y="9"/>
                </a:cxn>
                <a:cxn ang="0">
                  <a:pos x="218" y="6"/>
                </a:cxn>
                <a:cxn ang="0">
                  <a:pos x="217" y="5"/>
                </a:cxn>
                <a:cxn ang="0">
                  <a:pos x="216" y="1"/>
                </a:cxn>
                <a:cxn ang="0">
                  <a:pos x="213" y="0"/>
                </a:cxn>
                <a:cxn ang="0">
                  <a:pos x="210" y="0"/>
                </a:cxn>
                <a:cxn ang="0">
                  <a:pos x="210" y="0"/>
                </a:cxn>
              </a:cxnLst>
              <a:rect l="0" t="0" r="r" b="b"/>
              <a:pathLst>
                <a:path w="218" h="171">
                  <a:moveTo>
                    <a:pt x="210" y="0"/>
                  </a:moveTo>
                  <a:lnTo>
                    <a:pt x="210" y="0"/>
                  </a:lnTo>
                  <a:lnTo>
                    <a:pt x="203" y="2"/>
                  </a:lnTo>
                  <a:lnTo>
                    <a:pt x="193" y="5"/>
                  </a:lnTo>
                  <a:lnTo>
                    <a:pt x="176" y="13"/>
                  </a:lnTo>
                  <a:lnTo>
                    <a:pt x="161" y="22"/>
                  </a:lnTo>
                  <a:lnTo>
                    <a:pt x="145" y="34"/>
                  </a:lnTo>
                  <a:lnTo>
                    <a:pt x="116" y="59"/>
                  </a:lnTo>
                  <a:lnTo>
                    <a:pt x="87" y="81"/>
                  </a:lnTo>
                  <a:lnTo>
                    <a:pt x="87" y="81"/>
                  </a:lnTo>
                  <a:lnTo>
                    <a:pt x="56" y="106"/>
                  </a:lnTo>
                  <a:lnTo>
                    <a:pt x="40" y="119"/>
                  </a:lnTo>
                  <a:lnTo>
                    <a:pt x="26" y="133"/>
                  </a:lnTo>
                  <a:lnTo>
                    <a:pt x="26" y="133"/>
                  </a:lnTo>
                  <a:lnTo>
                    <a:pt x="12" y="146"/>
                  </a:lnTo>
                  <a:lnTo>
                    <a:pt x="5" y="154"/>
                  </a:lnTo>
                  <a:lnTo>
                    <a:pt x="0" y="163"/>
                  </a:lnTo>
                  <a:lnTo>
                    <a:pt x="0" y="163"/>
                  </a:lnTo>
                  <a:lnTo>
                    <a:pt x="0" y="166"/>
                  </a:lnTo>
                  <a:lnTo>
                    <a:pt x="1" y="169"/>
                  </a:lnTo>
                  <a:lnTo>
                    <a:pt x="1" y="169"/>
                  </a:lnTo>
                  <a:lnTo>
                    <a:pt x="2" y="170"/>
                  </a:lnTo>
                  <a:lnTo>
                    <a:pt x="2" y="170"/>
                  </a:lnTo>
                  <a:lnTo>
                    <a:pt x="5" y="171"/>
                  </a:lnTo>
                  <a:lnTo>
                    <a:pt x="6" y="171"/>
                  </a:lnTo>
                  <a:lnTo>
                    <a:pt x="10" y="169"/>
                  </a:lnTo>
                  <a:lnTo>
                    <a:pt x="12" y="167"/>
                  </a:lnTo>
                  <a:lnTo>
                    <a:pt x="13" y="166"/>
                  </a:lnTo>
                  <a:lnTo>
                    <a:pt x="12" y="163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02" y="85"/>
                  </a:lnTo>
                  <a:lnTo>
                    <a:pt x="102" y="85"/>
                  </a:lnTo>
                  <a:lnTo>
                    <a:pt x="127" y="64"/>
                  </a:lnTo>
                  <a:lnTo>
                    <a:pt x="154" y="42"/>
                  </a:lnTo>
                  <a:lnTo>
                    <a:pt x="169" y="31"/>
                  </a:lnTo>
                  <a:lnTo>
                    <a:pt x="183" y="22"/>
                  </a:lnTo>
                  <a:lnTo>
                    <a:pt x="197" y="16"/>
                  </a:lnTo>
                  <a:lnTo>
                    <a:pt x="213" y="12"/>
                  </a:lnTo>
                  <a:lnTo>
                    <a:pt x="213" y="12"/>
                  </a:lnTo>
                  <a:lnTo>
                    <a:pt x="216" y="10"/>
                  </a:lnTo>
                  <a:lnTo>
                    <a:pt x="217" y="9"/>
                  </a:lnTo>
                  <a:lnTo>
                    <a:pt x="218" y="6"/>
                  </a:lnTo>
                  <a:lnTo>
                    <a:pt x="217" y="5"/>
                  </a:lnTo>
                  <a:lnTo>
                    <a:pt x="216" y="1"/>
                  </a:lnTo>
                  <a:lnTo>
                    <a:pt x="213" y="0"/>
                  </a:lnTo>
                  <a:lnTo>
                    <a:pt x="210" y="0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5" name="Freeform 392"/>
            <p:cNvSpPr/>
            <p:nvPr/>
          </p:nvSpPr>
          <p:spPr bwMode="auto">
            <a:xfrm>
              <a:off x="5395914" y="1125538"/>
              <a:ext cx="141288" cy="26988"/>
            </a:xfrm>
            <a:custGeom>
              <a:avLst/>
              <a:gdLst/>
              <a:ahLst/>
              <a:cxnLst>
                <a:cxn ang="0">
                  <a:pos x="348" y="0"/>
                </a:cxn>
                <a:cxn ang="0">
                  <a:pos x="348" y="0"/>
                </a:cxn>
                <a:cxn ang="0">
                  <a:pos x="326" y="2"/>
                </a:cxn>
                <a:cxn ang="0">
                  <a:pos x="305" y="5"/>
                </a:cxn>
                <a:cxn ang="0">
                  <a:pos x="263" y="14"/>
                </a:cxn>
                <a:cxn ang="0">
                  <a:pos x="221" y="23"/>
                </a:cxn>
                <a:cxn ang="0">
                  <a:pos x="199" y="27"/>
                </a:cxn>
                <a:cxn ang="0">
                  <a:pos x="178" y="30"/>
                </a:cxn>
                <a:cxn ang="0">
                  <a:pos x="178" y="30"/>
                </a:cxn>
                <a:cxn ang="0">
                  <a:pos x="156" y="32"/>
                </a:cxn>
                <a:cxn ang="0">
                  <a:pos x="135" y="36"/>
                </a:cxn>
                <a:cxn ang="0">
                  <a:pos x="92" y="45"/>
                </a:cxn>
                <a:cxn ang="0">
                  <a:pos x="49" y="53"/>
                </a:cxn>
                <a:cxn ang="0">
                  <a:pos x="28" y="56"/>
                </a:cxn>
                <a:cxn ang="0">
                  <a:pos x="5" y="57"/>
                </a:cxn>
                <a:cxn ang="0">
                  <a:pos x="5" y="57"/>
                </a:cxn>
                <a:cxn ang="0">
                  <a:pos x="3" y="57"/>
                </a:cxn>
                <a:cxn ang="0">
                  <a:pos x="2" y="58"/>
                </a:cxn>
                <a:cxn ang="0">
                  <a:pos x="0" y="62"/>
                </a:cxn>
                <a:cxn ang="0">
                  <a:pos x="2" y="66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16" y="69"/>
                </a:cxn>
                <a:cxn ang="0">
                  <a:pos x="16" y="69"/>
                </a:cxn>
                <a:cxn ang="0">
                  <a:pos x="20" y="68"/>
                </a:cxn>
                <a:cxn ang="0">
                  <a:pos x="20" y="68"/>
                </a:cxn>
                <a:cxn ang="0">
                  <a:pos x="38" y="66"/>
                </a:cxn>
                <a:cxn ang="0">
                  <a:pos x="58" y="64"/>
                </a:cxn>
                <a:cxn ang="0">
                  <a:pos x="94" y="57"/>
                </a:cxn>
                <a:cxn ang="0">
                  <a:pos x="132" y="49"/>
                </a:cxn>
                <a:cxn ang="0">
                  <a:pos x="170" y="41"/>
                </a:cxn>
                <a:cxn ang="0">
                  <a:pos x="170" y="41"/>
                </a:cxn>
                <a:cxn ang="0">
                  <a:pos x="215" y="34"/>
                </a:cxn>
                <a:cxn ang="0">
                  <a:pos x="259" y="24"/>
                </a:cxn>
                <a:cxn ang="0">
                  <a:pos x="304" y="17"/>
                </a:cxn>
                <a:cxn ang="0">
                  <a:pos x="326" y="14"/>
                </a:cxn>
                <a:cxn ang="0">
                  <a:pos x="348" y="11"/>
                </a:cxn>
                <a:cxn ang="0">
                  <a:pos x="348" y="11"/>
                </a:cxn>
                <a:cxn ang="0">
                  <a:pos x="350" y="10"/>
                </a:cxn>
                <a:cxn ang="0">
                  <a:pos x="352" y="9"/>
                </a:cxn>
                <a:cxn ang="0">
                  <a:pos x="353" y="5"/>
                </a:cxn>
                <a:cxn ang="0">
                  <a:pos x="353" y="3"/>
                </a:cxn>
                <a:cxn ang="0">
                  <a:pos x="352" y="1"/>
                </a:cxn>
                <a:cxn ang="0">
                  <a:pos x="350" y="0"/>
                </a:cxn>
                <a:cxn ang="0">
                  <a:pos x="348" y="0"/>
                </a:cxn>
                <a:cxn ang="0">
                  <a:pos x="348" y="0"/>
                </a:cxn>
              </a:cxnLst>
              <a:rect l="0" t="0" r="r" b="b"/>
              <a:pathLst>
                <a:path w="353" h="69">
                  <a:moveTo>
                    <a:pt x="348" y="0"/>
                  </a:moveTo>
                  <a:lnTo>
                    <a:pt x="348" y="0"/>
                  </a:lnTo>
                  <a:lnTo>
                    <a:pt x="326" y="2"/>
                  </a:lnTo>
                  <a:lnTo>
                    <a:pt x="305" y="5"/>
                  </a:lnTo>
                  <a:lnTo>
                    <a:pt x="263" y="14"/>
                  </a:lnTo>
                  <a:lnTo>
                    <a:pt x="221" y="23"/>
                  </a:lnTo>
                  <a:lnTo>
                    <a:pt x="199" y="27"/>
                  </a:lnTo>
                  <a:lnTo>
                    <a:pt x="178" y="30"/>
                  </a:lnTo>
                  <a:lnTo>
                    <a:pt x="178" y="30"/>
                  </a:lnTo>
                  <a:lnTo>
                    <a:pt x="156" y="32"/>
                  </a:lnTo>
                  <a:lnTo>
                    <a:pt x="135" y="36"/>
                  </a:lnTo>
                  <a:lnTo>
                    <a:pt x="92" y="45"/>
                  </a:lnTo>
                  <a:lnTo>
                    <a:pt x="49" y="53"/>
                  </a:lnTo>
                  <a:lnTo>
                    <a:pt x="28" y="56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3" y="57"/>
                  </a:lnTo>
                  <a:lnTo>
                    <a:pt x="2" y="58"/>
                  </a:lnTo>
                  <a:lnTo>
                    <a:pt x="0" y="62"/>
                  </a:lnTo>
                  <a:lnTo>
                    <a:pt x="2" y="66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38" y="66"/>
                  </a:lnTo>
                  <a:lnTo>
                    <a:pt x="58" y="64"/>
                  </a:lnTo>
                  <a:lnTo>
                    <a:pt x="94" y="57"/>
                  </a:lnTo>
                  <a:lnTo>
                    <a:pt x="132" y="49"/>
                  </a:lnTo>
                  <a:lnTo>
                    <a:pt x="170" y="41"/>
                  </a:lnTo>
                  <a:lnTo>
                    <a:pt x="170" y="41"/>
                  </a:lnTo>
                  <a:lnTo>
                    <a:pt x="215" y="34"/>
                  </a:lnTo>
                  <a:lnTo>
                    <a:pt x="259" y="24"/>
                  </a:lnTo>
                  <a:lnTo>
                    <a:pt x="304" y="17"/>
                  </a:lnTo>
                  <a:lnTo>
                    <a:pt x="326" y="14"/>
                  </a:lnTo>
                  <a:lnTo>
                    <a:pt x="348" y="11"/>
                  </a:lnTo>
                  <a:lnTo>
                    <a:pt x="348" y="11"/>
                  </a:lnTo>
                  <a:lnTo>
                    <a:pt x="350" y="10"/>
                  </a:lnTo>
                  <a:lnTo>
                    <a:pt x="352" y="9"/>
                  </a:lnTo>
                  <a:lnTo>
                    <a:pt x="353" y="5"/>
                  </a:lnTo>
                  <a:lnTo>
                    <a:pt x="353" y="3"/>
                  </a:lnTo>
                  <a:lnTo>
                    <a:pt x="352" y="1"/>
                  </a:lnTo>
                  <a:lnTo>
                    <a:pt x="350" y="0"/>
                  </a:lnTo>
                  <a:lnTo>
                    <a:pt x="348" y="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6" name="Freeform 393"/>
            <p:cNvSpPr/>
            <p:nvPr/>
          </p:nvSpPr>
          <p:spPr bwMode="auto">
            <a:xfrm>
              <a:off x="5421314" y="1193801"/>
              <a:ext cx="92075" cy="20638"/>
            </a:xfrm>
            <a:custGeom>
              <a:avLst/>
              <a:gdLst/>
              <a:ahLst/>
              <a:cxnLst>
                <a:cxn ang="0">
                  <a:pos x="225" y="1"/>
                </a:cxn>
                <a:cxn ang="0">
                  <a:pos x="225" y="1"/>
                </a:cxn>
                <a:cxn ang="0">
                  <a:pos x="217" y="4"/>
                </a:cxn>
                <a:cxn ang="0">
                  <a:pos x="209" y="5"/>
                </a:cxn>
                <a:cxn ang="0">
                  <a:pos x="194" y="5"/>
                </a:cxn>
                <a:cxn ang="0">
                  <a:pos x="194" y="5"/>
                </a:cxn>
                <a:cxn ang="0">
                  <a:pos x="179" y="6"/>
                </a:cxn>
                <a:cxn ang="0">
                  <a:pos x="166" y="10"/>
                </a:cxn>
                <a:cxn ang="0">
                  <a:pos x="139" y="17"/>
                </a:cxn>
                <a:cxn ang="0">
                  <a:pos x="139" y="17"/>
                </a:cxn>
                <a:cxn ang="0">
                  <a:pos x="72" y="31"/>
                </a:cxn>
                <a:cxn ang="0">
                  <a:pos x="38" y="36"/>
                </a:cxn>
                <a:cxn ang="0">
                  <a:pos x="22" y="39"/>
                </a:cxn>
                <a:cxn ang="0">
                  <a:pos x="5" y="40"/>
                </a:cxn>
                <a:cxn ang="0">
                  <a:pos x="5" y="40"/>
                </a:cxn>
                <a:cxn ang="0">
                  <a:pos x="3" y="40"/>
                </a:cxn>
                <a:cxn ang="0">
                  <a:pos x="1" y="42"/>
                </a:cxn>
                <a:cxn ang="0">
                  <a:pos x="0" y="46"/>
                </a:cxn>
                <a:cxn ang="0">
                  <a:pos x="1" y="50"/>
                </a:cxn>
                <a:cxn ang="0">
                  <a:pos x="3" y="51"/>
                </a:cxn>
                <a:cxn ang="0">
                  <a:pos x="5" y="51"/>
                </a:cxn>
                <a:cxn ang="0">
                  <a:pos x="5" y="51"/>
                </a:cxn>
                <a:cxn ang="0">
                  <a:pos x="21" y="51"/>
                </a:cxn>
                <a:cxn ang="0">
                  <a:pos x="37" y="48"/>
                </a:cxn>
                <a:cxn ang="0">
                  <a:pos x="68" y="43"/>
                </a:cxn>
                <a:cxn ang="0">
                  <a:pos x="131" y="30"/>
                </a:cxn>
                <a:cxn ang="0">
                  <a:pos x="131" y="30"/>
                </a:cxn>
                <a:cxn ang="0">
                  <a:pos x="166" y="22"/>
                </a:cxn>
                <a:cxn ang="0">
                  <a:pos x="184" y="18"/>
                </a:cxn>
                <a:cxn ang="0">
                  <a:pos x="201" y="17"/>
                </a:cxn>
                <a:cxn ang="0">
                  <a:pos x="201" y="17"/>
                </a:cxn>
                <a:cxn ang="0">
                  <a:pos x="217" y="16"/>
                </a:cxn>
                <a:cxn ang="0">
                  <a:pos x="224" y="14"/>
                </a:cxn>
                <a:cxn ang="0">
                  <a:pos x="230" y="10"/>
                </a:cxn>
                <a:cxn ang="0">
                  <a:pos x="230" y="10"/>
                </a:cxn>
                <a:cxn ang="0">
                  <a:pos x="233" y="9"/>
                </a:cxn>
                <a:cxn ang="0">
                  <a:pos x="233" y="6"/>
                </a:cxn>
                <a:cxn ang="0">
                  <a:pos x="233" y="2"/>
                </a:cxn>
                <a:cxn ang="0">
                  <a:pos x="229" y="0"/>
                </a:cxn>
                <a:cxn ang="0">
                  <a:pos x="228" y="0"/>
                </a:cxn>
                <a:cxn ang="0">
                  <a:pos x="225" y="1"/>
                </a:cxn>
                <a:cxn ang="0">
                  <a:pos x="225" y="1"/>
                </a:cxn>
              </a:cxnLst>
              <a:rect l="0" t="0" r="r" b="b"/>
              <a:pathLst>
                <a:path w="233" h="51">
                  <a:moveTo>
                    <a:pt x="225" y="1"/>
                  </a:moveTo>
                  <a:lnTo>
                    <a:pt x="225" y="1"/>
                  </a:lnTo>
                  <a:lnTo>
                    <a:pt x="217" y="4"/>
                  </a:lnTo>
                  <a:lnTo>
                    <a:pt x="209" y="5"/>
                  </a:lnTo>
                  <a:lnTo>
                    <a:pt x="194" y="5"/>
                  </a:lnTo>
                  <a:lnTo>
                    <a:pt x="194" y="5"/>
                  </a:lnTo>
                  <a:lnTo>
                    <a:pt x="179" y="6"/>
                  </a:lnTo>
                  <a:lnTo>
                    <a:pt x="166" y="10"/>
                  </a:lnTo>
                  <a:lnTo>
                    <a:pt x="139" y="17"/>
                  </a:lnTo>
                  <a:lnTo>
                    <a:pt x="139" y="17"/>
                  </a:lnTo>
                  <a:lnTo>
                    <a:pt x="72" y="31"/>
                  </a:lnTo>
                  <a:lnTo>
                    <a:pt x="38" y="36"/>
                  </a:lnTo>
                  <a:lnTo>
                    <a:pt x="22" y="39"/>
                  </a:lnTo>
                  <a:lnTo>
                    <a:pt x="5" y="40"/>
                  </a:lnTo>
                  <a:lnTo>
                    <a:pt x="5" y="40"/>
                  </a:lnTo>
                  <a:lnTo>
                    <a:pt x="3" y="40"/>
                  </a:lnTo>
                  <a:lnTo>
                    <a:pt x="1" y="42"/>
                  </a:lnTo>
                  <a:lnTo>
                    <a:pt x="0" y="46"/>
                  </a:lnTo>
                  <a:lnTo>
                    <a:pt x="1" y="50"/>
                  </a:lnTo>
                  <a:lnTo>
                    <a:pt x="3" y="51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21" y="51"/>
                  </a:lnTo>
                  <a:lnTo>
                    <a:pt x="37" y="48"/>
                  </a:lnTo>
                  <a:lnTo>
                    <a:pt x="68" y="43"/>
                  </a:lnTo>
                  <a:lnTo>
                    <a:pt x="131" y="30"/>
                  </a:lnTo>
                  <a:lnTo>
                    <a:pt x="131" y="30"/>
                  </a:lnTo>
                  <a:lnTo>
                    <a:pt x="166" y="22"/>
                  </a:lnTo>
                  <a:lnTo>
                    <a:pt x="184" y="18"/>
                  </a:lnTo>
                  <a:lnTo>
                    <a:pt x="201" y="17"/>
                  </a:lnTo>
                  <a:lnTo>
                    <a:pt x="201" y="17"/>
                  </a:lnTo>
                  <a:lnTo>
                    <a:pt x="217" y="16"/>
                  </a:lnTo>
                  <a:lnTo>
                    <a:pt x="224" y="14"/>
                  </a:lnTo>
                  <a:lnTo>
                    <a:pt x="230" y="10"/>
                  </a:lnTo>
                  <a:lnTo>
                    <a:pt x="230" y="10"/>
                  </a:lnTo>
                  <a:lnTo>
                    <a:pt x="233" y="9"/>
                  </a:lnTo>
                  <a:lnTo>
                    <a:pt x="233" y="6"/>
                  </a:lnTo>
                  <a:lnTo>
                    <a:pt x="233" y="2"/>
                  </a:lnTo>
                  <a:lnTo>
                    <a:pt x="229" y="0"/>
                  </a:lnTo>
                  <a:lnTo>
                    <a:pt x="228" y="0"/>
                  </a:lnTo>
                  <a:lnTo>
                    <a:pt x="225" y="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7" name="Freeform 394"/>
            <p:cNvSpPr/>
            <p:nvPr/>
          </p:nvSpPr>
          <p:spPr bwMode="auto">
            <a:xfrm>
              <a:off x="5537201" y="1117601"/>
              <a:ext cx="44450" cy="11113"/>
            </a:xfrm>
            <a:custGeom>
              <a:avLst/>
              <a:gdLst/>
              <a:ahLst/>
              <a:cxnLst>
                <a:cxn ang="0">
                  <a:pos x="108" y="0"/>
                </a:cxn>
                <a:cxn ang="0">
                  <a:pos x="108" y="0"/>
                </a:cxn>
                <a:cxn ang="0">
                  <a:pos x="57" y="11"/>
                </a:cxn>
                <a:cxn ang="0">
                  <a:pos x="32" y="15"/>
                </a:cxn>
                <a:cxn ang="0">
                  <a:pos x="6" y="17"/>
                </a:cxn>
                <a:cxn ang="0">
                  <a:pos x="6" y="17"/>
                </a:cxn>
                <a:cxn ang="0">
                  <a:pos x="4" y="17"/>
                </a:cxn>
                <a:cxn ang="0">
                  <a:pos x="2" y="19"/>
                </a:cxn>
                <a:cxn ang="0">
                  <a:pos x="0" y="23"/>
                </a:cxn>
                <a:cxn ang="0">
                  <a:pos x="2" y="26"/>
                </a:cxn>
                <a:cxn ang="0">
                  <a:pos x="4" y="28"/>
                </a:cxn>
                <a:cxn ang="0">
                  <a:pos x="6" y="29"/>
                </a:cxn>
                <a:cxn ang="0">
                  <a:pos x="6" y="29"/>
                </a:cxn>
                <a:cxn ang="0">
                  <a:pos x="20" y="28"/>
                </a:cxn>
                <a:cxn ang="0">
                  <a:pos x="33" y="26"/>
                </a:cxn>
                <a:cxn ang="0">
                  <a:pos x="58" y="21"/>
                </a:cxn>
                <a:cxn ang="0">
                  <a:pos x="110" y="11"/>
                </a:cxn>
                <a:cxn ang="0">
                  <a:pos x="110" y="11"/>
                </a:cxn>
                <a:cxn ang="0">
                  <a:pos x="113" y="11"/>
                </a:cxn>
                <a:cxn ang="0">
                  <a:pos x="114" y="8"/>
                </a:cxn>
                <a:cxn ang="0">
                  <a:pos x="114" y="7"/>
                </a:cxn>
                <a:cxn ang="0">
                  <a:pos x="114" y="4"/>
                </a:cxn>
                <a:cxn ang="0">
                  <a:pos x="112" y="2"/>
                </a:cxn>
                <a:cxn ang="0">
                  <a:pos x="110" y="0"/>
                </a:cxn>
                <a:cxn ang="0">
                  <a:pos x="108" y="0"/>
                </a:cxn>
                <a:cxn ang="0">
                  <a:pos x="108" y="0"/>
                </a:cxn>
              </a:cxnLst>
              <a:rect l="0" t="0" r="r" b="b"/>
              <a:pathLst>
                <a:path w="114" h="29">
                  <a:moveTo>
                    <a:pt x="108" y="0"/>
                  </a:moveTo>
                  <a:lnTo>
                    <a:pt x="108" y="0"/>
                  </a:lnTo>
                  <a:lnTo>
                    <a:pt x="57" y="11"/>
                  </a:lnTo>
                  <a:lnTo>
                    <a:pt x="32" y="15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2" y="19"/>
                  </a:lnTo>
                  <a:lnTo>
                    <a:pt x="0" y="23"/>
                  </a:lnTo>
                  <a:lnTo>
                    <a:pt x="2" y="26"/>
                  </a:lnTo>
                  <a:lnTo>
                    <a:pt x="4" y="28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20" y="28"/>
                  </a:lnTo>
                  <a:lnTo>
                    <a:pt x="33" y="26"/>
                  </a:lnTo>
                  <a:lnTo>
                    <a:pt x="58" y="21"/>
                  </a:lnTo>
                  <a:lnTo>
                    <a:pt x="110" y="11"/>
                  </a:lnTo>
                  <a:lnTo>
                    <a:pt x="110" y="11"/>
                  </a:lnTo>
                  <a:lnTo>
                    <a:pt x="113" y="11"/>
                  </a:lnTo>
                  <a:lnTo>
                    <a:pt x="114" y="8"/>
                  </a:lnTo>
                  <a:lnTo>
                    <a:pt x="114" y="7"/>
                  </a:lnTo>
                  <a:lnTo>
                    <a:pt x="114" y="4"/>
                  </a:lnTo>
                  <a:lnTo>
                    <a:pt x="112" y="2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8" name="Freeform 395"/>
            <p:cNvSpPr/>
            <p:nvPr/>
          </p:nvSpPr>
          <p:spPr bwMode="auto">
            <a:xfrm>
              <a:off x="5481639" y="1184276"/>
              <a:ext cx="198438" cy="82550"/>
            </a:xfrm>
            <a:custGeom>
              <a:avLst/>
              <a:gdLst/>
              <a:ahLst/>
              <a:cxnLst>
                <a:cxn ang="0">
                  <a:pos x="492" y="0"/>
                </a:cxn>
                <a:cxn ang="0">
                  <a:pos x="492" y="0"/>
                </a:cxn>
                <a:cxn ang="0">
                  <a:pos x="478" y="1"/>
                </a:cxn>
                <a:cxn ang="0">
                  <a:pos x="463" y="5"/>
                </a:cxn>
                <a:cxn ang="0">
                  <a:pos x="449" y="10"/>
                </a:cxn>
                <a:cxn ang="0">
                  <a:pos x="434" y="15"/>
                </a:cxn>
                <a:cxn ang="0">
                  <a:pos x="407" y="28"/>
                </a:cxn>
                <a:cxn ang="0">
                  <a:pos x="381" y="40"/>
                </a:cxn>
                <a:cxn ang="0">
                  <a:pos x="381" y="40"/>
                </a:cxn>
                <a:cxn ang="0">
                  <a:pos x="314" y="66"/>
                </a:cxn>
                <a:cxn ang="0">
                  <a:pos x="247" y="91"/>
                </a:cxn>
                <a:cxn ang="0">
                  <a:pos x="247" y="91"/>
                </a:cxn>
                <a:cxn ang="0">
                  <a:pos x="188" y="113"/>
                </a:cxn>
                <a:cxn ang="0">
                  <a:pos x="158" y="125"/>
                </a:cxn>
                <a:cxn ang="0">
                  <a:pos x="128" y="137"/>
                </a:cxn>
                <a:cxn ang="0">
                  <a:pos x="128" y="137"/>
                </a:cxn>
                <a:cxn ang="0">
                  <a:pos x="114" y="145"/>
                </a:cxn>
                <a:cxn ang="0">
                  <a:pos x="98" y="153"/>
                </a:cxn>
                <a:cxn ang="0">
                  <a:pos x="68" y="170"/>
                </a:cxn>
                <a:cxn ang="0">
                  <a:pos x="54" y="177"/>
                </a:cxn>
                <a:cxn ang="0">
                  <a:pos x="38" y="184"/>
                </a:cxn>
                <a:cxn ang="0">
                  <a:pos x="21" y="189"/>
                </a:cxn>
                <a:cxn ang="0">
                  <a:pos x="4" y="193"/>
                </a:cxn>
                <a:cxn ang="0">
                  <a:pos x="4" y="193"/>
                </a:cxn>
                <a:cxn ang="0">
                  <a:pos x="3" y="194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3" y="204"/>
                </a:cxn>
                <a:cxn ang="0">
                  <a:pos x="5" y="205"/>
                </a:cxn>
                <a:cxn ang="0">
                  <a:pos x="8" y="205"/>
                </a:cxn>
                <a:cxn ang="0">
                  <a:pos x="8" y="205"/>
                </a:cxn>
                <a:cxn ang="0">
                  <a:pos x="21" y="201"/>
                </a:cxn>
                <a:cxn ang="0">
                  <a:pos x="35" y="197"/>
                </a:cxn>
                <a:cxn ang="0">
                  <a:pos x="48" y="192"/>
                </a:cxn>
                <a:cxn ang="0">
                  <a:pos x="62" y="187"/>
                </a:cxn>
                <a:cxn ang="0">
                  <a:pos x="86" y="172"/>
                </a:cxn>
                <a:cxn ang="0">
                  <a:pos x="110" y="159"/>
                </a:cxn>
                <a:cxn ang="0">
                  <a:pos x="110" y="159"/>
                </a:cxn>
                <a:cxn ang="0">
                  <a:pos x="126" y="151"/>
                </a:cxn>
                <a:cxn ang="0">
                  <a:pos x="140" y="145"/>
                </a:cxn>
                <a:cxn ang="0">
                  <a:pos x="171" y="132"/>
                </a:cxn>
                <a:cxn ang="0">
                  <a:pos x="203" y="121"/>
                </a:cxn>
                <a:cxn ang="0">
                  <a:pos x="233" y="109"/>
                </a:cxn>
                <a:cxn ang="0">
                  <a:pos x="233" y="109"/>
                </a:cxn>
                <a:cxn ang="0">
                  <a:pos x="293" y="86"/>
                </a:cxn>
                <a:cxn ang="0">
                  <a:pos x="355" y="62"/>
                </a:cxn>
                <a:cxn ang="0">
                  <a:pos x="355" y="62"/>
                </a:cxn>
                <a:cxn ang="0">
                  <a:pos x="423" y="35"/>
                </a:cxn>
                <a:cxn ang="0">
                  <a:pos x="423" y="35"/>
                </a:cxn>
                <a:cxn ang="0">
                  <a:pos x="457" y="21"/>
                </a:cxn>
                <a:cxn ang="0">
                  <a:pos x="474" y="14"/>
                </a:cxn>
                <a:cxn ang="0">
                  <a:pos x="483" y="11"/>
                </a:cxn>
                <a:cxn ang="0">
                  <a:pos x="492" y="10"/>
                </a:cxn>
                <a:cxn ang="0">
                  <a:pos x="492" y="10"/>
                </a:cxn>
                <a:cxn ang="0">
                  <a:pos x="493" y="10"/>
                </a:cxn>
                <a:cxn ang="0">
                  <a:pos x="496" y="9"/>
                </a:cxn>
                <a:cxn ang="0">
                  <a:pos x="497" y="5"/>
                </a:cxn>
                <a:cxn ang="0">
                  <a:pos x="497" y="2"/>
                </a:cxn>
                <a:cxn ang="0">
                  <a:pos x="496" y="1"/>
                </a:cxn>
                <a:cxn ang="0">
                  <a:pos x="493" y="0"/>
                </a:cxn>
                <a:cxn ang="0">
                  <a:pos x="492" y="0"/>
                </a:cxn>
                <a:cxn ang="0">
                  <a:pos x="492" y="0"/>
                </a:cxn>
              </a:cxnLst>
              <a:rect l="0" t="0" r="r" b="b"/>
              <a:pathLst>
                <a:path w="497" h="205">
                  <a:moveTo>
                    <a:pt x="492" y="0"/>
                  </a:moveTo>
                  <a:lnTo>
                    <a:pt x="492" y="0"/>
                  </a:lnTo>
                  <a:lnTo>
                    <a:pt x="478" y="1"/>
                  </a:lnTo>
                  <a:lnTo>
                    <a:pt x="463" y="5"/>
                  </a:lnTo>
                  <a:lnTo>
                    <a:pt x="449" y="10"/>
                  </a:lnTo>
                  <a:lnTo>
                    <a:pt x="434" y="15"/>
                  </a:lnTo>
                  <a:lnTo>
                    <a:pt x="407" y="28"/>
                  </a:lnTo>
                  <a:lnTo>
                    <a:pt x="381" y="40"/>
                  </a:lnTo>
                  <a:lnTo>
                    <a:pt x="381" y="40"/>
                  </a:lnTo>
                  <a:lnTo>
                    <a:pt x="314" y="66"/>
                  </a:lnTo>
                  <a:lnTo>
                    <a:pt x="247" y="91"/>
                  </a:lnTo>
                  <a:lnTo>
                    <a:pt x="247" y="91"/>
                  </a:lnTo>
                  <a:lnTo>
                    <a:pt x="188" y="113"/>
                  </a:lnTo>
                  <a:lnTo>
                    <a:pt x="158" y="125"/>
                  </a:lnTo>
                  <a:lnTo>
                    <a:pt x="128" y="137"/>
                  </a:lnTo>
                  <a:lnTo>
                    <a:pt x="128" y="137"/>
                  </a:lnTo>
                  <a:lnTo>
                    <a:pt x="114" y="145"/>
                  </a:lnTo>
                  <a:lnTo>
                    <a:pt x="98" y="153"/>
                  </a:lnTo>
                  <a:lnTo>
                    <a:pt x="68" y="170"/>
                  </a:lnTo>
                  <a:lnTo>
                    <a:pt x="54" y="177"/>
                  </a:lnTo>
                  <a:lnTo>
                    <a:pt x="38" y="184"/>
                  </a:lnTo>
                  <a:lnTo>
                    <a:pt x="21" y="189"/>
                  </a:lnTo>
                  <a:lnTo>
                    <a:pt x="4" y="193"/>
                  </a:lnTo>
                  <a:lnTo>
                    <a:pt x="4" y="193"/>
                  </a:lnTo>
                  <a:lnTo>
                    <a:pt x="3" y="194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3" y="204"/>
                  </a:lnTo>
                  <a:lnTo>
                    <a:pt x="5" y="205"/>
                  </a:lnTo>
                  <a:lnTo>
                    <a:pt x="8" y="205"/>
                  </a:lnTo>
                  <a:lnTo>
                    <a:pt x="8" y="205"/>
                  </a:lnTo>
                  <a:lnTo>
                    <a:pt x="21" y="201"/>
                  </a:lnTo>
                  <a:lnTo>
                    <a:pt x="35" y="197"/>
                  </a:lnTo>
                  <a:lnTo>
                    <a:pt x="48" y="192"/>
                  </a:lnTo>
                  <a:lnTo>
                    <a:pt x="62" y="187"/>
                  </a:lnTo>
                  <a:lnTo>
                    <a:pt x="86" y="172"/>
                  </a:lnTo>
                  <a:lnTo>
                    <a:pt x="110" y="159"/>
                  </a:lnTo>
                  <a:lnTo>
                    <a:pt x="110" y="159"/>
                  </a:lnTo>
                  <a:lnTo>
                    <a:pt x="126" y="151"/>
                  </a:lnTo>
                  <a:lnTo>
                    <a:pt x="140" y="145"/>
                  </a:lnTo>
                  <a:lnTo>
                    <a:pt x="171" y="132"/>
                  </a:lnTo>
                  <a:lnTo>
                    <a:pt x="203" y="121"/>
                  </a:lnTo>
                  <a:lnTo>
                    <a:pt x="233" y="109"/>
                  </a:lnTo>
                  <a:lnTo>
                    <a:pt x="233" y="109"/>
                  </a:lnTo>
                  <a:lnTo>
                    <a:pt x="293" y="86"/>
                  </a:lnTo>
                  <a:lnTo>
                    <a:pt x="355" y="62"/>
                  </a:lnTo>
                  <a:lnTo>
                    <a:pt x="355" y="62"/>
                  </a:lnTo>
                  <a:lnTo>
                    <a:pt x="423" y="35"/>
                  </a:lnTo>
                  <a:lnTo>
                    <a:pt x="423" y="35"/>
                  </a:lnTo>
                  <a:lnTo>
                    <a:pt x="457" y="21"/>
                  </a:lnTo>
                  <a:lnTo>
                    <a:pt x="474" y="14"/>
                  </a:lnTo>
                  <a:lnTo>
                    <a:pt x="483" y="11"/>
                  </a:lnTo>
                  <a:lnTo>
                    <a:pt x="492" y="10"/>
                  </a:lnTo>
                  <a:lnTo>
                    <a:pt x="492" y="10"/>
                  </a:lnTo>
                  <a:lnTo>
                    <a:pt x="493" y="10"/>
                  </a:lnTo>
                  <a:lnTo>
                    <a:pt x="496" y="9"/>
                  </a:lnTo>
                  <a:lnTo>
                    <a:pt x="497" y="5"/>
                  </a:lnTo>
                  <a:lnTo>
                    <a:pt x="497" y="2"/>
                  </a:lnTo>
                  <a:lnTo>
                    <a:pt x="496" y="1"/>
                  </a:lnTo>
                  <a:lnTo>
                    <a:pt x="493" y="0"/>
                  </a:lnTo>
                  <a:lnTo>
                    <a:pt x="492" y="0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9" name="Freeform 396"/>
            <p:cNvSpPr/>
            <p:nvPr/>
          </p:nvSpPr>
          <p:spPr bwMode="auto">
            <a:xfrm>
              <a:off x="5664201" y="1103313"/>
              <a:ext cx="76200" cy="76200"/>
            </a:xfrm>
            <a:custGeom>
              <a:avLst/>
              <a:gdLst/>
              <a:ahLst/>
              <a:cxnLst>
                <a:cxn ang="0">
                  <a:pos x="186" y="0"/>
                </a:cxn>
                <a:cxn ang="0">
                  <a:pos x="186" y="0"/>
                </a:cxn>
                <a:cxn ang="0">
                  <a:pos x="178" y="3"/>
                </a:cxn>
                <a:cxn ang="0">
                  <a:pos x="171" y="7"/>
                </a:cxn>
                <a:cxn ang="0">
                  <a:pos x="166" y="12"/>
                </a:cxn>
                <a:cxn ang="0">
                  <a:pos x="161" y="19"/>
                </a:cxn>
                <a:cxn ang="0">
                  <a:pos x="161" y="19"/>
                </a:cxn>
                <a:cxn ang="0">
                  <a:pos x="135" y="49"/>
                </a:cxn>
                <a:cxn ang="0">
                  <a:pos x="107" y="77"/>
                </a:cxn>
                <a:cxn ang="0">
                  <a:pos x="107" y="77"/>
                </a:cxn>
                <a:cxn ang="0">
                  <a:pos x="82" y="105"/>
                </a:cxn>
                <a:cxn ang="0">
                  <a:pos x="57" y="134"/>
                </a:cxn>
                <a:cxn ang="0">
                  <a:pos x="44" y="147"/>
                </a:cxn>
                <a:cxn ang="0">
                  <a:pos x="31" y="160"/>
                </a:cxn>
                <a:cxn ang="0">
                  <a:pos x="17" y="173"/>
                </a:cxn>
                <a:cxn ang="0">
                  <a:pos x="3" y="183"/>
                </a:cxn>
                <a:cxn ang="0">
                  <a:pos x="3" y="183"/>
                </a:cxn>
                <a:cxn ang="0">
                  <a:pos x="0" y="185"/>
                </a:cxn>
                <a:cxn ang="0">
                  <a:pos x="0" y="187"/>
                </a:cxn>
                <a:cxn ang="0">
                  <a:pos x="0" y="191"/>
                </a:cxn>
                <a:cxn ang="0">
                  <a:pos x="4" y="194"/>
                </a:cxn>
                <a:cxn ang="0">
                  <a:pos x="5" y="194"/>
                </a:cxn>
                <a:cxn ang="0">
                  <a:pos x="8" y="193"/>
                </a:cxn>
                <a:cxn ang="0">
                  <a:pos x="8" y="193"/>
                </a:cxn>
                <a:cxn ang="0">
                  <a:pos x="20" y="185"/>
                </a:cxn>
                <a:cxn ang="0">
                  <a:pos x="31" y="174"/>
                </a:cxn>
                <a:cxn ang="0">
                  <a:pos x="54" y="153"/>
                </a:cxn>
                <a:cxn ang="0">
                  <a:pos x="74" y="131"/>
                </a:cxn>
                <a:cxn ang="0">
                  <a:pos x="94" y="109"/>
                </a:cxn>
                <a:cxn ang="0">
                  <a:pos x="94" y="109"/>
                </a:cxn>
                <a:cxn ang="0">
                  <a:pos x="140" y="55"/>
                </a:cxn>
                <a:cxn ang="0">
                  <a:pos x="140" y="55"/>
                </a:cxn>
                <a:cxn ang="0">
                  <a:pos x="150" y="43"/>
                </a:cxn>
                <a:cxn ang="0">
                  <a:pos x="162" y="30"/>
                </a:cxn>
                <a:cxn ang="0">
                  <a:pos x="169" y="24"/>
                </a:cxn>
                <a:cxn ang="0">
                  <a:pos x="175" y="17"/>
                </a:cxn>
                <a:cxn ang="0">
                  <a:pos x="183" y="13"/>
                </a:cxn>
                <a:cxn ang="0">
                  <a:pos x="190" y="11"/>
                </a:cxn>
                <a:cxn ang="0">
                  <a:pos x="190" y="11"/>
                </a:cxn>
                <a:cxn ang="0">
                  <a:pos x="191" y="9"/>
                </a:cxn>
                <a:cxn ang="0">
                  <a:pos x="192" y="8"/>
                </a:cxn>
                <a:cxn ang="0">
                  <a:pos x="194" y="7"/>
                </a:cxn>
                <a:cxn ang="0">
                  <a:pos x="194" y="4"/>
                </a:cxn>
                <a:cxn ang="0">
                  <a:pos x="191" y="0"/>
                </a:cxn>
                <a:cxn ang="0">
                  <a:pos x="188" y="0"/>
                </a:cxn>
                <a:cxn ang="0">
                  <a:pos x="186" y="0"/>
                </a:cxn>
                <a:cxn ang="0">
                  <a:pos x="186" y="0"/>
                </a:cxn>
              </a:cxnLst>
              <a:rect l="0" t="0" r="r" b="b"/>
              <a:pathLst>
                <a:path w="194" h="194">
                  <a:moveTo>
                    <a:pt x="186" y="0"/>
                  </a:moveTo>
                  <a:lnTo>
                    <a:pt x="186" y="0"/>
                  </a:lnTo>
                  <a:lnTo>
                    <a:pt x="178" y="3"/>
                  </a:lnTo>
                  <a:lnTo>
                    <a:pt x="171" y="7"/>
                  </a:lnTo>
                  <a:lnTo>
                    <a:pt x="166" y="12"/>
                  </a:lnTo>
                  <a:lnTo>
                    <a:pt x="161" y="19"/>
                  </a:lnTo>
                  <a:lnTo>
                    <a:pt x="161" y="19"/>
                  </a:lnTo>
                  <a:lnTo>
                    <a:pt x="135" y="49"/>
                  </a:lnTo>
                  <a:lnTo>
                    <a:pt x="107" y="77"/>
                  </a:lnTo>
                  <a:lnTo>
                    <a:pt x="107" y="77"/>
                  </a:lnTo>
                  <a:lnTo>
                    <a:pt x="82" y="105"/>
                  </a:lnTo>
                  <a:lnTo>
                    <a:pt x="57" y="134"/>
                  </a:lnTo>
                  <a:lnTo>
                    <a:pt x="44" y="147"/>
                  </a:lnTo>
                  <a:lnTo>
                    <a:pt x="31" y="160"/>
                  </a:lnTo>
                  <a:lnTo>
                    <a:pt x="17" y="173"/>
                  </a:lnTo>
                  <a:lnTo>
                    <a:pt x="3" y="183"/>
                  </a:lnTo>
                  <a:lnTo>
                    <a:pt x="3" y="183"/>
                  </a:lnTo>
                  <a:lnTo>
                    <a:pt x="0" y="185"/>
                  </a:lnTo>
                  <a:lnTo>
                    <a:pt x="0" y="187"/>
                  </a:lnTo>
                  <a:lnTo>
                    <a:pt x="0" y="191"/>
                  </a:lnTo>
                  <a:lnTo>
                    <a:pt x="4" y="194"/>
                  </a:lnTo>
                  <a:lnTo>
                    <a:pt x="5" y="194"/>
                  </a:lnTo>
                  <a:lnTo>
                    <a:pt x="8" y="193"/>
                  </a:lnTo>
                  <a:lnTo>
                    <a:pt x="8" y="193"/>
                  </a:lnTo>
                  <a:lnTo>
                    <a:pt x="20" y="185"/>
                  </a:lnTo>
                  <a:lnTo>
                    <a:pt x="31" y="174"/>
                  </a:lnTo>
                  <a:lnTo>
                    <a:pt x="54" y="153"/>
                  </a:lnTo>
                  <a:lnTo>
                    <a:pt x="74" y="131"/>
                  </a:lnTo>
                  <a:lnTo>
                    <a:pt x="94" y="109"/>
                  </a:lnTo>
                  <a:lnTo>
                    <a:pt x="94" y="109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50" y="43"/>
                  </a:lnTo>
                  <a:lnTo>
                    <a:pt x="162" y="30"/>
                  </a:lnTo>
                  <a:lnTo>
                    <a:pt x="169" y="24"/>
                  </a:lnTo>
                  <a:lnTo>
                    <a:pt x="175" y="17"/>
                  </a:lnTo>
                  <a:lnTo>
                    <a:pt x="183" y="13"/>
                  </a:lnTo>
                  <a:lnTo>
                    <a:pt x="190" y="11"/>
                  </a:lnTo>
                  <a:lnTo>
                    <a:pt x="190" y="11"/>
                  </a:lnTo>
                  <a:lnTo>
                    <a:pt x="191" y="9"/>
                  </a:lnTo>
                  <a:lnTo>
                    <a:pt x="192" y="8"/>
                  </a:lnTo>
                  <a:lnTo>
                    <a:pt x="194" y="7"/>
                  </a:lnTo>
                  <a:lnTo>
                    <a:pt x="194" y="4"/>
                  </a:lnTo>
                  <a:lnTo>
                    <a:pt x="191" y="0"/>
                  </a:lnTo>
                  <a:lnTo>
                    <a:pt x="188" y="0"/>
                  </a:lnTo>
                  <a:lnTo>
                    <a:pt x="186" y="0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0" name="Freeform 397"/>
            <p:cNvSpPr/>
            <p:nvPr/>
          </p:nvSpPr>
          <p:spPr bwMode="auto">
            <a:xfrm>
              <a:off x="5715001" y="1112838"/>
              <a:ext cx="82550" cy="103188"/>
            </a:xfrm>
            <a:custGeom>
              <a:avLst/>
              <a:gdLst/>
              <a:ahLst/>
              <a:cxnLst>
                <a:cxn ang="0">
                  <a:pos x="195" y="1"/>
                </a:cxn>
                <a:cxn ang="0">
                  <a:pos x="195" y="1"/>
                </a:cxn>
                <a:cxn ang="0">
                  <a:pos x="170" y="28"/>
                </a:cxn>
                <a:cxn ang="0">
                  <a:pos x="145" y="57"/>
                </a:cxn>
                <a:cxn ang="0">
                  <a:pos x="121" y="87"/>
                </a:cxn>
                <a:cxn ang="0">
                  <a:pos x="99" y="116"/>
                </a:cxn>
                <a:cxn ang="0">
                  <a:pos x="99" y="116"/>
                </a:cxn>
                <a:cxn ang="0">
                  <a:pos x="72" y="154"/>
                </a:cxn>
                <a:cxn ang="0">
                  <a:pos x="59" y="173"/>
                </a:cxn>
                <a:cxn ang="0">
                  <a:pos x="44" y="192"/>
                </a:cxn>
                <a:cxn ang="0">
                  <a:pos x="44" y="192"/>
                </a:cxn>
                <a:cxn ang="0">
                  <a:pos x="34" y="207"/>
                </a:cxn>
                <a:cxn ang="0">
                  <a:pos x="23" y="223"/>
                </a:cxn>
                <a:cxn ang="0">
                  <a:pos x="13" y="238"/>
                </a:cxn>
                <a:cxn ang="0">
                  <a:pos x="1" y="252"/>
                </a:cxn>
                <a:cxn ang="0">
                  <a:pos x="1" y="252"/>
                </a:cxn>
                <a:cxn ang="0">
                  <a:pos x="0" y="255"/>
                </a:cxn>
                <a:cxn ang="0">
                  <a:pos x="0" y="257"/>
                </a:cxn>
                <a:cxn ang="0">
                  <a:pos x="1" y="260"/>
                </a:cxn>
                <a:cxn ang="0">
                  <a:pos x="5" y="262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9" y="248"/>
                </a:cxn>
                <a:cxn ang="0">
                  <a:pos x="28" y="235"/>
                </a:cxn>
                <a:cxn ang="0">
                  <a:pos x="36" y="222"/>
                </a:cxn>
                <a:cxn ang="0">
                  <a:pos x="46" y="209"/>
                </a:cxn>
                <a:cxn ang="0">
                  <a:pos x="46" y="209"/>
                </a:cxn>
                <a:cxn ang="0">
                  <a:pos x="69" y="179"/>
                </a:cxn>
                <a:cxn ang="0">
                  <a:pos x="90" y="147"/>
                </a:cxn>
                <a:cxn ang="0">
                  <a:pos x="90" y="147"/>
                </a:cxn>
                <a:cxn ang="0">
                  <a:pos x="116" y="111"/>
                </a:cxn>
                <a:cxn ang="0">
                  <a:pos x="144" y="75"/>
                </a:cxn>
                <a:cxn ang="0">
                  <a:pos x="172" y="41"/>
                </a:cxn>
                <a:cxn ang="0">
                  <a:pos x="204" y="9"/>
                </a:cxn>
                <a:cxn ang="0">
                  <a:pos x="204" y="9"/>
                </a:cxn>
                <a:cxn ang="0">
                  <a:pos x="205" y="7"/>
                </a:cxn>
                <a:cxn ang="0">
                  <a:pos x="205" y="5"/>
                </a:cxn>
                <a:cxn ang="0">
                  <a:pos x="204" y="1"/>
                </a:cxn>
                <a:cxn ang="0">
                  <a:pos x="200" y="0"/>
                </a:cxn>
                <a:cxn ang="0">
                  <a:pos x="197" y="0"/>
                </a:cxn>
                <a:cxn ang="0">
                  <a:pos x="195" y="1"/>
                </a:cxn>
                <a:cxn ang="0">
                  <a:pos x="195" y="1"/>
                </a:cxn>
              </a:cxnLst>
              <a:rect l="0" t="0" r="r" b="b"/>
              <a:pathLst>
                <a:path w="205" h="262">
                  <a:moveTo>
                    <a:pt x="195" y="1"/>
                  </a:moveTo>
                  <a:lnTo>
                    <a:pt x="195" y="1"/>
                  </a:lnTo>
                  <a:lnTo>
                    <a:pt x="170" y="28"/>
                  </a:lnTo>
                  <a:lnTo>
                    <a:pt x="145" y="57"/>
                  </a:lnTo>
                  <a:lnTo>
                    <a:pt x="121" y="87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72" y="154"/>
                  </a:lnTo>
                  <a:lnTo>
                    <a:pt x="59" y="173"/>
                  </a:lnTo>
                  <a:lnTo>
                    <a:pt x="44" y="192"/>
                  </a:lnTo>
                  <a:lnTo>
                    <a:pt x="44" y="192"/>
                  </a:lnTo>
                  <a:lnTo>
                    <a:pt x="34" y="207"/>
                  </a:lnTo>
                  <a:lnTo>
                    <a:pt x="23" y="223"/>
                  </a:lnTo>
                  <a:lnTo>
                    <a:pt x="13" y="238"/>
                  </a:lnTo>
                  <a:lnTo>
                    <a:pt x="1" y="252"/>
                  </a:lnTo>
                  <a:lnTo>
                    <a:pt x="1" y="252"/>
                  </a:lnTo>
                  <a:lnTo>
                    <a:pt x="0" y="255"/>
                  </a:lnTo>
                  <a:lnTo>
                    <a:pt x="0" y="257"/>
                  </a:lnTo>
                  <a:lnTo>
                    <a:pt x="1" y="260"/>
                  </a:lnTo>
                  <a:lnTo>
                    <a:pt x="5" y="262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9" y="248"/>
                  </a:lnTo>
                  <a:lnTo>
                    <a:pt x="28" y="235"/>
                  </a:lnTo>
                  <a:lnTo>
                    <a:pt x="36" y="222"/>
                  </a:lnTo>
                  <a:lnTo>
                    <a:pt x="46" y="209"/>
                  </a:lnTo>
                  <a:lnTo>
                    <a:pt x="46" y="209"/>
                  </a:lnTo>
                  <a:lnTo>
                    <a:pt x="69" y="179"/>
                  </a:lnTo>
                  <a:lnTo>
                    <a:pt x="90" y="147"/>
                  </a:lnTo>
                  <a:lnTo>
                    <a:pt x="90" y="147"/>
                  </a:lnTo>
                  <a:lnTo>
                    <a:pt x="116" y="111"/>
                  </a:lnTo>
                  <a:lnTo>
                    <a:pt x="144" y="75"/>
                  </a:lnTo>
                  <a:lnTo>
                    <a:pt x="172" y="41"/>
                  </a:lnTo>
                  <a:lnTo>
                    <a:pt x="204" y="9"/>
                  </a:lnTo>
                  <a:lnTo>
                    <a:pt x="204" y="9"/>
                  </a:lnTo>
                  <a:lnTo>
                    <a:pt x="205" y="7"/>
                  </a:lnTo>
                  <a:lnTo>
                    <a:pt x="205" y="5"/>
                  </a:lnTo>
                  <a:lnTo>
                    <a:pt x="204" y="1"/>
                  </a:lnTo>
                  <a:lnTo>
                    <a:pt x="200" y="0"/>
                  </a:lnTo>
                  <a:lnTo>
                    <a:pt x="197" y="0"/>
                  </a:lnTo>
                  <a:lnTo>
                    <a:pt x="195" y="1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1" name="Freeform 398"/>
            <p:cNvSpPr/>
            <p:nvPr/>
          </p:nvSpPr>
          <p:spPr bwMode="auto">
            <a:xfrm>
              <a:off x="5797551" y="1162051"/>
              <a:ext cx="90488" cy="42863"/>
            </a:xfrm>
            <a:custGeom>
              <a:avLst/>
              <a:gdLst/>
              <a:ahLst/>
              <a:cxnLst>
                <a:cxn ang="0">
                  <a:pos x="221" y="0"/>
                </a:cxn>
                <a:cxn ang="0">
                  <a:pos x="221" y="0"/>
                </a:cxn>
                <a:cxn ang="0">
                  <a:pos x="170" y="20"/>
                </a:cxn>
                <a:cxn ang="0">
                  <a:pos x="145" y="30"/>
                </a:cxn>
                <a:cxn ang="0">
                  <a:pos x="122" y="42"/>
                </a:cxn>
                <a:cxn ang="0">
                  <a:pos x="122" y="42"/>
                </a:cxn>
                <a:cxn ang="0">
                  <a:pos x="107" y="47"/>
                </a:cxn>
                <a:cxn ang="0">
                  <a:pos x="94" y="52"/>
                </a:cxn>
                <a:cxn ang="0">
                  <a:pos x="81" y="58"/>
                </a:cxn>
                <a:cxn ang="0">
                  <a:pos x="68" y="64"/>
                </a:cxn>
                <a:cxn ang="0">
                  <a:pos x="68" y="64"/>
                </a:cxn>
                <a:cxn ang="0">
                  <a:pos x="54" y="73"/>
                </a:cxn>
                <a:cxn ang="0">
                  <a:pos x="38" y="84"/>
                </a:cxn>
                <a:cxn ang="0">
                  <a:pos x="31" y="88"/>
                </a:cxn>
                <a:cxn ang="0">
                  <a:pos x="22" y="93"/>
                </a:cxn>
                <a:cxn ang="0">
                  <a:pos x="14" y="96"/>
                </a:cxn>
                <a:cxn ang="0">
                  <a:pos x="5" y="97"/>
                </a:cxn>
                <a:cxn ang="0">
                  <a:pos x="5" y="97"/>
                </a:cxn>
                <a:cxn ang="0">
                  <a:pos x="3" y="98"/>
                </a:cxn>
                <a:cxn ang="0">
                  <a:pos x="1" y="99"/>
                </a:cxn>
                <a:cxn ang="0">
                  <a:pos x="0" y="103"/>
                </a:cxn>
                <a:cxn ang="0">
                  <a:pos x="0" y="106"/>
                </a:cxn>
                <a:cxn ang="0">
                  <a:pos x="1" y="107"/>
                </a:cxn>
                <a:cxn ang="0">
                  <a:pos x="3" y="109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18" y="106"/>
                </a:cxn>
                <a:cxn ang="0">
                  <a:pos x="30" y="102"/>
                </a:cxn>
                <a:cxn ang="0">
                  <a:pos x="42" y="96"/>
                </a:cxn>
                <a:cxn ang="0">
                  <a:pos x="54" y="89"/>
                </a:cxn>
                <a:cxn ang="0">
                  <a:pos x="76" y="75"/>
                </a:cxn>
                <a:cxn ang="0">
                  <a:pos x="86" y="68"/>
                </a:cxn>
                <a:cxn ang="0">
                  <a:pos x="98" y="63"/>
                </a:cxn>
                <a:cxn ang="0">
                  <a:pos x="98" y="63"/>
                </a:cxn>
                <a:cxn ang="0">
                  <a:pos x="161" y="37"/>
                </a:cxn>
                <a:cxn ang="0">
                  <a:pos x="192" y="24"/>
                </a:cxn>
                <a:cxn ang="0">
                  <a:pos x="224" y="12"/>
                </a:cxn>
                <a:cxn ang="0">
                  <a:pos x="224" y="12"/>
                </a:cxn>
                <a:cxn ang="0">
                  <a:pos x="226" y="11"/>
                </a:cxn>
                <a:cxn ang="0">
                  <a:pos x="228" y="8"/>
                </a:cxn>
                <a:cxn ang="0">
                  <a:pos x="228" y="4"/>
                </a:cxn>
                <a:cxn ang="0">
                  <a:pos x="226" y="1"/>
                </a:cxn>
                <a:cxn ang="0">
                  <a:pos x="225" y="0"/>
                </a:cxn>
                <a:cxn ang="0">
                  <a:pos x="224" y="0"/>
                </a:cxn>
                <a:cxn ang="0">
                  <a:pos x="221" y="0"/>
                </a:cxn>
                <a:cxn ang="0">
                  <a:pos x="221" y="0"/>
                </a:cxn>
              </a:cxnLst>
              <a:rect l="0" t="0" r="r" b="b"/>
              <a:pathLst>
                <a:path w="228" h="109">
                  <a:moveTo>
                    <a:pt x="221" y="0"/>
                  </a:moveTo>
                  <a:lnTo>
                    <a:pt x="221" y="0"/>
                  </a:lnTo>
                  <a:lnTo>
                    <a:pt x="170" y="20"/>
                  </a:lnTo>
                  <a:lnTo>
                    <a:pt x="145" y="30"/>
                  </a:lnTo>
                  <a:lnTo>
                    <a:pt x="122" y="42"/>
                  </a:lnTo>
                  <a:lnTo>
                    <a:pt x="122" y="42"/>
                  </a:lnTo>
                  <a:lnTo>
                    <a:pt x="107" y="47"/>
                  </a:lnTo>
                  <a:lnTo>
                    <a:pt x="94" y="52"/>
                  </a:lnTo>
                  <a:lnTo>
                    <a:pt x="81" y="58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54" y="73"/>
                  </a:lnTo>
                  <a:lnTo>
                    <a:pt x="38" y="84"/>
                  </a:lnTo>
                  <a:lnTo>
                    <a:pt x="31" y="88"/>
                  </a:lnTo>
                  <a:lnTo>
                    <a:pt x="22" y="93"/>
                  </a:lnTo>
                  <a:lnTo>
                    <a:pt x="14" y="96"/>
                  </a:lnTo>
                  <a:lnTo>
                    <a:pt x="5" y="97"/>
                  </a:lnTo>
                  <a:lnTo>
                    <a:pt x="5" y="97"/>
                  </a:lnTo>
                  <a:lnTo>
                    <a:pt x="3" y="98"/>
                  </a:lnTo>
                  <a:lnTo>
                    <a:pt x="1" y="99"/>
                  </a:lnTo>
                  <a:lnTo>
                    <a:pt x="0" y="103"/>
                  </a:lnTo>
                  <a:lnTo>
                    <a:pt x="0" y="106"/>
                  </a:lnTo>
                  <a:lnTo>
                    <a:pt x="1" y="107"/>
                  </a:lnTo>
                  <a:lnTo>
                    <a:pt x="3" y="109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18" y="106"/>
                  </a:lnTo>
                  <a:lnTo>
                    <a:pt x="30" y="102"/>
                  </a:lnTo>
                  <a:lnTo>
                    <a:pt x="42" y="96"/>
                  </a:lnTo>
                  <a:lnTo>
                    <a:pt x="54" y="89"/>
                  </a:lnTo>
                  <a:lnTo>
                    <a:pt x="76" y="75"/>
                  </a:lnTo>
                  <a:lnTo>
                    <a:pt x="86" y="68"/>
                  </a:lnTo>
                  <a:lnTo>
                    <a:pt x="98" y="63"/>
                  </a:lnTo>
                  <a:lnTo>
                    <a:pt x="98" y="63"/>
                  </a:lnTo>
                  <a:lnTo>
                    <a:pt x="161" y="37"/>
                  </a:lnTo>
                  <a:lnTo>
                    <a:pt x="192" y="24"/>
                  </a:lnTo>
                  <a:lnTo>
                    <a:pt x="224" y="12"/>
                  </a:lnTo>
                  <a:lnTo>
                    <a:pt x="224" y="12"/>
                  </a:lnTo>
                  <a:lnTo>
                    <a:pt x="226" y="11"/>
                  </a:lnTo>
                  <a:lnTo>
                    <a:pt x="228" y="8"/>
                  </a:lnTo>
                  <a:lnTo>
                    <a:pt x="228" y="4"/>
                  </a:lnTo>
                  <a:lnTo>
                    <a:pt x="226" y="1"/>
                  </a:lnTo>
                  <a:lnTo>
                    <a:pt x="225" y="0"/>
                  </a:lnTo>
                  <a:lnTo>
                    <a:pt x="224" y="0"/>
                  </a:lnTo>
                  <a:lnTo>
                    <a:pt x="221" y="0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2" name="Freeform 399"/>
            <p:cNvSpPr/>
            <p:nvPr/>
          </p:nvSpPr>
          <p:spPr bwMode="auto">
            <a:xfrm>
              <a:off x="5772151" y="1168401"/>
              <a:ext cx="136525" cy="65088"/>
            </a:xfrm>
            <a:custGeom>
              <a:avLst/>
              <a:gdLst/>
              <a:ahLst/>
              <a:cxnLst>
                <a:cxn ang="0">
                  <a:pos x="333" y="1"/>
                </a:cxn>
                <a:cxn ang="0">
                  <a:pos x="325" y="4"/>
                </a:cxn>
                <a:cxn ang="0">
                  <a:pos x="316" y="4"/>
                </a:cxn>
                <a:cxn ang="0">
                  <a:pos x="293" y="16"/>
                </a:cxn>
                <a:cxn ang="0">
                  <a:pos x="268" y="26"/>
                </a:cxn>
                <a:cxn ang="0">
                  <a:pos x="259" y="29"/>
                </a:cxn>
                <a:cxn ang="0">
                  <a:pos x="233" y="43"/>
                </a:cxn>
                <a:cxn ang="0">
                  <a:pos x="217" y="50"/>
                </a:cxn>
                <a:cxn ang="0">
                  <a:pos x="172" y="65"/>
                </a:cxn>
                <a:cxn ang="0">
                  <a:pos x="148" y="77"/>
                </a:cxn>
                <a:cxn ang="0">
                  <a:pos x="76" y="118"/>
                </a:cxn>
                <a:cxn ang="0">
                  <a:pos x="58" y="127"/>
                </a:cxn>
                <a:cxn ang="0">
                  <a:pos x="19" y="144"/>
                </a:cxn>
                <a:cxn ang="0">
                  <a:pos x="2" y="156"/>
                </a:cxn>
                <a:cxn ang="0">
                  <a:pos x="0" y="158"/>
                </a:cxn>
                <a:cxn ang="0">
                  <a:pos x="0" y="162"/>
                </a:cxn>
                <a:cxn ang="0">
                  <a:pos x="6" y="165"/>
                </a:cxn>
                <a:cxn ang="0">
                  <a:pos x="9" y="164"/>
                </a:cxn>
                <a:cxn ang="0">
                  <a:pos x="19" y="157"/>
                </a:cxn>
                <a:cxn ang="0">
                  <a:pos x="50" y="141"/>
                </a:cxn>
                <a:cxn ang="0">
                  <a:pos x="92" y="122"/>
                </a:cxn>
                <a:cxn ang="0">
                  <a:pos x="119" y="106"/>
                </a:cxn>
                <a:cxn ang="0">
                  <a:pos x="173" y="79"/>
                </a:cxn>
                <a:cxn ang="0">
                  <a:pos x="203" y="68"/>
                </a:cxn>
                <a:cxn ang="0">
                  <a:pos x="223" y="60"/>
                </a:cxn>
                <a:cxn ang="0">
                  <a:pos x="283" y="34"/>
                </a:cxn>
                <a:cxn ang="0">
                  <a:pos x="304" y="22"/>
                </a:cxn>
                <a:cxn ang="0">
                  <a:pos x="325" y="14"/>
                </a:cxn>
                <a:cxn ang="0">
                  <a:pos x="334" y="14"/>
                </a:cxn>
                <a:cxn ang="0">
                  <a:pos x="342" y="11"/>
                </a:cxn>
                <a:cxn ang="0">
                  <a:pos x="342" y="8"/>
                </a:cxn>
                <a:cxn ang="0">
                  <a:pos x="340" y="1"/>
                </a:cxn>
                <a:cxn ang="0">
                  <a:pos x="336" y="0"/>
                </a:cxn>
                <a:cxn ang="0">
                  <a:pos x="333" y="1"/>
                </a:cxn>
              </a:cxnLst>
              <a:rect l="0" t="0" r="r" b="b"/>
              <a:pathLst>
                <a:path w="343" h="165">
                  <a:moveTo>
                    <a:pt x="333" y="1"/>
                  </a:moveTo>
                  <a:lnTo>
                    <a:pt x="333" y="1"/>
                  </a:lnTo>
                  <a:lnTo>
                    <a:pt x="330" y="4"/>
                  </a:lnTo>
                  <a:lnTo>
                    <a:pt x="325" y="4"/>
                  </a:lnTo>
                  <a:lnTo>
                    <a:pt x="319" y="4"/>
                  </a:lnTo>
                  <a:lnTo>
                    <a:pt x="316" y="4"/>
                  </a:lnTo>
                  <a:lnTo>
                    <a:pt x="316" y="4"/>
                  </a:lnTo>
                  <a:lnTo>
                    <a:pt x="293" y="16"/>
                  </a:lnTo>
                  <a:lnTo>
                    <a:pt x="282" y="21"/>
                  </a:lnTo>
                  <a:lnTo>
                    <a:pt x="268" y="26"/>
                  </a:lnTo>
                  <a:lnTo>
                    <a:pt x="268" y="26"/>
                  </a:lnTo>
                  <a:lnTo>
                    <a:pt x="259" y="29"/>
                  </a:lnTo>
                  <a:lnTo>
                    <a:pt x="250" y="33"/>
                  </a:lnTo>
                  <a:lnTo>
                    <a:pt x="233" y="43"/>
                  </a:lnTo>
                  <a:lnTo>
                    <a:pt x="233" y="43"/>
                  </a:lnTo>
                  <a:lnTo>
                    <a:pt x="217" y="50"/>
                  </a:lnTo>
                  <a:lnTo>
                    <a:pt x="203" y="55"/>
                  </a:lnTo>
                  <a:lnTo>
                    <a:pt x="172" y="65"/>
                  </a:lnTo>
                  <a:lnTo>
                    <a:pt x="172" y="65"/>
                  </a:lnTo>
                  <a:lnTo>
                    <a:pt x="148" y="77"/>
                  </a:lnTo>
                  <a:lnTo>
                    <a:pt x="123" y="89"/>
                  </a:lnTo>
                  <a:lnTo>
                    <a:pt x="76" y="118"/>
                  </a:lnTo>
                  <a:lnTo>
                    <a:pt x="76" y="118"/>
                  </a:lnTo>
                  <a:lnTo>
                    <a:pt x="58" y="127"/>
                  </a:lnTo>
                  <a:lnTo>
                    <a:pt x="38" y="135"/>
                  </a:lnTo>
                  <a:lnTo>
                    <a:pt x="19" y="144"/>
                  </a:lnTo>
                  <a:lnTo>
                    <a:pt x="11" y="149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0" y="158"/>
                  </a:lnTo>
                  <a:lnTo>
                    <a:pt x="0" y="160"/>
                  </a:lnTo>
                  <a:lnTo>
                    <a:pt x="0" y="162"/>
                  </a:lnTo>
                  <a:lnTo>
                    <a:pt x="2" y="164"/>
                  </a:lnTo>
                  <a:lnTo>
                    <a:pt x="6" y="165"/>
                  </a:lnTo>
                  <a:lnTo>
                    <a:pt x="8" y="165"/>
                  </a:lnTo>
                  <a:lnTo>
                    <a:pt x="9" y="164"/>
                  </a:lnTo>
                  <a:lnTo>
                    <a:pt x="9" y="164"/>
                  </a:lnTo>
                  <a:lnTo>
                    <a:pt x="19" y="157"/>
                  </a:lnTo>
                  <a:lnTo>
                    <a:pt x="29" y="152"/>
                  </a:lnTo>
                  <a:lnTo>
                    <a:pt x="50" y="141"/>
                  </a:lnTo>
                  <a:lnTo>
                    <a:pt x="72" y="132"/>
                  </a:lnTo>
                  <a:lnTo>
                    <a:pt x="92" y="122"/>
                  </a:lnTo>
                  <a:lnTo>
                    <a:pt x="92" y="122"/>
                  </a:lnTo>
                  <a:lnTo>
                    <a:pt x="119" y="106"/>
                  </a:lnTo>
                  <a:lnTo>
                    <a:pt x="145" y="92"/>
                  </a:lnTo>
                  <a:lnTo>
                    <a:pt x="173" y="79"/>
                  </a:lnTo>
                  <a:lnTo>
                    <a:pt x="187" y="73"/>
                  </a:lnTo>
                  <a:lnTo>
                    <a:pt x="203" y="68"/>
                  </a:lnTo>
                  <a:lnTo>
                    <a:pt x="203" y="68"/>
                  </a:lnTo>
                  <a:lnTo>
                    <a:pt x="223" y="60"/>
                  </a:lnTo>
                  <a:lnTo>
                    <a:pt x="244" y="52"/>
                  </a:lnTo>
                  <a:lnTo>
                    <a:pt x="283" y="34"/>
                  </a:lnTo>
                  <a:lnTo>
                    <a:pt x="283" y="34"/>
                  </a:lnTo>
                  <a:lnTo>
                    <a:pt x="304" y="22"/>
                  </a:lnTo>
                  <a:lnTo>
                    <a:pt x="314" y="17"/>
                  </a:lnTo>
                  <a:lnTo>
                    <a:pt x="325" y="14"/>
                  </a:lnTo>
                  <a:lnTo>
                    <a:pt x="325" y="14"/>
                  </a:lnTo>
                  <a:lnTo>
                    <a:pt x="334" y="14"/>
                  </a:lnTo>
                  <a:lnTo>
                    <a:pt x="338" y="13"/>
                  </a:lnTo>
                  <a:lnTo>
                    <a:pt x="342" y="11"/>
                  </a:lnTo>
                  <a:lnTo>
                    <a:pt x="342" y="11"/>
                  </a:lnTo>
                  <a:lnTo>
                    <a:pt x="342" y="8"/>
                  </a:lnTo>
                  <a:lnTo>
                    <a:pt x="343" y="5"/>
                  </a:lnTo>
                  <a:lnTo>
                    <a:pt x="340" y="1"/>
                  </a:lnTo>
                  <a:lnTo>
                    <a:pt x="339" y="0"/>
                  </a:lnTo>
                  <a:lnTo>
                    <a:pt x="336" y="0"/>
                  </a:lnTo>
                  <a:lnTo>
                    <a:pt x="335" y="0"/>
                  </a:lnTo>
                  <a:lnTo>
                    <a:pt x="333" y="1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3" name="Freeform 400"/>
            <p:cNvSpPr/>
            <p:nvPr/>
          </p:nvSpPr>
          <p:spPr bwMode="auto">
            <a:xfrm>
              <a:off x="5813426" y="1204913"/>
              <a:ext cx="111125" cy="57150"/>
            </a:xfrm>
            <a:custGeom>
              <a:avLst/>
              <a:gdLst/>
              <a:ahLst/>
              <a:cxnLst>
                <a:cxn ang="0">
                  <a:pos x="270" y="0"/>
                </a:cxn>
                <a:cxn ang="0">
                  <a:pos x="270" y="0"/>
                </a:cxn>
                <a:cxn ang="0">
                  <a:pos x="238" y="18"/>
                </a:cxn>
                <a:cxn ang="0">
                  <a:pos x="204" y="35"/>
                </a:cxn>
                <a:cxn ang="0">
                  <a:pos x="137" y="68"/>
                </a:cxn>
                <a:cxn ang="0">
                  <a:pos x="69" y="99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3"/>
                </a:cxn>
                <a:cxn ang="0">
                  <a:pos x="0" y="134"/>
                </a:cxn>
                <a:cxn ang="0">
                  <a:pos x="0" y="137"/>
                </a:cxn>
                <a:cxn ang="0">
                  <a:pos x="0" y="140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7" y="141"/>
                </a:cxn>
                <a:cxn ang="0">
                  <a:pos x="7" y="141"/>
                </a:cxn>
                <a:cxn ang="0">
                  <a:pos x="76" y="109"/>
                </a:cxn>
                <a:cxn ang="0">
                  <a:pos x="142" y="77"/>
                </a:cxn>
                <a:cxn ang="0">
                  <a:pos x="210" y="45"/>
                </a:cxn>
                <a:cxn ang="0">
                  <a:pos x="243" y="28"/>
                </a:cxn>
                <a:cxn ang="0">
                  <a:pos x="276" y="10"/>
                </a:cxn>
                <a:cxn ang="0">
                  <a:pos x="276" y="10"/>
                </a:cxn>
                <a:cxn ang="0">
                  <a:pos x="278" y="9"/>
                </a:cxn>
                <a:cxn ang="0">
                  <a:pos x="278" y="6"/>
                </a:cxn>
                <a:cxn ang="0">
                  <a:pos x="278" y="2"/>
                </a:cxn>
                <a:cxn ang="0">
                  <a:pos x="274" y="0"/>
                </a:cxn>
                <a:cxn ang="0">
                  <a:pos x="273" y="0"/>
                </a:cxn>
                <a:cxn ang="0">
                  <a:pos x="270" y="0"/>
                </a:cxn>
                <a:cxn ang="0">
                  <a:pos x="270" y="0"/>
                </a:cxn>
              </a:cxnLst>
              <a:rect l="0" t="0" r="r" b="b"/>
              <a:pathLst>
                <a:path w="278" h="142">
                  <a:moveTo>
                    <a:pt x="270" y="0"/>
                  </a:moveTo>
                  <a:lnTo>
                    <a:pt x="270" y="0"/>
                  </a:lnTo>
                  <a:lnTo>
                    <a:pt x="238" y="18"/>
                  </a:lnTo>
                  <a:lnTo>
                    <a:pt x="204" y="35"/>
                  </a:lnTo>
                  <a:lnTo>
                    <a:pt x="137" y="68"/>
                  </a:lnTo>
                  <a:lnTo>
                    <a:pt x="69" y="99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3"/>
                  </a:lnTo>
                  <a:lnTo>
                    <a:pt x="0" y="134"/>
                  </a:lnTo>
                  <a:lnTo>
                    <a:pt x="0" y="137"/>
                  </a:lnTo>
                  <a:lnTo>
                    <a:pt x="0" y="140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7" y="141"/>
                  </a:lnTo>
                  <a:lnTo>
                    <a:pt x="7" y="141"/>
                  </a:lnTo>
                  <a:lnTo>
                    <a:pt x="76" y="109"/>
                  </a:lnTo>
                  <a:lnTo>
                    <a:pt x="142" y="77"/>
                  </a:lnTo>
                  <a:lnTo>
                    <a:pt x="210" y="45"/>
                  </a:lnTo>
                  <a:lnTo>
                    <a:pt x="243" y="28"/>
                  </a:lnTo>
                  <a:lnTo>
                    <a:pt x="276" y="10"/>
                  </a:lnTo>
                  <a:lnTo>
                    <a:pt x="276" y="10"/>
                  </a:lnTo>
                  <a:lnTo>
                    <a:pt x="278" y="9"/>
                  </a:lnTo>
                  <a:lnTo>
                    <a:pt x="278" y="6"/>
                  </a:lnTo>
                  <a:lnTo>
                    <a:pt x="278" y="2"/>
                  </a:lnTo>
                  <a:lnTo>
                    <a:pt x="274" y="0"/>
                  </a:lnTo>
                  <a:lnTo>
                    <a:pt x="273" y="0"/>
                  </a:lnTo>
                  <a:lnTo>
                    <a:pt x="270" y="0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4" name="Freeform 401"/>
            <p:cNvSpPr>
              <a:spLocks noEditPoints="1"/>
            </p:cNvSpPr>
            <p:nvPr/>
          </p:nvSpPr>
          <p:spPr bwMode="auto">
            <a:xfrm>
              <a:off x="5248276" y="1095376"/>
              <a:ext cx="727075" cy="561975"/>
            </a:xfrm>
            <a:custGeom>
              <a:avLst/>
              <a:gdLst/>
              <a:ahLst/>
              <a:cxnLst>
                <a:cxn ang="0">
                  <a:pos x="1801" y="361"/>
                </a:cxn>
                <a:cxn ang="0">
                  <a:pos x="1711" y="258"/>
                </a:cxn>
                <a:cxn ang="0">
                  <a:pos x="1610" y="119"/>
                </a:cxn>
                <a:cxn ang="0">
                  <a:pos x="1511" y="36"/>
                </a:cxn>
                <a:cxn ang="0">
                  <a:pos x="1477" y="7"/>
                </a:cxn>
                <a:cxn ang="0">
                  <a:pos x="1446" y="15"/>
                </a:cxn>
                <a:cxn ang="0">
                  <a:pos x="899" y="0"/>
                </a:cxn>
                <a:cxn ang="0">
                  <a:pos x="331" y="8"/>
                </a:cxn>
                <a:cxn ang="0">
                  <a:pos x="308" y="32"/>
                </a:cxn>
                <a:cxn ang="0">
                  <a:pos x="228" y="115"/>
                </a:cxn>
                <a:cxn ang="0">
                  <a:pos x="41" y="325"/>
                </a:cxn>
                <a:cxn ang="0">
                  <a:pos x="0" y="431"/>
                </a:cxn>
                <a:cxn ang="0">
                  <a:pos x="4" y="448"/>
                </a:cxn>
                <a:cxn ang="0">
                  <a:pos x="64" y="551"/>
                </a:cxn>
                <a:cxn ang="0">
                  <a:pos x="229" y="780"/>
                </a:cxn>
                <a:cxn ang="0">
                  <a:pos x="433" y="983"/>
                </a:cxn>
                <a:cxn ang="0">
                  <a:pos x="556" y="1103"/>
                </a:cxn>
                <a:cxn ang="0">
                  <a:pos x="729" y="1265"/>
                </a:cxn>
                <a:cxn ang="0">
                  <a:pos x="869" y="1377"/>
                </a:cxn>
                <a:cxn ang="0">
                  <a:pos x="914" y="1413"/>
                </a:cxn>
                <a:cxn ang="0">
                  <a:pos x="962" y="1400"/>
                </a:cxn>
                <a:cxn ang="0">
                  <a:pos x="1071" y="1317"/>
                </a:cxn>
                <a:cxn ang="0">
                  <a:pos x="1238" y="1188"/>
                </a:cxn>
                <a:cxn ang="0">
                  <a:pos x="1364" y="1054"/>
                </a:cxn>
                <a:cxn ang="0">
                  <a:pos x="1527" y="896"/>
                </a:cxn>
                <a:cxn ang="0">
                  <a:pos x="1677" y="741"/>
                </a:cxn>
                <a:cxn ang="0">
                  <a:pos x="1777" y="599"/>
                </a:cxn>
                <a:cxn ang="0">
                  <a:pos x="1825" y="518"/>
                </a:cxn>
                <a:cxn ang="0">
                  <a:pos x="1826" y="423"/>
                </a:cxn>
                <a:cxn ang="0">
                  <a:pos x="1756" y="547"/>
                </a:cxn>
                <a:cxn ang="0">
                  <a:pos x="1711" y="619"/>
                </a:cxn>
                <a:cxn ang="0">
                  <a:pos x="1541" y="819"/>
                </a:cxn>
                <a:cxn ang="0">
                  <a:pos x="1344" y="1009"/>
                </a:cxn>
                <a:cxn ang="0">
                  <a:pos x="1185" y="1173"/>
                </a:cxn>
                <a:cxn ang="0">
                  <a:pos x="980" y="1324"/>
                </a:cxn>
                <a:cxn ang="0">
                  <a:pos x="922" y="1355"/>
                </a:cxn>
                <a:cxn ang="0">
                  <a:pos x="911" y="1349"/>
                </a:cxn>
                <a:cxn ang="0">
                  <a:pos x="826" y="1286"/>
                </a:cxn>
                <a:cxn ang="0">
                  <a:pos x="699" y="1170"/>
                </a:cxn>
                <a:cxn ang="0">
                  <a:pos x="598" y="1075"/>
                </a:cxn>
                <a:cxn ang="0">
                  <a:pos x="530" y="1009"/>
                </a:cxn>
                <a:cxn ang="0">
                  <a:pos x="432" y="921"/>
                </a:cxn>
                <a:cxn ang="0">
                  <a:pos x="202" y="677"/>
                </a:cxn>
                <a:cxn ang="0">
                  <a:pos x="106" y="529"/>
                </a:cxn>
                <a:cxn ang="0">
                  <a:pos x="49" y="418"/>
                </a:cxn>
                <a:cxn ang="0">
                  <a:pos x="97" y="333"/>
                </a:cxn>
                <a:cxn ang="0">
                  <a:pos x="247" y="164"/>
                </a:cxn>
                <a:cxn ang="0">
                  <a:pos x="343" y="62"/>
                </a:cxn>
                <a:cxn ang="0">
                  <a:pos x="765" y="49"/>
                </a:cxn>
                <a:cxn ang="0">
                  <a:pos x="1316" y="58"/>
                </a:cxn>
                <a:cxn ang="0">
                  <a:pos x="1478" y="64"/>
                </a:cxn>
                <a:cxn ang="0">
                  <a:pos x="1586" y="163"/>
                </a:cxn>
                <a:cxn ang="0">
                  <a:pos x="1695" y="309"/>
                </a:cxn>
                <a:cxn ang="0">
                  <a:pos x="1765" y="389"/>
                </a:cxn>
                <a:cxn ang="0">
                  <a:pos x="1786" y="484"/>
                </a:cxn>
              </a:cxnLst>
              <a:rect l="0" t="0" r="r" b="b"/>
              <a:pathLst>
                <a:path w="1833" h="1415">
                  <a:moveTo>
                    <a:pt x="1812" y="374"/>
                  </a:moveTo>
                  <a:lnTo>
                    <a:pt x="1812" y="374"/>
                  </a:lnTo>
                  <a:lnTo>
                    <a:pt x="1808" y="367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795" y="351"/>
                  </a:lnTo>
                  <a:lnTo>
                    <a:pt x="1788" y="342"/>
                  </a:lnTo>
                  <a:lnTo>
                    <a:pt x="1773" y="322"/>
                  </a:lnTo>
                  <a:lnTo>
                    <a:pt x="1737" y="288"/>
                  </a:lnTo>
                  <a:lnTo>
                    <a:pt x="1737" y="288"/>
                  </a:lnTo>
                  <a:lnTo>
                    <a:pt x="1724" y="274"/>
                  </a:lnTo>
                  <a:lnTo>
                    <a:pt x="1711" y="258"/>
                  </a:lnTo>
                  <a:lnTo>
                    <a:pt x="1689" y="227"/>
                  </a:lnTo>
                  <a:lnTo>
                    <a:pt x="1668" y="193"/>
                  </a:lnTo>
                  <a:lnTo>
                    <a:pt x="1657" y="177"/>
                  </a:lnTo>
                  <a:lnTo>
                    <a:pt x="1646" y="161"/>
                  </a:lnTo>
                  <a:lnTo>
                    <a:pt x="1646" y="161"/>
                  </a:lnTo>
                  <a:lnTo>
                    <a:pt x="1629" y="140"/>
                  </a:lnTo>
                  <a:lnTo>
                    <a:pt x="1610" y="119"/>
                  </a:lnTo>
                  <a:lnTo>
                    <a:pt x="1591" y="100"/>
                  </a:lnTo>
                  <a:lnTo>
                    <a:pt x="1570" y="83"/>
                  </a:lnTo>
                  <a:lnTo>
                    <a:pt x="1570" y="83"/>
                  </a:lnTo>
                  <a:lnTo>
                    <a:pt x="1552" y="70"/>
                  </a:lnTo>
                  <a:lnTo>
                    <a:pt x="1531" y="53"/>
                  </a:lnTo>
                  <a:lnTo>
                    <a:pt x="1520" y="45"/>
                  </a:lnTo>
                  <a:lnTo>
                    <a:pt x="1511" y="36"/>
                  </a:lnTo>
                  <a:lnTo>
                    <a:pt x="1503" y="27"/>
                  </a:lnTo>
                  <a:lnTo>
                    <a:pt x="1497" y="19"/>
                  </a:lnTo>
                  <a:lnTo>
                    <a:pt x="1497" y="19"/>
                  </a:lnTo>
                  <a:lnTo>
                    <a:pt x="1494" y="13"/>
                  </a:lnTo>
                  <a:lnTo>
                    <a:pt x="1489" y="11"/>
                  </a:lnTo>
                  <a:lnTo>
                    <a:pt x="1484" y="8"/>
                  </a:lnTo>
                  <a:lnTo>
                    <a:pt x="1477" y="7"/>
                  </a:lnTo>
                  <a:lnTo>
                    <a:pt x="1463" y="7"/>
                  </a:lnTo>
                  <a:lnTo>
                    <a:pt x="1463" y="7"/>
                  </a:lnTo>
                  <a:lnTo>
                    <a:pt x="1457" y="8"/>
                  </a:lnTo>
                  <a:lnTo>
                    <a:pt x="1452" y="10"/>
                  </a:lnTo>
                  <a:lnTo>
                    <a:pt x="1448" y="12"/>
                  </a:lnTo>
                  <a:lnTo>
                    <a:pt x="1446" y="15"/>
                  </a:lnTo>
                  <a:lnTo>
                    <a:pt x="1446" y="15"/>
                  </a:lnTo>
                  <a:lnTo>
                    <a:pt x="1376" y="13"/>
                  </a:lnTo>
                  <a:lnTo>
                    <a:pt x="1308" y="12"/>
                  </a:lnTo>
                  <a:lnTo>
                    <a:pt x="1172" y="7"/>
                  </a:lnTo>
                  <a:lnTo>
                    <a:pt x="1036" y="2"/>
                  </a:lnTo>
                  <a:lnTo>
                    <a:pt x="967" y="0"/>
                  </a:lnTo>
                  <a:lnTo>
                    <a:pt x="899" y="0"/>
                  </a:lnTo>
                  <a:lnTo>
                    <a:pt x="899" y="0"/>
                  </a:lnTo>
                  <a:lnTo>
                    <a:pt x="832" y="0"/>
                  </a:lnTo>
                  <a:lnTo>
                    <a:pt x="765" y="3"/>
                  </a:lnTo>
                  <a:lnTo>
                    <a:pt x="699" y="6"/>
                  </a:lnTo>
                  <a:lnTo>
                    <a:pt x="632" y="7"/>
                  </a:lnTo>
                  <a:lnTo>
                    <a:pt x="335" y="7"/>
                  </a:lnTo>
                  <a:lnTo>
                    <a:pt x="335" y="7"/>
                  </a:lnTo>
                  <a:lnTo>
                    <a:pt x="331" y="8"/>
                  </a:lnTo>
                  <a:lnTo>
                    <a:pt x="327" y="8"/>
                  </a:lnTo>
                  <a:lnTo>
                    <a:pt x="321" y="13"/>
                  </a:lnTo>
                  <a:lnTo>
                    <a:pt x="321" y="13"/>
                  </a:lnTo>
                  <a:lnTo>
                    <a:pt x="318" y="16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08" y="32"/>
                  </a:lnTo>
                  <a:lnTo>
                    <a:pt x="298" y="45"/>
                  </a:lnTo>
                  <a:lnTo>
                    <a:pt x="288" y="58"/>
                  </a:lnTo>
                  <a:lnTo>
                    <a:pt x="275" y="70"/>
                  </a:lnTo>
                  <a:lnTo>
                    <a:pt x="251" y="92"/>
                  </a:lnTo>
                  <a:lnTo>
                    <a:pt x="238" y="104"/>
                  </a:lnTo>
                  <a:lnTo>
                    <a:pt x="228" y="115"/>
                  </a:lnTo>
                  <a:lnTo>
                    <a:pt x="228" y="115"/>
                  </a:lnTo>
                  <a:lnTo>
                    <a:pt x="171" y="177"/>
                  </a:lnTo>
                  <a:lnTo>
                    <a:pt x="114" y="236"/>
                  </a:lnTo>
                  <a:lnTo>
                    <a:pt x="114" y="236"/>
                  </a:lnTo>
                  <a:lnTo>
                    <a:pt x="96" y="255"/>
                  </a:lnTo>
                  <a:lnTo>
                    <a:pt x="77" y="278"/>
                  </a:lnTo>
                  <a:lnTo>
                    <a:pt x="59" y="301"/>
                  </a:lnTo>
                  <a:lnTo>
                    <a:pt x="41" y="325"/>
                  </a:lnTo>
                  <a:lnTo>
                    <a:pt x="26" y="351"/>
                  </a:lnTo>
                  <a:lnTo>
                    <a:pt x="20" y="364"/>
                  </a:lnTo>
                  <a:lnTo>
                    <a:pt x="13" y="377"/>
                  </a:lnTo>
                  <a:lnTo>
                    <a:pt x="8" y="390"/>
                  </a:lnTo>
                  <a:lnTo>
                    <a:pt x="5" y="403"/>
                  </a:lnTo>
                  <a:lnTo>
                    <a:pt x="3" y="4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3"/>
                  </a:lnTo>
                  <a:lnTo>
                    <a:pt x="0" y="436"/>
                  </a:lnTo>
                  <a:lnTo>
                    <a:pt x="0" y="436"/>
                  </a:lnTo>
                  <a:lnTo>
                    <a:pt x="1" y="442"/>
                  </a:lnTo>
                  <a:lnTo>
                    <a:pt x="4" y="448"/>
                  </a:lnTo>
                  <a:lnTo>
                    <a:pt x="4" y="448"/>
                  </a:lnTo>
                  <a:lnTo>
                    <a:pt x="8" y="462"/>
                  </a:lnTo>
                  <a:lnTo>
                    <a:pt x="15" y="475"/>
                  </a:lnTo>
                  <a:lnTo>
                    <a:pt x="22" y="490"/>
                  </a:lnTo>
                  <a:lnTo>
                    <a:pt x="30" y="503"/>
                  </a:lnTo>
                  <a:lnTo>
                    <a:pt x="47" y="527"/>
                  </a:lnTo>
                  <a:lnTo>
                    <a:pt x="64" y="551"/>
                  </a:lnTo>
                  <a:lnTo>
                    <a:pt x="64" y="551"/>
                  </a:lnTo>
                  <a:lnTo>
                    <a:pt x="90" y="590"/>
                  </a:lnTo>
                  <a:lnTo>
                    <a:pt x="115" y="629"/>
                  </a:lnTo>
                  <a:lnTo>
                    <a:pt x="141" y="667"/>
                  </a:lnTo>
                  <a:lnTo>
                    <a:pt x="169" y="705"/>
                  </a:lnTo>
                  <a:lnTo>
                    <a:pt x="169" y="705"/>
                  </a:lnTo>
                  <a:lnTo>
                    <a:pt x="198" y="743"/>
                  </a:lnTo>
                  <a:lnTo>
                    <a:pt x="229" y="780"/>
                  </a:lnTo>
                  <a:lnTo>
                    <a:pt x="260" y="816"/>
                  </a:lnTo>
                  <a:lnTo>
                    <a:pt x="293" y="850"/>
                  </a:lnTo>
                  <a:lnTo>
                    <a:pt x="327" y="886"/>
                  </a:lnTo>
                  <a:lnTo>
                    <a:pt x="362" y="918"/>
                  </a:lnTo>
                  <a:lnTo>
                    <a:pt x="398" y="951"/>
                  </a:lnTo>
                  <a:lnTo>
                    <a:pt x="433" y="983"/>
                  </a:lnTo>
                  <a:lnTo>
                    <a:pt x="433" y="983"/>
                  </a:lnTo>
                  <a:lnTo>
                    <a:pt x="449" y="998"/>
                  </a:lnTo>
                  <a:lnTo>
                    <a:pt x="465" y="1013"/>
                  </a:lnTo>
                  <a:lnTo>
                    <a:pt x="495" y="1044"/>
                  </a:lnTo>
                  <a:lnTo>
                    <a:pt x="525" y="1074"/>
                  </a:lnTo>
                  <a:lnTo>
                    <a:pt x="539" y="1090"/>
                  </a:lnTo>
                  <a:lnTo>
                    <a:pt x="556" y="1103"/>
                  </a:lnTo>
                  <a:lnTo>
                    <a:pt x="556" y="1103"/>
                  </a:lnTo>
                  <a:lnTo>
                    <a:pt x="593" y="1133"/>
                  </a:lnTo>
                  <a:lnTo>
                    <a:pt x="627" y="1164"/>
                  </a:lnTo>
                  <a:lnTo>
                    <a:pt x="661" y="1197"/>
                  </a:lnTo>
                  <a:lnTo>
                    <a:pt x="693" y="1231"/>
                  </a:lnTo>
                  <a:lnTo>
                    <a:pt x="693" y="1231"/>
                  </a:lnTo>
                  <a:lnTo>
                    <a:pt x="710" y="1248"/>
                  </a:lnTo>
                  <a:lnTo>
                    <a:pt x="729" y="1265"/>
                  </a:lnTo>
                  <a:lnTo>
                    <a:pt x="747" y="1281"/>
                  </a:lnTo>
                  <a:lnTo>
                    <a:pt x="765" y="1295"/>
                  </a:lnTo>
                  <a:lnTo>
                    <a:pt x="803" y="1324"/>
                  </a:lnTo>
                  <a:lnTo>
                    <a:pt x="841" y="1354"/>
                  </a:lnTo>
                  <a:lnTo>
                    <a:pt x="841" y="1354"/>
                  </a:lnTo>
                  <a:lnTo>
                    <a:pt x="853" y="1364"/>
                  </a:lnTo>
                  <a:lnTo>
                    <a:pt x="869" y="1377"/>
                  </a:lnTo>
                  <a:lnTo>
                    <a:pt x="884" y="1391"/>
                  </a:lnTo>
                  <a:lnTo>
                    <a:pt x="892" y="1396"/>
                  </a:lnTo>
                  <a:lnTo>
                    <a:pt x="900" y="1398"/>
                  </a:lnTo>
                  <a:lnTo>
                    <a:pt x="900" y="1398"/>
                  </a:lnTo>
                  <a:lnTo>
                    <a:pt x="904" y="1406"/>
                  </a:lnTo>
                  <a:lnTo>
                    <a:pt x="911" y="1411"/>
                  </a:lnTo>
                  <a:lnTo>
                    <a:pt x="914" y="1413"/>
                  </a:lnTo>
                  <a:lnTo>
                    <a:pt x="918" y="1414"/>
                  </a:lnTo>
                  <a:lnTo>
                    <a:pt x="922" y="1415"/>
                  </a:lnTo>
                  <a:lnTo>
                    <a:pt x="928" y="1414"/>
                  </a:lnTo>
                  <a:lnTo>
                    <a:pt x="928" y="1414"/>
                  </a:lnTo>
                  <a:lnTo>
                    <a:pt x="941" y="1411"/>
                  </a:lnTo>
                  <a:lnTo>
                    <a:pt x="951" y="1406"/>
                  </a:lnTo>
                  <a:lnTo>
                    <a:pt x="962" y="1400"/>
                  </a:lnTo>
                  <a:lnTo>
                    <a:pt x="972" y="1391"/>
                  </a:lnTo>
                  <a:lnTo>
                    <a:pt x="972" y="1391"/>
                  </a:lnTo>
                  <a:lnTo>
                    <a:pt x="996" y="1371"/>
                  </a:lnTo>
                  <a:lnTo>
                    <a:pt x="1020" y="1353"/>
                  </a:lnTo>
                  <a:lnTo>
                    <a:pt x="1045" y="1334"/>
                  </a:lnTo>
                  <a:lnTo>
                    <a:pt x="1071" y="1317"/>
                  </a:lnTo>
                  <a:lnTo>
                    <a:pt x="1071" y="1317"/>
                  </a:lnTo>
                  <a:lnTo>
                    <a:pt x="1092" y="1303"/>
                  </a:lnTo>
                  <a:lnTo>
                    <a:pt x="1115" y="1287"/>
                  </a:lnTo>
                  <a:lnTo>
                    <a:pt x="1155" y="1255"/>
                  </a:lnTo>
                  <a:lnTo>
                    <a:pt x="1196" y="1221"/>
                  </a:lnTo>
                  <a:lnTo>
                    <a:pt x="1217" y="1204"/>
                  </a:lnTo>
                  <a:lnTo>
                    <a:pt x="1238" y="1188"/>
                  </a:lnTo>
                  <a:lnTo>
                    <a:pt x="1238" y="1188"/>
                  </a:lnTo>
                  <a:lnTo>
                    <a:pt x="1256" y="1175"/>
                  </a:lnTo>
                  <a:lnTo>
                    <a:pt x="1273" y="1159"/>
                  </a:lnTo>
                  <a:lnTo>
                    <a:pt x="1289" y="1143"/>
                  </a:lnTo>
                  <a:lnTo>
                    <a:pt x="1304" y="1126"/>
                  </a:lnTo>
                  <a:lnTo>
                    <a:pt x="1336" y="1091"/>
                  </a:lnTo>
                  <a:lnTo>
                    <a:pt x="1364" y="1054"/>
                  </a:lnTo>
                  <a:lnTo>
                    <a:pt x="1364" y="1054"/>
                  </a:lnTo>
                  <a:lnTo>
                    <a:pt x="1379" y="1037"/>
                  </a:lnTo>
                  <a:lnTo>
                    <a:pt x="1395" y="1020"/>
                  </a:lnTo>
                  <a:lnTo>
                    <a:pt x="1426" y="990"/>
                  </a:lnTo>
                  <a:lnTo>
                    <a:pt x="1460" y="960"/>
                  </a:lnTo>
                  <a:lnTo>
                    <a:pt x="1494" y="929"/>
                  </a:lnTo>
                  <a:lnTo>
                    <a:pt x="1494" y="929"/>
                  </a:lnTo>
                  <a:lnTo>
                    <a:pt x="1527" y="896"/>
                  </a:lnTo>
                  <a:lnTo>
                    <a:pt x="1559" y="862"/>
                  </a:lnTo>
                  <a:lnTo>
                    <a:pt x="1592" y="830"/>
                  </a:lnTo>
                  <a:lnTo>
                    <a:pt x="1626" y="796"/>
                  </a:lnTo>
                  <a:lnTo>
                    <a:pt x="1626" y="796"/>
                  </a:lnTo>
                  <a:lnTo>
                    <a:pt x="1644" y="779"/>
                  </a:lnTo>
                  <a:lnTo>
                    <a:pt x="1661" y="759"/>
                  </a:lnTo>
                  <a:lnTo>
                    <a:pt x="1677" y="741"/>
                  </a:lnTo>
                  <a:lnTo>
                    <a:pt x="1691" y="720"/>
                  </a:lnTo>
                  <a:lnTo>
                    <a:pt x="1722" y="680"/>
                  </a:lnTo>
                  <a:lnTo>
                    <a:pt x="1752" y="640"/>
                  </a:lnTo>
                  <a:lnTo>
                    <a:pt x="1752" y="640"/>
                  </a:lnTo>
                  <a:lnTo>
                    <a:pt x="1761" y="627"/>
                  </a:lnTo>
                  <a:lnTo>
                    <a:pt x="1770" y="614"/>
                  </a:lnTo>
                  <a:lnTo>
                    <a:pt x="1777" y="599"/>
                  </a:lnTo>
                  <a:lnTo>
                    <a:pt x="1783" y="585"/>
                  </a:lnTo>
                  <a:lnTo>
                    <a:pt x="1783" y="585"/>
                  </a:lnTo>
                  <a:lnTo>
                    <a:pt x="1787" y="575"/>
                  </a:lnTo>
                  <a:lnTo>
                    <a:pt x="1794" y="565"/>
                  </a:lnTo>
                  <a:lnTo>
                    <a:pt x="1807" y="547"/>
                  </a:lnTo>
                  <a:lnTo>
                    <a:pt x="1818" y="527"/>
                  </a:lnTo>
                  <a:lnTo>
                    <a:pt x="1825" y="518"/>
                  </a:lnTo>
                  <a:lnTo>
                    <a:pt x="1829" y="507"/>
                  </a:lnTo>
                  <a:lnTo>
                    <a:pt x="1829" y="507"/>
                  </a:lnTo>
                  <a:lnTo>
                    <a:pt x="1831" y="491"/>
                  </a:lnTo>
                  <a:lnTo>
                    <a:pt x="1833" y="474"/>
                  </a:lnTo>
                  <a:lnTo>
                    <a:pt x="1833" y="457"/>
                  </a:lnTo>
                  <a:lnTo>
                    <a:pt x="1830" y="440"/>
                  </a:lnTo>
                  <a:lnTo>
                    <a:pt x="1826" y="423"/>
                  </a:lnTo>
                  <a:lnTo>
                    <a:pt x="1821" y="406"/>
                  </a:lnTo>
                  <a:lnTo>
                    <a:pt x="1812" y="374"/>
                  </a:lnTo>
                  <a:lnTo>
                    <a:pt x="1812" y="374"/>
                  </a:lnTo>
                  <a:close/>
                  <a:moveTo>
                    <a:pt x="1778" y="513"/>
                  </a:moveTo>
                  <a:lnTo>
                    <a:pt x="1778" y="513"/>
                  </a:lnTo>
                  <a:lnTo>
                    <a:pt x="1767" y="531"/>
                  </a:lnTo>
                  <a:lnTo>
                    <a:pt x="1756" y="547"/>
                  </a:lnTo>
                  <a:lnTo>
                    <a:pt x="1744" y="564"/>
                  </a:lnTo>
                  <a:lnTo>
                    <a:pt x="1739" y="572"/>
                  </a:lnTo>
                  <a:lnTo>
                    <a:pt x="1735" y="582"/>
                  </a:lnTo>
                  <a:lnTo>
                    <a:pt x="1735" y="582"/>
                  </a:lnTo>
                  <a:lnTo>
                    <a:pt x="1729" y="592"/>
                  </a:lnTo>
                  <a:lnTo>
                    <a:pt x="1724" y="601"/>
                  </a:lnTo>
                  <a:lnTo>
                    <a:pt x="1711" y="619"/>
                  </a:lnTo>
                  <a:lnTo>
                    <a:pt x="1684" y="656"/>
                  </a:lnTo>
                  <a:lnTo>
                    <a:pt x="1684" y="656"/>
                  </a:lnTo>
                  <a:lnTo>
                    <a:pt x="1657" y="690"/>
                  </a:lnTo>
                  <a:lnTo>
                    <a:pt x="1630" y="722"/>
                  </a:lnTo>
                  <a:lnTo>
                    <a:pt x="1601" y="755"/>
                  </a:lnTo>
                  <a:lnTo>
                    <a:pt x="1571" y="788"/>
                  </a:lnTo>
                  <a:lnTo>
                    <a:pt x="1541" y="819"/>
                  </a:lnTo>
                  <a:lnTo>
                    <a:pt x="1511" y="849"/>
                  </a:lnTo>
                  <a:lnTo>
                    <a:pt x="1448" y="909"/>
                  </a:lnTo>
                  <a:lnTo>
                    <a:pt x="1448" y="909"/>
                  </a:lnTo>
                  <a:lnTo>
                    <a:pt x="1395" y="958"/>
                  </a:lnTo>
                  <a:lnTo>
                    <a:pt x="1368" y="983"/>
                  </a:lnTo>
                  <a:lnTo>
                    <a:pt x="1344" y="1009"/>
                  </a:lnTo>
                  <a:lnTo>
                    <a:pt x="1344" y="1009"/>
                  </a:lnTo>
                  <a:lnTo>
                    <a:pt x="1313" y="1043"/>
                  </a:lnTo>
                  <a:lnTo>
                    <a:pt x="1285" y="1077"/>
                  </a:lnTo>
                  <a:lnTo>
                    <a:pt x="1256" y="1109"/>
                  </a:lnTo>
                  <a:lnTo>
                    <a:pt x="1240" y="1125"/>
                  </a:lnTo>
                  <a:lnTo>
                    <a:pt x="1225" y="1141"/>
                  </a:lnTo>
                  <a:lnTo>
                    <a:pt x="1225" y="1141"/>
                  </a:lnTo>
                  <a:lnTo>
                    <a:pt x="1185" y="1173"/>
                  </a:lnTo>
                  <a:lnTo>
                    <a:pt x="1146" y="1206"/>
                  </a:lnTo>
                  <a:lnTo>
                    <a:pt x="1065" y="1266"/>
                  </a:lnTo>
                  <a:lnTo>
                    <a:pt x="1065" y="1266"/>
                  </a:lnTo>
                  <a:lnTo>
                    <a:pt x="1044" y="1282"/>
                  </a:lnTo>
                  <a:lnTo>
                    <a:pt x="1023" y="1295"/>
                  </a:lnTo>
                  <a:lnTo>
                    <a:pt x="980" y="1324"/>
                  </a:lnTo>
                  <a:lnTo>
                    <a:pt x="980" y="1324"/>
                  </a:lnTo>
                  <a:lnTo>
                    <a:pt x="968" y="1333"/>
                  </a:lnTo>
                  <a:lnTo>
                    <a:pt x="956" y="1343"/>
                  </a:lnTo>
                  <a:lnTo>
                    <a:pt x="945" y="1354"/>
                  </a:lnTo>
                  <a:lnTo>
                    <a:pt x="931" y="1363"/>
                  </a:lnTo>
                  <a:lnTo>
                    <a:pt x="931" y="1363"/>
                  </a:lnTo>
                  <a:lnTo>
                    <a:pt x="928" y="1358"/>
                  </a:lnTo>
                  <a:lnTo>
                    <a:pt x="922" y="1355"/>
                  </a:lnTo>
                  <a:lnTo>
                    <a:pt x="916" y="1354"/>
                  </a:lnTo>
                  <a:lnTo>
                    <a:pt x="908" y="1355"/>
                  </a:lnTo>
                  <a:lnTo>
                    <a:pt x="908" y="1355"/>
                  </a:lnTo>
                  <a:lnTo>
                    <a:pt x="911" y="1354"/>
                  </a:lnTo>
                  <a:lnTo>
                    <a:pt x="912" y="1353"/>
                  </a:lnTo>
                  <a:lnTo>
                    <a:pt x="912" y="1350"/>
                  </a:lnTo>
                  <a:lnTo>
                    <a:pt x="911" y="1349"/>
                  </a:lnTo>
                  <a:lnTo>
                    <a:pt x="907" y="1343"/>
                  </a:lnTo>
                  <a:lnTo>
                    <a:pt x="901" y="1340"/>
                  </a:lnTo>
                  <a:lnTo>
                    <a:pt x="886" y="1329"/>
                  </a:lnTo>
                  <a:lnTo>
                    <a:pt x="874" y="1321"/>
                  </a:lnTo>
                  <a:lnTo>
                    <a:pt x="874" y="1321"/>
                  </a:lnTo>
                  <a:lnTo>
                    <a:pt x="850" y="1303"/>
                  </a:lnTo>
                  <a:lnTo>
                    <a:pt x="826" y="1286"/>
                  </a:lnTo>
                  <a:lnTo>
                    <a:pt x="826" y="1286"/>
                  </a:lnTo>
                  <a:lnTo>
                    <a:pt x="807" y="1274"/>
                  </a:lnTo>
                  <a:lnTo>
                    <a:pt x="790" y="1261"/>
                  </a:lnTo>
                  <a:lnTo>
                    <a:pt x="775" y="1247"/>
                  </a:lnTo>
                  <a:lnTo>
                    <a:pt x="759" y="1232"/>
                  </a:lnTo>
                  <a:lnTo>
                    <a:pt x="729" y="1202"/>
                  </a:lnTo>
                  <a:lnTo>
                    <a:pt x="699" y="1170"/>
                  </a:lnTo>
                  <a:lnTo>
                    <a:pt x="699" y="1170"/>
                  </a:lnTo>
                  <a:lnTo>
                    <a:pt x="676" y="1146"/>
                  </a:lnTo>
                  <a:lnTo>
                    <a:pt x="652" y="1120"/>
                  </a:lnTo>
                  <a:lnTo>
                    <a:pt x="638" y="1107"/>
                  </a:lnTo>
                  <a:lnTo>
                    <a:pt x="625" y="1095"/>
                  </a:lnTo>
                  <a:lnTo>
                    <a:pt x="612" y="1085"/>
                  </a:lnTo>
                  <a:lnTo>
                    <a:pt x="598" y="1075"/>
                  </a:lnTo>
                  <a:lnTo>
                    <a:pt x="598" y="1075"/>
                  </a:lnTo>
                  <a:lnTo>
                    <a:pt x="587" y="1069"/>
                  </a:lnTo>
                  <a:lnTo>
                    <a:pt x="578" y="1062"/>
                  </a:lnTo>
                  <a:lnTo>
                    <a:pt x="561" y="1045"/>
                  </a:lnTo>
                  <a:lnTo>
                    <a:pt x="546" y="1027"/>
                  </a:lnTo>
                  <a:lnTo>
                    <a:pt x="530" y="1009"/>
                  </a:lnTo>
                  <a:lnTo>
                    <a:pt x="530" y="1009"/>
                  </a:lnTo>
                  <a:lnTo>
                    <a:pt x="523" y="1000"/>
                  </a:lnTo>
                  <a:lnTo>
                    <a:pt x="516" y="993"/>
                  </a:lnTo>
                  <a:lnTo>
                    <a:pt x="500" y="979"/>
                  </a:lnTo>
                  <a:lnTo>
                    <a:pt x="482" y="964"/>
                  </a:lnTo>
                  <a:lnTo>
                    <a:pt x="466" y="951"/>
                  </a:lnTo>
                  <a:lnTo>
                    <a:pt x="466" y="951"/>
                  </a:lnTo>
                  <a:lnTo>
                    <a:pt x="432" y="921"/>
                  </a:lnTo>
                  <a:lnTo>
                    <a:pt x="399" y="890"/>
                  </a:lnTo>
                  <a:lnTo>
                    <a:pt x="366" y="858"/>
                  </a:lnTo>
                  <a:lnTo>
                    <a:pt x="335" y="826"/>
                  </a:lnTo>
                  <a:lnTo>
                    <a:pt x="275" y="759"/>
                  </a:lnTo>
                  <a:lnTo>
                    <a:pt x="215" y="691"/>
                  </a:lnTo>
                  <a:lnTo>
                    <a:pt x="215" y="691"/>
                  </a:lnTo>
                  <a:lnTo>
                    <a:pt x="202" y="677"/>
                  </a:lnTo>
                  <a:lnTo>
                    <a:pt x="190" y="661"/>
                  </a:lnTo>
                  <a:lnTo>
                    <a:pt x="166" y="628"/>
                  </a:lnTo>
                  <a:lnTo>
                    <a:pt x="145" y="594"/>
                  </a:lnTo>
                  <a:lnTo>
                    <a:pt x="127" y="559"/>
                  </a:lnTo>
                  <a:lnTo>
                    <a:pt x="127" y="559"/>
                  </a:lnTo>
                  <a:lnTo>
                    <a:pt x="118" y="543"/>
                  </a:lnTo>
                  <a:lnTo>
                    <a:pt x="106" y="529"/>
                  </a:lnTo>
                  <a:lnTo>
                    <a:pt x="83" y="497"/>
                  </a:lnTo>
                  <a:lnTo>
                    <a:pt x="71" y="482"/>
                  </a:lnTo>
                  <a:lnTo>
                    <a:pt x="60" y="466"/>
                  </a:lnTo>
                  <a:lnTo>
                    <a:pt x="52" y="449"/>
                  </a:lnTo>
                  <a:lnTo>
                    <a:pt x="46" y="432"/>
                  </a:lnTo>
                  <a:lnTo>
                    <a:pt x="46" y="432"/>
                  </a:lnTo>
                  <a:lnTo>
                    <a:pt x="49" y="418"/>
                  </a:lnTo>
                  <a:lnTo>
                    <a:pt x="51" y="404"/>
                  </a:lnTo>
                  <a:lnTo>
                    <a:pt x="56" y="391"/>
                  </a:lnTo>
                  <a:lnTo>
                    <a:pt x="63" y="380"/>
                  </a:lnTo>
                  <a:lnTo>
                    <a:pt x="71" y="368"/>
                  </a:lnTo>
                  <a:lnTo>
                    <a:pt x="79" y="356"/>
                  </a:lnTo>
                  <a:lnTo>
                    <a:pt x="97" y="333"/>
                  </a:lnTo>
                  <a:lnTo>
                    <a:pt x="97" y="333"/>
                  </a:lnTo>
                  <a:lnTo>
                    <a:pt x="120" y="302"/>
                  </a:lnTo>
                  <a:lnTo>
                    <a:pt x="145" y="272"/>
                  </a:lnTo>
                  <a:lnTo>
                    <a:pt x="171" y="245"/>
                  </a:lnTo>
                  <a:lnTo>
                    <a:pt x="199" y="216"/>
                  </a:lnTo>
                  <a:lnTo>
                    <a:pt x="199" y="216"/>
                  </a:lnTo>
                  <a:lnTo>
                    <a:pt x="224" y="191"/>
                  </a:lnTo>
                  <a:lnTo>
                    <a:pt x="247" y="164"/>
                  </a:lnTo>
                  <a:lnTo>
                    <a:pt x="270" y="138"/>
                  </a:lnTo>
                  <a:lnTo>
                    <a:pt x="294" y="112"/>
                  </a:lnTo>
                  <a:lnTo>
                    <a:pt x="294" y="112"/>
                  </a:lnTo>
                  <a:lnTo>
                    <a:pt x="315" y="91"/>
                  </a:lnTo>
                  <a:lnTo>
                    <a:pt x="336" y="71"/>
                  </a:lnTo>
                  <a:lnTo>
                    <a:pt x="336" y="71"/>
                  </a:lnTo>
                  <a:lnTo>
                    <a:pt x="343" y="62"/>
                  </a:lnTo>
                  <a:lnTo>
                    <a:pt x="345" y="57"/>
                  </a:lnTo>
                  <a:lnTo>
                    <a:pt x="345" y="54"/>
                  </a:lnTo>
                  <a:lnTo>
                    <a:pt x="343" y="53"/>
                  </a:lnTo>
                  <a:lnTo>
                    <a:pt x="632" y="53"/>
                  </a:lnTo>
                  <a:lnTo>
                    <a:pt x="632" y="53"/>
                  </a:lnTo>
                  <a:lnTo>
                    <a:pt x="699" y="51"/>
                  </a:lnTo>
                  <a:lnTo>
                    <a:pt x="765" y="49"/>
                  </a:lnTo>
                  <a:lnTo>
                    <a:pt x="832" y="46"/>
                  </a:lnTo>
                  <a:lnTo>
                    <a:pt x="899" y="45"/>
                  </a:lnTo>
                  <a:lnTo>
                    <a:pt x="899" y="45"/>
                  </a:lnTo>
                  <a:lnTo>
                    <a:pt x="968" y="46"/>
                  </a:lnTo>
                  <a:lnTo>
                    <a:pt x="1037" y="47"/>
                  </a:lnTo>
                  <a:lnTo>
                    <a:pt x="1176" y="53"/>
                  </a:lnTo>
                  <a:lnTo>
                    <a:pt x="1316" y="58"/>
                  </a:lnTo>
                  <a:lnTo>
                    <a:pt x="1385" y="61"/>
                  </a:lnTo>
                  <a:lnTo>
                    <a:pt x="1455" y="61"/>
                  </a:lnTo>
                  <a:lnTo>
                    <a:pt x="1455" y="61"/>
                  </a:lnTo>
                  <a:lnTo>
                    <a:pt x="1463" y="59"/>
                  </a:lnTo>
                  <a:lnTo>
                    <a:pt x="1468" y="57"/>
                  </a:lnTo>
                  <a:lnTo>
                    <a:pt x="1468" y="57"/>
                  </a:lnTo>
                  <a:lnTo>
                    <a:pt x="1478" y="64"/>
                  </a:lnTo>
                  <a:lnTo>
                    <a:pt x="1489" y="72"/>
                  </a:lnTo>
                  <a:lnTo>
                    <a:pt x="1489" y="72"/>
                  </a:lnTo>
                  <a:lnTo>
                    <a:pt x="1515" y="93"/>
                  </a:lnTo>
                  <a:lnTo>
                    <a:pt x="1540" y="114"/>
                  </a:lnTo>
                  <a:lnTo>
                    <a:pt x="1563" y="138"/>
                  </a:lnTo>
                  <a:lnTo>
                    <a:pt x="1586" y="163"/>
                  </a:lnTo>
                  <a:lnTo>
                    <a:pt x="1586" y="163"/>
                  </a:lnTo>
                  <a:lnTo>
                    <a:pt x="1609" y="191"/>
                  </a:lnTo>
                  <a:lnTo>
                    <a:pt x="1633" y="221"/>
                  </a:lnTo>
                  <a:lnTo>
                    <a:pt x="1654" y="251"/>
                  </a:lnTo>
                  <a:lnTo>
                    <a:pt x="1674" y="283"/>
                  </a:lnTo>
                  <a:lnTo>
                    <a:pt x="1674" y="283"/>
                  </a:lnTo>
                  <a:lnTo>
                    <a:pt x="1685" y="296"/>
                  </a:lnTo>
                  <a:lnTo>
                    <a:pt x="1695" y="309"/>
                  </a:lnTo>
                  <a:lnTo>
                    <a:pt x="1720" y="333"/>
                  </a:lnTo>
                  <a:lnTo>
                    <a:pt x="1732" y="344"/>
                  </a:lnTo>
                  <a:lnTo>
                    <a:pt x="1744" y="357"/>
                  </a:lnTo>
                  <a:lnTo>
                    <a:pt x="1753" y="370"/>
                  </a:lnTo>
                  <a:lnTo>
                    <a:pt x="1762" y="384"/>
                  </a:lnTo>
                  <a:lnTo>
                    <a:pt x="1762" y="384"/>
                  </a:lnTo>
                  <a:lnTo>
                    <a:pt x="1765" y="389"/>
                  </a:lnTo>
                  <a:lnTo>
                    <a:pt x="1770" y="393"/>
                  </a:lnTo>
                  <a:lnTo>
                    <a:pt x="1770" y="393"/>
                  </a:lnTo>
                  <a:lnTo>
                    <a:pt x="1778" y="421"/>
                  </a:lnTo>
                  <a:lnTo>
                    <a:pt x="1782" y="437"/>
                  </a:lnTo>
                  <a:lnTo>
                    <a:pt x="1784" y="453"/>
                  </a:lnTo>
                  <a:lnTo>
                    <a:pt x="1786" y="469"/>
                  </a:lnTo>
                  <a:lnTo>
                    <a:pt x="1786" y="484"/>
                  </a:lnTo>
                  <a:lnTo>
                    <a:pt x="1783" y="500"/>
                  </a:lnTo>
                  <a:lnTo>
                    <a:pt x="1778" y="513"/>
                  </a:lnTo>
                  <a:lnTo>
                    <a:pt x="1778" y="51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5" name="Freeform 402"/>
            <p:cNvSpPr/>
            <p:nvPr/>
          </p:nvSpPr>
          <p:spPr bwMode="auto">
            <a:xfrm>
              <a:off x="5257801" y="1255713"/>
              <a:ext cx="703263" cy="26988"/>
            </a:xfrm>
            <a:custGeom>
              <a:avLst/>
              <a:gdLst/>
              <a:ahLst/>
              <a:cxnLst>
                <a:cxn ang="0">
                  <a:pos x="1763" y="29"/>
                </a:cxn>
                <a:cxn ang="0">
                  <a:pos x="1744" y="21"/>
                </a:cxn>
                <a:cxn ang="0">
                  <a:pos x="1720" y="18"/>
                </a:cxn>
                <a:cxn ang="0">
                  <a:pos x="1673" y="20"/>
                </a:cxn>
                <a:cxn ang="0">
                  <a:pos x="1592" y="22"/>
                </a:cxn>
                <a:cxn ang="0">
                  <a:pos x="1510" y="22"/>
                </a:cxn>
                <a:cxn ang="0">
                  <a:pos x="1451" y="21"/>
                </a:cxn>
                <a:cxn ang="0">
                  <a:pos x="1332" y="13"/>
                </a:cxn>
                <a:cxn ang="0">
                  <a:pos x="1273" y="12"/>
                </a:cxn>
                <a:cxn ang="0">
                  <a:pos x="1145" y="15"/>
                </a:cxn>
                <a:cxn ang="0">
                  <a:pos x="1016" y="16"/>
                </a:cxn>
                <a:cxn ang="0">
                  <a:pos x="769" y="13"/>
                </a:cxn>
                <a:cxn ang="0">
                  <a:pos x="273" y="3"/>
                </a:cxn>
                <a:cxn ang="0">
                  <a:pos x="26" y="0"/>
                </a:cxn>
                <a:cxn ang="0">
                  <a:pos x="20" y="0"/>
                </a:cxn>
                <a:cxn ang="0">
                  <a:pos x="10" y="4"/>
                </a:cxn>
                <a:cxn ang="0">
                  <a:pos x="4" y="11"/>
                </a:cxn>
                <a:cxn ang="0">
                  <a:pos x="0" y="18"/>
                </a:cxn>
                <a:cxn ang="0">
                  <a:pos x="0" y="28"/>
                </a:cxn>
                <a:cxn ang="0">
                  <a:pos x="4" y="35"/>
                </a:cxn>
                <a:cxn ang="0">
                  <a:pos x="10" y="42"/>
                </a:cxn>
                <a:cxn ang="0">
                  <a:pos x="20" y="45"/>
                </a:cxn>
                <a:cxn ang="0">
                  <a:pos x="26" y="46"/>
                </a:cxn>
                <a:cxn ang="0">
                  <a:pos x="256" y="49"/>
                </a:cxn>
                <a:cxn ang="0">
                  <a:pos x="717" y="59"/>
                </a:cxn>
                <a:cxn ang="0">
                  <a:pos x="947" y="60"/>
                </a:cxn>
                <a:cxn ang="0">
                  <a:pos x="1009" y="60"/>
                </a:cxn>
                <a:cxn ang="0">
                  <a:pos x="1196" y="55"/>
                </a:cxn>
                <a:cxn ang="0">
                  <a:pos x="1320" y="56"/>
                </a:cxn>
                <a:cxn ang="0">
                  <a:pos x="1413" y="62"/>
                </a:cxn>
                <a:cxn ang="0">
                  <a:pos x="1443" y="66"/>
                </a:cxn>
                <a:cxn ang="0">
                  <a:pos x="1527" y="69"/>
                </a:cxn>
                <a:cxn ang="0">
                  <a:pos x="1610" y="68"/>
                </a:cxn>
                <a:cxn ang="0">
                  <a:pos x="1673" y="66"/>
                </a:cxn>
                <a:cxn ang="0">
                  <a:pos x="1707" y="67"/>
                </a:cxn>
                <a:cxn ang="0">
                  <a:pos x="1727" y="64"/>
                </a:cxn>
                <a:cxn ang="0">
                  <a:pos x="1725" y="62"/>
                </a:cxn>
                <a:cxn ang="0">
                  <a:pos x="1731" y="66"/>
                </a:cxn>
                <a:cxn ang="0">
                  <a:pos x="1741" y="68"/>
                </a:cxn>
                <a:cxn ang="0">
                  <a:pos x="1750" y="68"/>
                </a:cxn>
                <a:cxn ang="0">
                  <a:pos x="1763" y="62"/>
                </a:cxn>
                <a:cxn ang="0">
                  <a:pos x="1770" y="50"/>
                </a:cxn>
                <a:cxn ang="0">
                  <a:pos x="1771" y="42"/>
                </a:cxn>
                <a:cxn ang="0">
                  <a:pos x="1767" y="34"/>
                </a:cxn>
                <a:cxn ang="0">
                  <a:pos x="1763" y="29"/>
                </a:cxn>
              </a:cxnLst>
              <a:rect l="0" t="0" r="r" b="b"/>
              <a:pathLst>
                <a:path w="1771" h="69">
                  <a:moveTo>
                    <a:pt x="1763" y="29"/>
                  </a:moveTo>
                  <a:lnTo>
                    <a:pt x="1763" y="29"/>
                  </a:lnTo>
                  <a:lnTo>
                    <a:pt x="1754" y="24"/>
                  </a:lnTo>
                  <a:lnTo>
                    <a:pt x="1744" y="21"/>
                  </a:lnTo>
                  <a:lnTo>
                    <a:pt x="1732" y="18"/>
                  </a:lnTo>
                  <a:lnTo>
                    <a:pt x="1720" y="18"/>
                  </a:lnTo>
                  <a:lnTo>
                    <a:pt x="1695" y="18"/>
                  </a:lnTo>
                  <a:lnTo>
                    <a:pt x="1673" y="20"/>
                  </a:lnTo>
                  <a:lnTo>
                    <a:pt x="1673" y="20"/>
                  </a:lnTo>
                  <a:lnTo>
                    <a:pt x="1592" y="22"/>
                  </a:lnTo>
                  <a:lnTo>
                    <a:pt x="1510" y="22"/>
                  </a:lnTo>
                  <a:lnTo>
                    <a:pt x="1510" y="22"/>
                  </a:lnTo>
                  <a:lnTo>
                    <a:pt x="1481" y="22"/>
                  </a:lnTo>
                  <a:lnTo>
                    <a:pt x="1451" y="21"/>
                  </a:lnTo>
                  <a:lnTo>
                    <a:pt x="1392" y="17"/>
                  </a:lnTo>
                  <a:lnTo>
                    <a:pt x="1332" y="13"/>
                  </a:lnTo>
                  <a:lnTo>
                    <a:pt x="1303" y="12"/>
                  </a:lnTo>
                  <a:lnTo>
                    <a:pt x="1273" y="12"/>
                  </a:lnTo>
                  <a:lnTo>
                    <a:pt x="1273" y="12"/>
                  </a:lnTo>
                  <a:lnTo>
                    <a:pt x="1145" y="15"/>
                  </a:lnTo>
                  <a:lnTo>
                    <a:pt x="1016" y="16"/>
                  </a:lnTo>
                  <a:lnTo>
                    <a:pt x="1016" y="16"/>
                  </a:lnTo>
                  <a:lnTo>
                    <a:pt x="893" y="15"/>
                  </a:lnTo>
                  <a:lnTo>
                    <a:pt x="769" y="13"/>
                  </a:lnTo>
                  <a:lnTo>
                    <a:pt x="521" y="8"/>
                  </a:lnTo>
                  <a:lnTo>
                    <a:pt x="273" y="3"/>
                  </a:lnTo>
                  <a:lnTo>
                    <a:pt x="149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14" y="1"/>
                  </a:lnTo>
                  <a:lnTo>
                    <a:pt x="10" y="4"/>
                  </a:lnTo>
                  <a:lnTo>
                    <a:pt x="7" y="7"/>
                  </a:lnTo>
                  <a:lnTo>
                    <a:pt x="4" y="11"/>
                  </a:lnTo>
                  <a:lnTo>
                    <a:pt x="1" y="15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1" y="32"/>
                  </a:lnTo>
                  <a:lnTo>
                    <a:pt x="4" y="35"/>
                  </a:lnTo>
                  <a:lnTo>
                    <a:pt x="7" y="38"/>
                  </a:lnTo>
                  <a:lnTo>
                    <a:pt x="10" y="42"/>
                  </a:lnTo>
                  <a:lnTo>
                    <a:pt x="14" y="43"/>
                  </a:lnTo>
                  <a:lnTo>
                    <a:pt x="20" y="45"/>
                  </a:lnTo>
                  <a:lnTo>
                    <a:pt x="26" y="46"/>
                  </a:lnTo>
                  <a:lnTo>
                    <a:pt x="26" y="46"/>
                  </a:lnTo>
                  <a:lnTo>
                    <a:pt x="141" y="46"/>
                  </a:lnTo>
                  <a:lnTo>
                    <a:pt x="256" y="49"/>
                  </a:lnTo>
                  <a:lnTo>
                    <a:pt x="487" y="54"/>
                  </a:lnTo>
                  <a:lnTo>
                    <a:pt x="717" y="59"/>
                  </a:lnTo>
                  <a:lnTo>
                    <a:pt x="832" y="60"/>
                  </a:lnTo>
                  <a:lnTo>
                    <a:pt x="947" y="60"/>
                  </a:lnTo>
                  <a:lnTo>
                    <a:pt x="947" y="60"/>
                  </a:lnTo>
                  <a:lnTo>
                    <a:pt x="1009" y="60"/>
                  </a:lnTo>
                  <a:lnTo>
                    <a:pt x="1071" y="59"/>
                  </a:lnTo>
                  <a:lnTo>
                    <a:pt x="1196" y="55"/>
                  </a:lnTo>
                  <a:lnTo>
                    <a:pt x="1258" y="55"/>
                  </a:lnTo>
                  <a:lnTo>
                    <a:pt x="1320" y="56"/>
                  </a:lnTo>
                  <a:lnTo>
                    <a:pt x="1381" y="59"/>
                  </a:lnTo>
                  <a:lnTo>
                    <a:pt x="1413" y="62"/>
                  </a:lnTo>
                  <a:lnTo>
                    <a:pt x="1443" y="66"/>
                  </a:lnTo>
                  <a:lnTo>
                    <a:pt x="1443" y="66"/>
                  </a:lnTo>
                  <a:lnTo>
                    <a:pt x="1485" y="68"/>
                  </a:lnTo>
                  <a:lnTo>
                    <a:pt x="1527" y="69"/>
                  </a:lnTo>
                  <a:lnTo>
                    <a:pt x="1568" y="69"/>
                  </a:lnTo>
                  <a:lnTo>
                    <a:pt x="1610" y="68"/>
                  </a:lnTo>
                  <a:lnTo>
                    <a:pt x="1610" y="68"/>
                  </a:lnTo>
                  <a:lnTo>
                    <a:pt x="1673" y="66"/>
                  </a:lnTo>
                  <a:lnTo>
                    <a:pt x="1673" y="66"/>
                  </a:lnTo>
                  <a:lnTo>
                    <a:pt x="1707" y="67"/>
                  </a:lnTo>
                  <a:lnTo>
                    <a:pt x="1723" y="66"/>
                  </a:lnTo>
                  <a:lnTo>
                    <a:pt x="1727" y="64"/>
                  </a:lnTo>
                  <a:lnTo>
                    <a:pt x="1727" y="63"/>
                  </a:lnTo>
                  <a:lnTo>
                    <a:pt x="1725" y="62"/>
                  </a:lnTo>
                  <a:lnTo>
                    <a:pt x="1725" y="62"/>
                  </a:lnTo>
                  <a:lnTo>
                    <a:pt x="1731" y="66"/>
                  </a:lnTo>
                  <a:lnTo>
                    <a:pt x="1736" y="67"/>
                  </a:lnTo>
                  <a:lnTo>
                    <a:pt x="1741" y="68"/>
                  </a:lnTo>
                  <a:lnTo>
                    <a:pt x="1745" y="68"/>
                  </a:lnTo>
                  <a:lnTo>
                    <a:pt x="1750" y="68"/>
                  </a:lnTo>
                  <a:lnTo>
                    <a:pt x="1755" y="66"/>
                  </a:lnTo>
                  <a:lnTo>
                    <a:pt x="1763" y="62"/>
                  </a:lnTo>
                  <a:lnTo>
                    <a:pt x="1769" y="54"/>
                  </a:lnTo>
                  <a:lnTo>
                    <a:pt x="1770" y="50"/>
                  </a:lnTo>
                  <a:lnTo>
                    <a:pt x="1771" y="46"/>
                  </a:lnTo>
                  <a:lnTo>
                    <a:pt x="1771" y="42"/>
                  </a:lnTo>
                  <a:lnTo>
                    <a:pt x="1770" y="38"/>
                  </a:lnTo>
                  <a:lnTo>
                    <a:pt x="1767" y="34"/>
                  </a:lnTo>
                  <a:lnTo>
                    <a:pt x="1763" y="29"/>
                  </a:lnTo>
                  <a:lnTo>
                    <a:pt x="1763" y="2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6" name="Freeform 403"/>
            <p:cNvSpPr/>
            <p:nvPr/>
          </p:nvSpPr>
          <p:spPr bwMode="auto">
            <a:xfrm>
              <a:off x="5435601" y="1260476"/>
              <a:ext cx="180975" cy="381000"/>
            </a:xfrm>
            <a:custGeom>
              <a:avLst/>
              <a:gdLst/>
              <a:ahLst/>
              <a:cxnLst>
                <a:cxn ang="0">
                  <a:pos x="454" y="924"/>
                </a:cxn>
                <a:cxn ang="0">
                  <a:pos x="432" y="877"/>
                </a:cxn>
                <a:cxn ang="0">
                  <a:pos x="394" y="782"/>
                </a:cxn>
                <a:cxn ang="0">
                  <a:pos x="373" y="735"/>
                </a:cxn>
                <a:cxn ang="0">
                  <a:pos x="343" y="672"/>
                </a:cxn>
                <a:cxn ang="0">
                  <a:pos x="245" y="488"/>
                </a:cxn>
                <a:cxn ang="0">
                  <a:pos x="232" y="464"/>
                </a:cxn>
                <a:cxn ang="0">
                  <a:pos x="187" y="395"/>
                </a:cxn>
                <a:cxn ang="0">
                  <a:pos x="160" y="348"/>
                </a:cxn>
                <a:cxn ang="0">
                  <a:pos x="135" y="298"/>
                </a:cxn>
                <a:cxn ang="0">
                  <a:pos x="122" y="264"/>
                </a:cxn>
                <a:cxn ang="0">
                  <a:pos x="100" y="193"/>
                </a:cxn>
                <a:cxn ang="0">
                  <a:pos x="87" y="158"/>
                </a:cxn>
                <a:cxn ang="0">
                  <a:pos x="62" y="91"/>
                </a:cxn>
                <a:cxn ang="0">
                  <a:pos x="51" y="57"/>
                </a:cxn>
                <a:cxn ang="0">
                  <a:pos x="46" y="22"/>
                </a:cxn>
                <a:cxn ang="0">
                  <a:pos x="45" y="17"/>
                </a:cxn>
                <a:cxn ang="0">
                  <a:pos x="41" y="9"/>
                </a:cxn>
                <a:cxn ang="0">
                  <a:pos x="34" y="4"/>
                </a:cxn>
                <a:cxn ang="0">
                  <a:pos x="23" y="0"/>
                </a:cxn>
                <a:cxn ang="0">
                  <a:pos x="10" y="4"/>
                </a:cxn>
                <a:cxn ang="0">
                  <a:pos x="4" y="9"/>
                </a:cxn>
                <a:cxn ang="0">
                  <a:pos x="0" y="17"/>
                </a:cxn>
                <a:cxn ang="0">
                  <a:pos x="0" y="22"/>
                </a:cxn>
                <a:cxn ang="0">
                  <a:pos x="4" y="52"/>
                </a:cxn>
                <a:cxn ang="0">
                  <a:pos x="19" y="108"/>
                </a:cxn>
                <a:cxn ang="0">
                  <a:pos x="29" y="136"/>
                </a:cxn>
                <a:cxn ang="0">
                  <a:pos x="51" y="199"/>
                </a:cxn>
                <a:cxn ang="0">
                  <a:pos x="71" y="261"/>
                </a:cxn>
                <a:cxn ang="0">
                  <a:pos x="81" y="289"/>
                </a:cxn>
                <a:cxn ang="0">
                  <a:pos x="118" y="369"/>
                </a:cxn>
                <a:cxn ang="0">
                  <a:pos x="126" y="383"/>
                </a:cxn>
                <a:cxn ang="0">
                  <a:pos x="152" y="422"/>
                </a:cxn>
                <a:cxn ang="0">
                  <a:pos x="178" y="462"/>
                </a:cxn>
                <a:cxn ang="0">
                  <a:pos x="186" y="475"/>
                </a:cxn>
                <a:cxn ang="0">
                  <a:pos x="220" y="539"/>
                </a:cxn>
                <a:cxn ang="0">
                  <a:pos x="254" y="601"/>
                </a:cxn>
                <a:cxn ang="0">
                  <a:pos x="269" y="635"/>
                </a:cxn>
                <a:cxn ang="0">
                  <a:pos x="291" y="690"/>
                </a:cxn>
                <a:cxn ang="0">
                  <a:pos x="309" y="724"/>
                </a:cxn>
                <a:cxn ang="0">
                  <a:pos x="320" y="739"/>
                </a:cxn>
                <a:cxn ang="0">
                  <a:pos x="333" y="758"/>
                </a:cxn>
                <a:cxn ang="0">
                  <a:pos x="339" y="781"/>
                </a:cxn>
                <a:cxn ang="0">
                  <a:pos x="351" y="812"/>
                </a:cxn>
                <a:cxn ang="0">
                  <a:pos x="356" y="821"/>
                </a:cxn>
                <a:cxn ang="0">
                  <a:pos x="373" y="851"/>
                </a:cxn>
                <a:cxn ang="0">
                  <a:pos x="388" y="883"/>
                </a:cxn>
                <a:cxn ang="0">
                  <a:pos x="407" y="931"/>
                </a:cxn>
                <a:cxn ang="0">
                  <a:pos x="415" y="947"/>
                </a:cxn>
                <a:cxn ang="0">
                  <a:pos x="420" y="955"/>
                </a:cxn>
                <a:cxn ang="0">
                  <a:pos x="428" y="958"/>
                </a:cxn>
                <a:cxn ang="0">
                  <a:pos x="437" y="958"/>
                </a:cxn>
                <a:cxn ang="0">
                  <a:pos x="452" y="949"/>
                </a:cxn>
                <a:cxn ang="0">
                  <a:pos x="456" y="941"/>
                </a:cxn>
                <a:cxn ang="0">
                  <a:pos x="457" y="934"/>
                </a:cxn>
                <a:cxn ang="0">
                  <a:pos x="454" y="924"/>
                </a:cxn>
              </a:cxnLst>
              <a:rect l="0" t="0" r="r" b="b"/>
              <a:pathLst>
                <a:path w="457" h="958">
                  <a:moveTo>
                    <a:pt x="454" y="924"/>
                  </a:moveTo>
                  <a:lnTo>
                    <a:pt x="454" y="924"/>
                  </a:lnTo>
                  <a:lnTo>
                    <a:pt x="442" y="901"/>
                  </a:lnTo>
                  <a:lnTo>
                    <a:pt x="432" y="877"/>
                  </a:lnTo>
                  <a:lnTo>
                    <a:pt x="412" y="830"/>
                  </a:lnTo>
                  <a:lnTo>
                    <a:pt x="394" y="782"/>
                  </a:lnTo>
                  <a:lnTo>
                    <a:pt x="384" y="758"/>
                  </a:lnTo>
                  <a:lnTo>
                    <a:pt x="373" y="735"/>
                  </a:lnTo>
                  <a:lnTo>
                    <a:pt x="373" y="735"/>
                  </a:lnTo>
                  <a:lnTo>
                    <a:pt x="343" y="672"/>
                  </a:lnTo>
                  <a:lnTo>
                    <a:pt x="310" y="611"/>
                  </a:lnTo>
                  <a:lnTo>
                    <a:pt x="245" y="488"/>
                  </a:lnTo>
                  <a:lnTo>
                    <a:pt x="245" y="488"/>
                  </a:lnTo>
                  <a:lnTo>
                    <a:pt x="232" y="464"/>
                  </a:lnTo>
                  <a:lnTo>
                    <a:pt x="217" y="441"/>
                  </a:lnTo>
                  <a:lnTo>
                    <a:pt x="187" y="395"/>
                  </a:lnTo>
                  <a:lnTo>
                    <a:pt x="173" y="371"/>
                  </a:lnTo>
                  <a:lnTo>
                    <a:pt x="160" y="348"/>
                  </a:lnTo>
                  <a:lnTo>
                    <a:pt x="147" y="324"/>
                  </a:lnTo>
                  <a:lnTo>
                    <a:pt x="135" y="298"/>
                  </a:lnTo>
                  <a:lnTo>
                    <a:pt x="135" y="298"/>
                  </a:lnTo>
                  <a:lnTo>
                    <a:pt x="122" y="264"/>
                  </a:lnTo>
                  <a:lnTo>
                    <a:pt x="110" y="229"/>
                  </a:lnTo>
                  <a:lnTo>
                    <a:pt x="100" y="193"/>
                  </a:lnTo>
                  <a:lnTo>
                    <a:pt x="87" y="158"/>
                  </a:lnTo>
                  <a:lnTo>
                    <a:pt x="87" y="158"/>
                  </a:lnTo>
                  <a:lnTo>
                    <a:pt x="74" y="125"/>
                  </a:lnTo>
                  <a:lnTo>
                    <a:pt x="62" y="91"/>
                  </a:lnTo>
                  <a:lnTo>
                    <a:pt x="55" y="74"/>
                  </a:lnTo>
                  <a:lnTo>
                    <a:pt x="51" y="57"/>
                  </a:lnTo>
                  <a:lnTo>
                    <a:pt x="47" y="40"/>
                  </a:lnTo>
                  <a:lnTo>
                    <a:pt x="46" y="22"/>
                  </a:lnTo>
                  <a:lnTo>
                    <a:pt x="46" y="22"/>
                  </a:lnTo>
                  <a:lnTo>
                    <a:pt x="45" y="17"/>
                  </a:lnTo>
                  <a:lnTo>
                    <a:pt x="44" y="13"/>
                  </a:lnTo>
                  <a:lnTo>
                    <a:pt x="41" y="9"/>
                  </a:lnTo>
                  <a:lnTo>
                    <a:pt x="38" y="5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3" y="0"/>
                  </a:lnTo>
                  <a:lnTo>
                    <a:pt x="13" y="1"/>
                  </a:lnTo>
                  <a:lnTo>
                    <a:pt x="10" y="4"/>
                  </a:lnTo>
                  <a:lnTo>
                    <a:pt x="7" y="5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36"/>
                  </a:lnTo>
                  <a:lnTo>
                    <a:pt x="4" y="52"/>
                  </a:lnTo>
                  <a:lnTo>
                    <a:pt x="10" y="80"/>
                  </a:lnTo>
                  <a:lnTo>
                    <a:pt x="19" y="108"/>
                  </a:lnTo>
                  <a:lnTo>
                    <a:pt x="29" y="136"/>
                  </a:lnTo>
                  <a:lnTo>
                    <a:pt x="29" y="136"/>
                  </a:lnTo>
                  <a:lnTo>
                    <a:pt x="41" y="167"/>
                  </a:lnTo>
                  <a:lnTo>
                    <a:pt x="51" y="199"/>
                  </a:lnTo>
                  <a:lnTo>
                    <a:pt x="61" y="230"/>
                  </a:lnTo>
                  <a:lnTo>
                    <a:pt x="71" y="261"/>
                  </a:lnTo>
                  <a:lnTo>
                    <a:pt x="71" y="261"/>
                  </a:lnTo>
                  <a:lnTo>
                    <a:pt x="81" y="289"/>
                  </a:lnTo>
                  <a:lnTo>
                    <a:pt x="93" y="315"/>
                  </a:lnTo>
                  <a:lnTo>
                    <a:pt x="118" y="369"/>
                  </a:lnTo>
                  <a:lnTo>
                    <a:pt x="118" y="369"/>
                  </a:lnTo>
                  <a:lnTo>
                    <a:pt x="126" y="383"/>
                  </a:lnTo>
                  <a:lnTo>
                    <a:pt x="134" y="396"/>
                  </a:lnTo>
                  <a:lnTo>
                    <a:pt x="152" y="422"/>
                  </a:lnTo>
                  <a:lnTo>
                    <a:pt x="170" y="448"/>
                  </a:lnTo>
                  <a:lnTo>
                    <a:pt x="178" y="462"/>
                  </a:lnTo>
                  <a:lnTo>
                    <a:pt x="186" y="475"/>
                  </a:lnTo>
                  <a:lnTo>
                    <a:pt x="186" y="475"/>
                  </a:lnTo>
                  <a:lnTo>
                    <a:pt x="202" y="507"/>
                  </a:lnTo>
                  <a:lnTo>
                    <a:pt x="220" y="539"/>
                  </a:lnTo>
                  <a:lnTo>
                    <a:pt x="254" y="601"/>
                  </a:lnTo>
                  <a:lnTo>
                    <a:pt x="254" y="601"/>
                  </a:lnTo>
                  <a:lnTo>
                    <a:pt x="262" y="617"/>
                  </a:lnTo>
                  <a:lnTo>
                    <a:pt x="269" y="635"/>
                  </a:lnTo>
                  <a:lnTo>
                    <a:pt x="283" y="672"/>
                  </a:lnTo>
                  <a:lnTo>
                    <a:pt x="291" y="690"/>
                  </a:lnTo>
                  <a:lnTo>
                    <a:pt x="300" y="709"/>
                  </a:lnTo>
                  <a:lnTo>
                    <a:pt x="309" y="724"/>
                  </a:lnTo>
                  <a:lnTo>
                    <a:pt x="320" y="739"/>
                  </a:lnTo>
                  <a:lnTo>
                    <a:pt x="320" y="739"/>
                  </a:lnTo>
                  <a:lnTo>
                    <a:pt x="326" y="748"/>
                  </a:lnTo>
                  <a:lnTo>
                    <a:pt x="333" y="758"/>
                  </a:lnTo>
                  <a:lnTo>
                    <a:pt x="337" y="770"/>
                  </a:lnTo>
                  <a:lnTo>
                    <a:pt x="339" y="781"/>
                  </a:lnTo>
                  <a:lnTo>
                    <a:pt x="346" y="802"/>
                  </a:lnTo>
                  <a:lnTo>
                    <a:pt x="351" y="812"/>
                  </a:lnTo>
                  <a:lnTo>
                    <a:pt x="356" y="821"/>
                  </a:lnTo>
                  <a:lnTo>
                    <a:pt x="356" y="821"/>
                  </a:lnTo>
                  <a:lnTo>
                    <a:pt x="365" y="836"/>
                  </a:lnTo>
                  <a:lnTo>
                    <a:pt x="373" y="851"/>
                  </a:lnTo>
                  <a:lnTo>
                    <a:pt x="381" y="867"/>
                  </a:lnTo>
                  <a:lnTo>
                    <a:pt x="388" y="883"/>
                  </a:lnTo>
                  <a:lnTo>
                    <a:pt x="399" y="915"/>
                  </a:lnTo>
                  <a:lnTo>
                    <a:pt x="407" y="931"/>
                  </a:lnTo>
                  <a:lnTo>
                    <a:pt x="415" y="947"/>
                  </a:lnTo>
                  <a:lnTo>
                    <a:pt x="415" y="947"/>
                  </a:lnTo>
                  <a:lnTo>
                    <a:pt x="418" y="951"/>
                  </a:lnTo>
                  <a:lnTo>
                    <a:pt x="420" y="955"/>
                  </a:lnTo>
                  <a:lnTo>
                    <a:pt x="424" y="957"/>
                  </a:lnTo>
                  <a:lnTo>
                    <a:pt x="428" y="958"/>
                  </a:lnTo>
                  <a:lnTo>
                    <a:pt x="433" y="958"/>
                  </a:lnTo>
                  <a:lnTo>
                    <a:pt x="437" y="958"/>
                  </a:lnTo>
                  <a:lnTo>
                    <a:pt x="445" y="955"/>
                  </a:lnTo>
                  <a:lnTo>
                    <a:pt x="452" y="949"/>
                  </a:lnTo>
                  <a:lnTo>
                    <a:pt x="454" y="945"/>
                  </a:lnTo>
                  <a:lnTo>
                    <a:pt x="456" y="941"/>
                  </a:lnTo>
                  <a:lnTo>
                    <a:pt x="457" y="938"/>
                  </a:lnTo>
                  <a:lnTo>
                    <a:pt x="457" y="934"/>
                  </a:lnTo>
                  <a:lnTo>
                    <a:pt x="456" y="928"/>
                  </a:lnTo>
                  <a:lnTo>
                    <a:pt x="454" y="924"/>
                  </a:lnTo>
                  <a:lnTo>
                    <a:pt x="454" y="92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7" name="Freeform 404"/>
            <p:cNvSpPr/>
            <p:nvPr/>
          </p:nvSpPr>
          <p:spPr bwMode="auto">
            <a:xfrm>
              <a:off x="5607051" y="1260476"/>
              <a:ext cx="146050" cy="387350"/>
            </a:xfrm>
            <a:custGeom>
              <a:avLst/>
              <a:gdLst/>
              <a:ahLst/>
              <a:cxnLst>
                <a:cxn ang="0">
                  <a:pos x="321" y="22"/>
                </a:cxn>
                <a:cxn ang="0">
                  <a:pos x="310" y="85"/>
                </a:cxn>
                <a:cxn ang="0">
                  <a:pos x="292" y="148"/>
                </a:cxn>
                <a:cxn ang="0">
                  <a:pos x="249" y="271"/>
                </a:cxn>
                <a:cxn ang="0">
                  <a:pos x="229" y="333"/>
                </a:cxn>
                <a:cxn ang="0">
                  <a:pos x="189" y="458"/>
                </a:cxn>
                <a:cxn ang="0">
                  <a:pos x="173" y="520"/>
                </a:cxn>
                <a:cxn ang="0">
                  <a:pos x="166" y="553"/>
                </a:cxn>
                <a:cxn ang="0">
                  <a:pos x="148" y="617"/>
                </a:cxn>
                <a:cxn ang="0">
                  <a:pos x="126" y="680"/>
                </a:cxn>
                <a:cxn ang="0">
                  <a:pos x="98" y="741"/>
                </a:cxn>
                <a:cxn ang="0">
                  <a:pos x="84" y="771"/>
                </a:cxn>
                <a:cxn ang="0">
                  <a:pos x="59" y="812"/>
                </a:cxn>
                <a:cxn ang="0">
                  <a:pos x="30" y="856"/>
                </a:cxn>
                <a:cxn ang="0">
                  <a:pos x="12" y="893"/>
                </a:cxn>
                <a:cxn ang="0">
                  <a:pos x="4" y="917"/>
                </a:cxn>
                <a:cxn ang="0">
                  <a:pos x="0" y="939"/>
                </a:cxn>
                <a:cxn ang="0">
                  <a:pos x="2" y="951"/>
                </a:cxn>
                <a:cxn ang="0">
                  <a:pos x="4" y="960"/>
                </a:cxn>
                <a:cxn ang="0">
                  <a:pos x="11" y="968"/>
                </a:cxn>
                <a:cxn ang="0">
                  <a:pos x="26" y="973"/>
                </a:cxn>
                <a:cxn ang="0">
                  <a:pos x="38" y="969"/>
                </a:cxn>
                <a:cxn ang="0">
                  <a:pos x="45" y="964"/>
                </a:cxn>
                <a:cxn ang="0">
                  <a:pos x="47" y="956"/>
                </a:cxn>
                <a:cxn ang="0">
                  <a:pos x="47" y="951"/>
                </a:cxn>
                <a:cxn ang="0">
                  <a:pos x="50" y="928"/>
                </a:cxn>
                <a:cxn ang="0">
                  <a:pos x="59" y="905"/>
                </a:cxn>
                <a:cxn ang="0">
                  <a:pos x="84" y="862"/>
                </a:cxn>
                <a:cxn ang="0">
                  <a:pos x="119" y="802"/>
                </a:cxn>
                <a:cxn ang="0">
                  <a:pos x="151" y="739"/>
                </a:cxn>
                <a:cxn ang="0">
                  <a:pos x="164" y="713"/>
                </a:cxn>
                <a:cxn ang="0">
                  <a:pos x="185" y="658"/>
                </a:cxn>
                <a:cxn ang="0">
                  <a:pos x="202" y="601"/>
                </a:cxn>
                <a:cxn ang="0">
                  <a:pos x="221" y="515"/>
                </a:cxn>
                <a:cxn ang="0">
                  <a:pos x="229" y="484"/>
                </a:cxn>
                <a:cxn ang="0">
                  <a:pos x="246" y="421"/>
                </a:cxn>
                <a:cxn ang="0">
                  <a:pos x="278" y="328"/>
                </a:cxn>
                <a:cxn ang="0">
                  <a:pos x="299" y="265"/>
                </a:cxn>
                <a:cxn ang="0">
                  <a:pos x="339" y="145"/>
                </a:cxn>
                <a:cxn ang="0">
                  <a:pos x="357" y="84"/>
                </a:cxn>
                <a:cxn ang="0">
                  <a:pos x="367" y="22"/>
                </a:cxn>
                <a:cxn ang="0">
                  <a:pos x="367" y="17"/>
                </a:cxn>
                <a:cxn ang="0">
                  <a:pos x="364" y="9"/>
                </a:cxn>
                <a:cxn ang="0">
                  <a:pos x="357" y="4"/>
                </a:cxn>
                <a:cxn ang="0">
                  <a:pos x="346" y="0"/>
                </a:cxn>
                <a:cxn ang="0">
                  <a:pos x="333" y="4"/>
                </a:cxn>
                <a:cxn ang="0">
                  <a:pos x="326" y="9"/>
                </a:cxn>
                <a:cxn ang="0">
                  <a:pos x="322" y="17"/>
                </a:cxn>
                <a:cxn ang="0">
                  <a:pos x="321" y="22"/>
                </a:cxn>
              </a:cxnLst>
              <a:rect l="0" t="0" r="r" b="b"/>
              <a:pathLst>
                <a:path w="367" h="973">
                  <a:moveTo>
                    <a:pt x="321" y="22"/>
                  </a:moveTo>
                  <a:lnTo>
                    <a:pt x="321" y="22"/>
                  </a:lnTo>
                  <a:lnTo>
                    <a:pt x="317" y="53"/>
                  </a:lnTo>
                  <a:lnTo>
                    <a:pt x="310" y="85"/>
                  </a:lnTo>
                  <a:lnTo>
                    <a:pt x="302" y="116"/>
                  </a:lnTo>
                  <a:lnTo>
                    <a:pt x="292" y="148"/>
                  </a:lnTo>
                  <a:lnTo>
                    <a:pt x="270" y="210"/>
                  </a:lnTo>
                  <a:lnTo>
                    <a:pt x="249" y="271"/>
                  </a:lnTo>
                  <a:lnTo>
                    <a:pt x="249" y="271"/>
                  </a:lnTo>
                  <a:lnTo>
                    <a:pt x="229" y="333"/>
                  </a:lnTo>
                  <a:lnTo>
                    <a:pt x="208" y="395"/>
                  </a:lnTo>
                  <a:lnTo>
                    <a:pt x="189" y="458"/>
                  </a:lnTo>
                  <a:lnTo>
                    <a:pt x="181" y="489"/>
                  </a:lnTo>
                  <a:lnTo>
                    <a:pt x="173" y="520"/>
                  </a:lnTo>
                  <a:lnTo>
                    <a:pt x="173" y="520"/>
                  </a:lnTo>
                  <a:lnTo>
                    <a:pt x="166" y="553"/>
                  </a:lnTo>
                  <a:lnTo>
                    <a:pt x="157" y="586"/>
                  </a:lnTo>
                  <a:lnTo>
                    <a:pt x="148" y="617"/>
                  </a:lnTo>
                  <a:lnTo>
                    <a:pt x="138" y="650"/>
                  </a:lnTo>
                  <a:lnTo>
                    <a:pt x="126" y="680"/>
                  </a:lnTo>
                  <a:lnTo>
                    <a:pt x="113" y="711"/>
                  </a:lnTo>
                  <a:lnTo>
                    <a:pt x="98" y="741"/>
                  </a:lnTo>
                  <a:lnTo>
                    <a:pt x="84" y="771"/>
                  </a:lnTo>
                  <a:lnTo>
                    <a:pt x="84" y="771"/>
                  </a:lnTo>
                  <a:lnTo>
                    <a:pt x="72" y="791"/>
                  </a:lnTo>
                  <a:lnTo>
                    <a:pt x="59" y="812"/>
                  </a:lnTo>
                  <a:lnTo>
                    <a:pt x="45" y="834"/>
                  </a:lnTo>
                  <a:lnTo>
                    <a:pt x="30" y="856"/>
                  </a:lnTo>
                  <a:lnTo>
                    <a:pt x="17" y="880"/>
                  </a:lnTo>
                  <a:lnTo>
                    <a:pt x="12" y="893"/>
                  </a:lnTo>
                  <a:lnTo>
                    <a:pt x="8" y="905"/>
                  </a:lnTo>
                  <a:lnTo>
                    <a:pt x="4" y="917"/>
                  </a:lnTo>
                  <a:lnTo>
                    <a:pt x="2" y="928"/>
                  </a:lnTo>
                  <a:lnTo>
                    <a:pt x="0" y="939"/>
                  </a:lnTo>
                  <a:lnTo>
                    <a:pt x="2" y="951"/>
                  </a:lnTo>
                  <a:lnTo>
                    <a:pt x="2" y="951"/>
                  </a:lnTo>
                  <a:lnTo>
                    <a:pt x="3" y="956"/>
                  </a:lnTo>
                  <a:lnTo>
                    <a:pt x="4" y="960"/>
                  </a:lnTo>
                  <a:lnTo>
                    <a:pt x="7" y="964"/>
                  </a:lnTo>
                  <a:lnTo>
                    <a:pt x="11" y="968"/>
                  </a:lnTo>
                  <a:lnTo>
                    <a:pt x="17" y="972"/>
                  </a:lnTo>
                  <a:lnTo>
                    <a:pt x="26" y="973"/>
                  </a:lnTo>
                  <a:lnTo>
                    <a:pt x="34" y="972"/>
                  </a:lnTo>
                  <a:lnTo>
                    <a:pt x="38" y="969"/>
                  </a:lnTo>
                  <a:lnTo>
                    <a:pt x="42" y="968"/>
                  </a:lnTo>
                  <a:lnTo>
                    <a:pt x="45" y="964"/>
                  </a:lnTo>
                  <a:lnTo>
                    <a:pt x="46" y="960"/>
                  </a:lnTo>
                  <a:lnTo>
                    <a:pt x="47" y="956"/>
                  </a:lnTo>
                  <a:lnTo>
                    <a:pt x="47" y="951"/>
                  </a:lnTo>
                  <a:lnTo>
                    <a:pt x="47" y="951"/>
                  </a:lnTo>
                  <a:lnTo>
                    <a:pt x="47" y="940"/>
                  </a:lnTo>
                  <a:lnTo>
                    <a:pt x="50" y="928"/>
                  </a:lnTo>
                  <a:lnTo>
                    <a:pt x="54" y="917"/>
                  </a:lnTo>
                  <a:lnTo>
                    <a:pt x="59" y="905"/>
                  </a:lnTo>
                  <a:lnTo>
                    <a:pt x="72" y="881"/>
                  </a:lnTo>
                  <a:lnTo>
                    <a:pt x="84" y="862"/>
                  </a:lnTo>
                  <a:lnTo>
                    <a:pt x="84" y="862"/>
                  </a:lnTo>
                  <a:lnTo>
                    <a:pt x="119" y="802"/>
                  </a:lnTo>
                  <a:lnTo>
                    <a:pt x="135" y="770"/>
                  </a:lnTo>
                  <a:lnTo>
                    <a:pt x="151" y="739"/>
                  </a:lnTo>
                  <a:lnTo>
                    <a:pt x="151" y="739"/>
                  </a:lnTo>
                  <a:lnTo>
                    <a:pt x="164" y="713"/>
                  </a:lnTo>
                  <a:lnTo>
                    <a:pt x="174" y="685"/>
                  </a:lnTo>
                  <a:lnTo>
                    <a:pt x="185" y="658"/>
                  </a:lnTo>
                  <a:lnTo>
                    <a:pt x="193" y="629"/>
                  </a:lnTo>
                  <a:lnTo>
                    <a:pt x="202" y="601"/>
                  </a:lnTo>
                  <a:lnTo>
                    <a:pt x="208" y="573"/>
                  </a:lnTo>
                  <a:lnTo>
                    <a:pt x="221" y="515"/>
                  </a:lnTo>
                  <a:lnTo>
                    <a:pt x="221" y="515"/>
                  </a:lnTo>
                  <a:lnTo>
                    <a:pt x="229" y="484"/>
                  </a:lnTo>
                  <a:lnTo>
                    <a:pt x="237" y="452"/>
                  </a:lnTo>
                  <a:lnTo>
                    <a:pt x="246" y="421"/>
                  </a:lnTo>
                  <a:lnTo>
                    <a:pt x="257" y="390"/>
                  </a:lnTo>
                  <a:lnTo>
                    <a:pt x="278" y="328"/>
                  </a:lnTo>
                  <a:lnTo>
                    <a:pt x="299" y="265"/>
                  </a:lnTo>
                  <a:lnTo>
                    <a:pt x="299" y="265"/>
                  </a:lnTo>
                  <a:lnTo>
                    <a:pt x="320" y="207"/>
                  </a:lnTo>
                  <a:lnTo>
                    <a:pt x="339" y="145"/>
                  </a:lnTo>
                  <a:lnTo>
                    <a:pt x="350" y="115"/>
                  </a:lnTo>
                  <a:lnTo>
                    <a:pt x="357" y="84"/>
                  </a:lnTo>
                  <a:lnTo>
                    <a:pt x="363" y="53"/>
                  </a:lnTo>
                  <a:lnTo>
                    <a:pt x="367" y="22"/>
                  </a:lnTo>
                  <a:lnTo>
                    <a:pt x="367" y="22"/>
                  </a:lnTo>
                  <a:lnTo>
                    <a:pt x="367" y="17"/>
                  </a:lnTo>
                  <a:lnTo>
                    <a:pt x="365" y="13"/>
                  </a:lnTo>
                  <a:lnTo>
                    <a:pt x="364" y="9"/>
                  </a:lnTo>
                  <a:lnTo>
                    <a:pt x="361" y="5"/>
                  </a:lnTo>
                  <a:lnTo>
                    <a:pt x="357" y="4"/>
                  </a:lnTo>
                  <a:lnTo>
                    <a:pt x="354" y="1"/>
                  </a:lnTo>
                  <a:lnTo>
                    <a:pt x="346" y="0"/>
                  </a:lnTo>
                  <a:lnTo>
                    <a:pt x="337" y="1"/>
                  </a:lnTo>
                  <a:lnTo>
                    <a:pt x="333" y="4"/>
                  </a:lnTo>
                  <a:lnTo>
                    <a:pt x="330" y="5"/>
                  </a:lnTo>
                  <a:lnTo>
                    <a:pt x="326" y="9"/>
                  </a:lnTo>
                  <a:lnTo>
                    <a:pt x="323" y="13"/>
                  </a:lnTo>
                  <a:lnTo>
                    <a:pt x="322" y="17"/>
                  </a:lnTo>
                  <a:lnTo>
                    <a:pt x="321" y="22"/>
                  </a:lnTo>
                  <a:lnTo>
                    <a:pt x="321" y="2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8" name="Freeform 405"/>
            <p:cNvSpPr/>
            <p:nvPr/>
          </p:nvSpPr>
          <p:spPr bwMode="auto">
            <a:xfrm>
              <a:off x="5372101" y="1096963"/>
              <a:ext cx="247650" cy="176213"/>
            </a:xfrm>
            <a:custGeom>
              <a:avLst/>
              <a:gdLst/>
              <a:ahLst/>
              <a:cxnLst>
                <a:cxn ang="0">
                  <a:pos x="586" y="6"/>
                </a:cxn>
                <a:cxn ang="0">
                  <a:pos x="529" y="63"/>
                </a:cxn>
                <a:cxn ang="0">
                  <a:pos x="407" y="169"/>
                </a:cxn>
                <a:cxn ang="0">
                  <a:pos x="346" y="220"/>
                </a:cxn>
                <a:cxn ang="0">
                  <a:pos x="321" y="243"/>
                </a:cxn>
                <a:cxn ang="0">
                  <a:pos x="276" y="293"/>
                </a:cxn>
                <a:cxn ang="0">
                  <a:pos x="253" y="316"/>
                </a:cxn>
                <a:cxn ang="0">
                  <a:pos x="241" y="328"/>
                </a:cxn>
                <a:cxn ang="0">
                  <a:pos x="210" y="367"/>
                </a:cxn>
                <a:cxn ang="0">
                  <a:pos x="198" y="379"/>
                </a:cxn>
                <a:cxn ang="0">
                  <a:pos x="186" y="390"/>
                </a:cxn>
                <a:cxn ang="0">
                  <a:pos x="180" y="384"/>
                </a:cxn>
                <a:cxn ang="0">
                  <a:pos x="169" y="341"/>
                </a:cxn>
                <a:cxn ang="0">
                  <a:pos x="146" y="256"/>
                </a:cxn>
                <a:cxn ang="0">
                  <a:pos x="131" y="216"/>
                </a:cxn>
                <a:cxn ang="0">
                  <a:pos x="92" y="115"/>
                </a:cxn>
                <a:cxn ang="0">
                  <a:pos x="70" y="64"/>
                </a:cxn>
                <a:cxn ang="0">
                  <a:pos x="44" y="20"/>
                </a:cxn>
                <a:cxn ang="0">
                  <a:pos x="41" y="16"/>
                </a:cxn>
                <a:cxn ang="0">
                  <a:pos x="33" y="10"/>
                </a:cxn>
                <a:cxn ang="0">
                  <a:pos x="24" y="9"/>
                </a:cxn>
                <a:cxn ang="0">
                  <a:pos x="12" y="13"/>
                </a:cxn>
                <a:cxn ang="0">
                  <a:pos x="3" y="21"/>
                </a:cxn>
                <a:cxn ang="0">
                  <a:pos x="0" y="29"/>
                </a:cxn>
                <a:cxn ang="0">
                  <a:pos x="2" y="38"/>
                </a:cxn>
                <a:cxn ang="0">
                  <a:pos x="4" y="42"/>
                </a:cxn>
                <a:cxn ang="0">
                  <a:pos x="28" y="84"/>
                </a:cxn>
                <a:cxn ang="0">
                  <a:pos x="45" y="128"/>
                </a:cxn>
                <a:cxn ang="0">
                  <a:pos x="71" y="196"/>
                </a:cxn>
                <a:cxn ang="0">
                  <a:pos x="82" y="217"/>
                </a:cxn>
                <a:cxn ang="0">
                  <a:pos x="102" y="264"/>
                </a:cxn>
                <a:cxn ang="0">
                  <a:pos x="117" y="315"/>
                </a:cxn>
                <a:cxn ang="0">
                  <a:pos x="139" y="417"/>
                </a:cxn>
                <a:cxn ang="0">
                  <a:pos x="142" y="422"/>
                </a:cxn>
                <a:cxn ang="0">
                  <a:pos x="148" y="430"/>
                </a:cxn>
                <a:cxn ang="0">
                  <a:pos x="157" y="434"/>
                </a:cxn>
                <a:cxn ang="0">
                  <a:pos x="168" y="433"/>
                </a:cxn>
                <a:cxn ang="0">
                  <a:pos x="173" y="430"/>
                </a:cxn>
                <a:cxn ang="0">
                  <a:pos x="181" y="438"/>
                </a:cxn>
                <a:cxn ang="0">
                  <a:pos x="191" y="442"/>
                </a:cxn>
                <a:cxn ang="0">
                  <a:pos x="203" y="439"/>
                </a:cxn>
                <a:cxn ang="0">
                  <a:pos x="211" y="430"/>
                </a:cxn>
                <a:cxn ang="0">
                  <a:pos x="215" y="425"/>
                </a:cxn>
                <a:cxn ang="0">
                  <a:pos x="231" y="408"/>
                </a:cxn>
                <a:cxn ang="0">
                  <a:pos x="252" y="387"/>
                </a:cxn>
                <a:cxn ang="0">
                  <a:pos x="274" y="361"/>
                </a:cxn>
                <a:cxn ang="0">
                  <a:pos x="299" y="336"/>
                </a:cxn>
                <a:cxn ang="0">
                  <a:pos x="312" y="326"/>
                </a:cxn>
                <a:cxn ang="0">
                  <a:pos x="344" y="289"/>
                </a:cxn>
                <a:cxn ang="0">
                  <a:pos x="378" y="252"/>
                </a:cxn>
                <a:cxn ang="0">
                  <a:pos x="392" y="241"/>
                </a:cxn>
                <a:cxn ang="0">
                  <a:pos x="508" y="142"/>
                </a:cxn>
                <a:cxn ang="0">
                  <a:pos x="619" y="39"/>
                </a:cxn>
                <a:cxn ang="0">
                  <a:pos x="622" y="35"/>
                </a:cxn>
                <a:cxn ang="0">
                  <a:pos x="626" y="27"/>
                </a:cxn>
                <a:cxn ang="0">
                  <a:pos x="624" y="18"/>
                </a:cxn>
                <a:cxn ang="0">
                  <a:pos x="619" y="8"/>
                </a:cxn>
                <a:cxn ang="0">
                  <a:pos x="607" y="1"/>
                </a:cxn>
                <a:cxn ang="0">
                  <a:pos x="600" y="0"/>
                </a:cxn>
                <a:cxn ang="0">
                  <a:pos x="590" y="4"/>
                </a:cxn>
                <a:cxn ang="0">
                  <a:pos x="586" y="6"/>
                </a:cxn>
              </a:cxnLst>
              <a:rect l="0" t="0" r="r" b="b"/>
              <a:pathLst>
                <a:path w="626" h="442">
                  <a:moveTo>
                    <a:pt x="586" y="6"/>
                  </a:moveTo>
                  <a:lnTo>
                    <a:pt x="586" y="6"/>
                  </a:lnTo>
                  <a:lnTo>
                    <a:pt x="558" y="35"/>
                  </a:lnTo>
                  <a:lnTo>
                    <a:pt x="529" y="63"/>
                  </a:lnTo>
                  <a:lnTo>
                    <a:pt x="469" y="116"/>
                  </a:lnTo>
                  <a:lnTo>
                    <a:pt x="407" y="169"/>
                  </a:lnTo>
                  <a:lnTo>
                    <a:pt x="346" y="220"/>
                  </a:lnTo>
                  <a:lnTo>
                    <a:pt x="346" y="220"/>
                  </a:lnTo>
                  <a:lnTo>
                    <a:pt x="333" y="231"/>
                  </a:lnTo>
                  <a:lnTo>
                    <a:pt x="321" y="243"/>
                  </a:lnTo>
                  <a:lnTo>
                    <a:pt x="299" y="268"/>
                  </a:lnTo>
                  <a:lnTo>
                    <a:pt x="276" y="293"/>
                  </a:lnTo>
                  <a:lnTo>
                    <a:pt x="265" y="305"/>
                  </a:lnTo>
                  <a:lnTo>
                    <a:pt x="253" y="316"/>
                  </a:lnTo>
                  <a:lnTo>
                    <a:pt x="253" y="316"/>
                  </a:lnTo>
                  <a:lnTo>
                    <a:pt x="241" y="328"/>
                  </a:lnTo>
                  <a:lnTo>
                    <a:pt x="231" y="341"/>
                  </a:lnTo>
                  <a:lnTo>
                    <a:pt x="210" y="367"/>
                  </a:lnTo>
                  <a:lnTo>
                    <a:pt x="210" y="367"/>
                  </a:lnTo>
                  <a:lnTo>
                    <a:pt x="198" y="379"/>
                  </a:lnTo>
                  <a:lnTo>
                    <a:pt x="186" y="390"/>
                  </a:lnTo>
                  <a:lnTo>
                    <a:pt x="186" y="390"/>
                  </a:lnTo>
                  <a:lnTo>
                    <a:pt x="184" y="387"/>
                  </a:lnTo>
                  <a:lnTo>
                    <a:pt x="180" y="384"/>
                  </a:lnTo>
                  <a:lnTo>
                    <a:pt x="180" y="384"/>
                  </a:lnTo>
                  <a:lnTo>
                    <a:pt x="169" y="341"/>
                  </a:lnTo>
                  <a:lnTo>
                    <a:pt x="159" y="298"/>
                  </a:lnTo>
                  <a:lnTo>
                    <a:pt x="146" y="256"/>
                  </a:lnTo>
                  <a:lnTo>
                    <a:pt x="131" y="216"/>
                  </a:lnTo>
                  <a:lnTo>
                    <a:pt x="131" y="216"/>
                  </a:lnTo>
                  <a:lnTo>
                    <a:pt x="112" y="166"/>
                  </a:lnTo>
                  <a:lnTo>
                    <a:pt x="92" y="115"/>
                  </a:lnTo>
                  <a:lnTo>
                    <a:pt x="82" y="89"/>
                  </a:lnTo>
                  <a:lnTo>
                    <a:pt x="70" y="64"/>
                  </a:lnTo>
                  <a:lnTo>
                    <a:pt x="58" y="40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1" y="16"/>
                  </a:lnTo>
                  <a:lnTo>
                    <a:pt x="37" y="12"/>
                  </a:lnTo>
                  <a:lnTo>
                    <a:pt x="33" y="10"/>
                  </a:lnTo>
                  <a:lnTo>
                    <a:pt x="28" y="9"/>
                  </a:lnTo>
                  <a:lnTo>
                    <a:pt x="24" y="9"/>
                  </a:lnTo>
                  <a:lnTo>
                    <a:pt x="20" y="9"/>
                  </a:lnTo>
                  <a:lnTo>
                    <a:pt x="12" y="13"/>
                  </a:lnTo>
                  <a:lnTo>
                    <a:pt x="6" y="18"/>
                  </a:lnTo>
                  <a:lnTo>
                    <a:pt x="3" y="21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34"/>
                  </a:lnTo>
                  <a:lnTo>
                    <a:pt x="2" y="38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17" y="63"/>
                  </a:lnTo>
                  <a:lnTo>
                    <a:pt x="28" y="84"/>
                  </a:lnTo>
                  <a:lnTo>
                    <a:pt x="37" y="106"/>
                  </a:lnTo>
                  <a:lnTo>
                    <a:pt x="45" y="128"/>
                  </a:lnTo>
                  <a:lnTo>
                    <a:pt x="62" y="174"/>
                  </a:lnTo>
                  <a:lnTo>
                    <a:pt x="71" y="196"/>
                  </a:lnTo>
                  <a:lnTo>
                    <a:pt x="82" y="217"/>
                  </a:lnTo>
                  <a:lnTo>
                    <a:pt x="82" y="217"/>
                  </a:lnTo>
                  <a:lnTo>
                    <a:pt x="92" y="239"/>
                  </a:lnTo>
                  <a:lnTo>
                    <a:pt x="102" y="264"/>
                  </a:lnTo>
                  <a:lnTo>
                    <a:pt x="110" y="289"/>
                  </a:lnTo>
                  <a:lnTo>
                    <a:pt x="117" y="315"/>
                  </a:lnTo>
                  <a:lnTo>
                    <a:pt x="130" y="367"/>
                  </a:lnTo>
                  <a:lnTo>
                    <a:pt x="139" y="417"/>
                  </a:lnTo>
                  <a:lnTo>
                    <a:pt x="139" y="417"/>
                  </a:lnTo>
                  <a:lnTo>
                    <a:pt x="142" y="422"/>
                  </a:lnTo>
                  <a:lnTo>
                    <a:pt x="144" y="426"/>
                  </a:lnTo>
                  <a:lnTo>
                    <a:pt x="148" y="430"/>
                  </a:lnTo>
                  <a:lnTo>
                    <a:pt x="152" y="433"/>
                  </a:lnTo>
                  <a:lnTo>
                    <a:pt x="157" y="434"/>
                  </a:lnTo>
                  <a:lnTo>
                    <a:pt x="163" y="434"/>
                  </a:lnTo>
                  <a:lnTo>
                    <a:pt x="168" y="433"/>
                  </a:lnTo>
                  <a:lnTo>
                    <a:pt x="173" y="430"/>
                  </a:lnTo>
                  <a:lnTo>
                    <a:pt x="173" y="430"/>
                  </a:lnTo>
                  <a:lnTo>
                    <a:pt x="177" y="435"/>
                  </a:lnTo>
                  <a:lnTo>
                    <a:pt x="181" y="438"/>
                  </a:lnTo>
                  <a:lnTo>
                    <a:pt x="186" y="441"/>
                  </a:lnTo>
                  <a:lnTo>
                    <a:pt x="191" y="442"/>
                  </a:lnTo>
                  <a:lnTo>
                    <a:pt x="198" y="441"/>
                  </a:lnTo>
                  <a:lnTo>
                    <a:pt x="203" y="439"/>
                  </a:lnTo>
                  <a:lnTo>
                    <a:pt x="207" y="435"/>
                  </a:lnTo>
                  <a:lnTo>
                    <a:pt x="211" y="430"/>
                  </a:lnTo>
                  <a:lnTo>
                    <a:pt x="211" y="430"/>
                  </a:lnTo>
                  <a:lnTo>
                    <a:pt x="215" y="425"/>
                  </a:lnTo>
                  <a:lnTo>
                    <a:pt x="220" y="420"/>
                  </a:lnTo>
                  <a:lnTo>
                    <a:pt x="231" y="408"/>
                  </a:lnTo>
                  <a:lnTo>
                    <a:pt x="242" y="397"/>
                  </a:lnTo>
                  <a:lnTo>
                    <a:pt x="252" y="387"/>
                  </a:lnTo>
                  <a:lnTo>
                    <a:pt x="252" y="387"/>
                  </a:lnTo>
                  <a:lnTo>
                    <a:pt x="274" y="361"/>
                  </a:lnTo>
                  <a:lnTo>
                    <a:pt x="287" y="348"/>
                  </a:lnTo>
                  <a:lnTo>
                    <a:pt x="299" y="336"/>
                  </a:lnTo>
                  <a:lnTo>
                    <a:pt x="299" y="336"/>
                  </a:lnTo>
                  <a:lnTo>
                    <a:pt x="312" y="326"/>
                  </a:lnTo>
                  <a:lnTo>
                    <a:pt x="322" y="314"/>
                  </a:lnTo>
                  <a:lnTo>
                    <a:pt x="344" y="289"/>
                  </a:lnTo>
                  <a:lnTo>
                    <a:pt x="367" y="264"/>
                  </a:lnTo>
                  <a:lnTo>
                    <a:pt x="378" y="252"/>
                  </a:lnTo>
                  <a:lnTo>
                    <a:pt x="392" y="241"/>
                  </a:lnTo>
                  <a:lnTo>
                    <a:pt x="392" y="241"/>
                  </a:lnTo>
                  <a:lnTo>
                    <a:pt x="450" y="192"/>
                  </a:lnTo>
                  <a:lnTo>
                    <a:pt x="508" y="142"/>
                  </a:lnTo>
                  <a:lnTo>
                    <a:pt x="564" y="91"/>
                  </a:lnTo>
                  <a:lnTo>
                    <a:pt x="619" y="39"/>
                  </a:lnTo>
                  <a:lnTo>
                    <a:pt x="619" y="39"/>
                  </a:lnTo>
                  <a:lnTo>
                    <a:pt x="622" y="35"/>
                  </a:lnTo>
                  <a:lnTo>
                    <a:pt x="624" y="31"/>
                  </a:lnTo>
                  <a:lnTo>
                    <a:pt x="626" y="27"/>
                  </a:lnTo>
                  <a:lnTo>
                    <a:pt x="626" y="22"/>
                  </a:lnTo>
                  <a:lnTo>
                    <a:pt x="624" y="18"/>
                  </a:lnTo>
                  <a:lnTo>
                    <a:pt x="623" y="14"/>
                  </a:lnTo>
                  <a:lnTo>
                    <a:pt x="619" y="8"/>
                  </a:lnTo>
                  <a:lnTo>
                    <a:pt x="611" y="3"/>
                  </a:lnTo>
                  <a:lnTo>
                    <a:pt x="607" y="1"/>
                  </a:lnTo>
                  <a:lnTo>
                    <a:pt x="603" y="0"/>
                  </a:lnTo>
                  <a:lnTo>
                    <a:pt x="600" y="0"/>
                  </a:lnTo>
                  <a:lnTo>
                    <a:pt x="596" y="1"/>
                  </a:lnTo>
                  <a:lnTo>
                    <a:pt x="590" y="4"/>
                  </a:lnTo>
                  <a:lnTo>
                    <a:pt x="586" y="6"/>
                  </a:lnTo>
                  <a:lnTo>
                    <a:pt x="586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9" name="Freeform 407"/>
            <p:cNvSpPr/>
            <p:nvPr/>
          </p:nvSpPr>
          <p:spPr bwMode="auto">
            <a:xfrm>
              <a:off x="5599113" y="1095375"/>
              <a:ext cx="249238" cy="177800"/>
            </a:xfrm>
            <a:custGeom>
              <a:avLst/>
              <a:gdLst/>
              <a:ahLst/>
              <a:cxnLst>
                <a:cxn ang="0">
                  <a:pos x="577" y="76"/>
                </a:cxn>
                <a:cxn ang="0">
                  <a:pos x="538" y="154"/>
                </a:cxn>
                <a:cxn ang="0">
                  <a:pos x="474" y="255"/>
                </a:cxn>
                <a:cxn ang="0">
                  <a:pos x="426" y="320"/>
                </a:cxn>
                <a:cxn ang="0">
                  <a:pos x="403" y="358"/>
                </a:cxn>
                <a:cxn ang="0">
                  <a:pos x="382" y="385"/>
                </a:cxn>
                <a:cxn ang="0">
                  <a:pos x="367" y="394"/>
                </a:cxn>
                <a:cxn ang="0">
                  <a:pos x="348" y="386"/>
                </a:cxn>
                <a:cxn ang="0">
                  <a:pos x="317" y="344"/>
                </a:cxn>
                <a:cxn ang="0">
                  <a:pos x="278" y="286"/>
                </a:cxn>
                <a:cxn ang="0">
                  <a:pos x="224" y="225"/>
                </a:cxn>
                <a:cxn ang="0">
                  <a:pos x="151" y="140"/>
                </a:cxn>
                <a:cxn ang="0">
                  <a:pos x="99" y="72"/>
                </a:cxn>
                <a:cxn ang="0">
                  <a:pos x="59" y="35"/>
                </a:cxn>
                <a:cxn ang="0">
                  <a:pos x="49" y="22"/>
                </a:cxn>
                <a:cxn ang="0">
                  <a:pos x="38" y="8"/>
                </a:cxn>
                <a:cxn ang="0">
                  <a:pos x="27" y="0"/>
                </a:cxn>
                <a:cxn ang="0">
                  <a:pos x="15" y="1"/>
                </a:cxn>
                <a:cxn ang="0">
                  <a:pos x="2" y="18"/>
                </a:cxn>
                <a:cxn ang="0">
                  <a:pos x="2" y="31"/>
                </a:cxn>
                <a:cxn ang="0">
                  <a:pos x="6" y="39"/>
                </a:cxn>
                <a:cxn ang="0">
                  <a:pos x="122" y="178"/>
                </a:cxn>
                <a:cxn ang="0">
                  <a:pos x="182" y="247"/>
                </a:cxn>
                <a:cxn ang="0">
                  <a:pos x="246" y="319"/>
                </a:cxn>
                <a:cxn ang="0">
                  <a:pos x="266" y="352"/>
                </a:cxn>
                <a:cxn ang="0">
                  <a:pos x="287" y="387"/>
                </a:cxn>
                <a:cxn ang="0">
                  <a:pos x="326" y="430"/>
                </a:cxn>
                <a:cxn ang="0">
                  <a:pos x="346" y="446"/>
                </a:cxn>
                <a:cxn ang="0">
                  <a:pos x="359" y="449"/>
                </a:cxn>
                <a:cxn ang="0">
                  <a:pos x="375" y="441"/>
                </a:cxn>
                <a:cxn ang="0">
                  <a:pos x="392" y="438"/>
                </a:cxn>
                <a:cxn ang="0">
                  <a:pos x="401" y="430"/>
                </a:cxn>
                <a:cxn ang="0">
                  <a:pos x="411" y="419"/>
                </a:cxn>
                <a:cxn ang="0">
                  <a:pos x="435" y="390"/>
                </a:cxn>
                <a:cxn ang="0">
                  <a:pos x="499" y="301"/>
                </a:cxn>
                <a:cxn ang="0">
                  <a:pos x="535" y="243"/>
                </a:cxn>
                <a:cxn ang="0">
                  <a:pos x="606" y="124"/>
                </a:cxn>
                <a:cxn ang="0">
                  <a:pos x="631" y="60"/>
                </a:cxn>
                <a:cxn ang="0">
                  <a:pos x="631" y="50"/>
                </a:cxn>
                <a:cxn ang="0">
                  <a:pos x="626" y="39"/>
                </a:cxn>
                <a:cxn ang="0">
                  <a:pos x="606" y="31"/>
                </a:cxn>
                <a:cxn ang="0">
                  <a:pos x="594" y="35"/>
                </a:cxn>
                <a:cxn ang="0">
                  <a:pos x="586" y="48"/>
                </a:cxn>
              </a:cxnLst>
              <a:rect l="0" t="0" r="r" b="b"/>
              <a:pathLst>
                <a:path w="631" h="449">
                  <a:moveTo>
                    <a:pt x="586" y="48"/>
                  </a:moveTo>
                  <a:lnTo>
                    <a:pt x="586" y="48"/>
                  </a:lnTo>
                  <a:lnTo>
                    <a:pt x="577" y="76"/>
                  </a:lnTo>
                  <a:lnTo>
                    <a:pt x="567" y="102"/>
                  </a:lnTo>
                  <a:lnTo>
                    <a:pt x="552" y="130"/>
                  </a:lnTo>
                  <a:lnTo>
                    <a:pt x="538" y="154"/>
                  </a:lnTo>
                  <a:lnTo>
                    <a:pt x="507" y="205"/>
                  </a:lnTo>
                  <a:lnTo>
                    <a:pt x="474" y="255"/>
                  </a:lnTo>
                  <a:lnTo>
                    <a:pt x="474" y="255"/>
                  </a:lnTo>
                  <a:lnTo>
                    <a:pt x="463" y="272"/>
                  </a:lnTo>
                  <a:lnTo>
                    <a:pt x="452" y="288"/>
                  </a:lnTo>
                  <a:lnTo>
                    <a:pt x="426" y="320"/>
                  </a:lnTo>
                  <a:lnTo>
                    <a:pt x="426" y="320"/>
                  </a:lnTo>
                  <a:lnTo>
                    <a:pt x="415" y="337"/>
                  </a:lnTo>
                  <a:lnTo>
                    <a:pt x="403" y="358"/>
                  </a:lnTo>
                  <a:lnTo>
                    <a:pt x="397" y="369"/>
                  </a:lnTo>
                  <a:lnTo>
                    <a:pt x="389" y="378"/>
                  </a:lnTo>
                  <a:lnTo>
                    <a:pt x="382" y="385"/>
                  </a:lnTo>
                  <a:lnTo>
                    <a:pt x="375" y="390"/>
                  </a:lnTo>
                  <a:lnTo>
                    <a:pt x="375" y="390"/>
                  </a:lnTo>
                  <a:lnTo>
                    <a:pt x="367" y="394"/>
                  </a:lnTo>
                  <a:lnTo>
                    <a:pt x="361" y="399"/>
                  </a:lnTo>
                  <a:lnTo>
                    <a:pt x="361" y="399"/>
                  </a:lnTo>
                  <a:lnTo>
                    <a:pt x="348" y="386"/>
                  </a:lnTo>
                  <a:lnTo>
                    <a:pt x="338" y="373"/>
                  </a:lnTo>
                  <a:lnTo>
                    <a:pt x="327" y="358"/>
                  </a:lnTo>
                  <a:lnTo>
                    <a:pt x="317" y="344"/>
                  </a:lnTo>
                  <a:lnTo>
                    <a:pt x="299" y="315"/>
                  </a:lnTo>
                  <a:lnTo>
                    <a:pt x="278" y="286"/>
                  </a:lnTo>
                  <a:lnTo>
                    <a:pt x="278" y="286"/>
                  </a:lnTo>
                  <a:lnTo>
                    <a:pt x="261" y="266"/>
                  </a:lnTo>
                  <a:lnTo>
                    <a:pt x="242" y="246"/>
                  </a:lnTo>
                  <a:lnTo>
                    <a:pt x="224" y="225"/>
                  </a:lnTo>
                  <a:lnTo>
                    <a:pt x="206" y="205"/>
                  </a:lnTo>
                  <a:lnTo>
                    <a:pt x="206" y="205"/>
                  </a:lnTo>
                  <a:lnTo>
                    <a:pt x="151" y="140"/>
                  </a:lnTo>
                  <a:lnTo>
                    <a:pt x="125" y="106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89" y="60"/>
                  </a:lnTo>
                  <a:lnTo>
                    <a:pt x="82" y="52"/>
                  </a:lnTo>
                  <a:lnTo>
                    <a:pt x="59" y="35"/>
                  </a:lnTo>
                  <a:lnTo>
                    <a:pt x="59" y="35"/>
                  </a:lnTo>
                  <a:lnTo>
                    <a:pt x="54" y="29"/>
                  </a:lnTo>
                  <a:lnTo>
                    <a:pt x="49" y="22"/>
                  </a:lnTo>
                  <a:lnTo>
                    <a:pt x="44" y="14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7" y="0"/>
                  </a:lnTo>
                  <a:lnTo>
                    <a:pt x="23" y="0"/>
                  </a:lnTo>
                  <a:lnTo>
                    <a:pt x="19" y="0"/>
                  </a:lnTo>
                  <a:lnTo>
                    <a:pt x="15" y="1"/>
                  </a:lnTo>
                  <a:lnTo>
                    <a:pt x="8" y="7"/>
                  </a:lnTo>
                  <a:lnTo>
                    <a:pt x="3" y="14"/>
                  </a:lnTo>
                  <a:lnTo>
                    <a:pt x="2" y="18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2" y="31"/>
                  </a:lnTo>
                  <a:lnTo>
                    <a:pt x="3" y="35"/>
                  </a:lnTo>
                  <a:lnTo>
                    <a:pt x="6" y="39"/>
                  </a:lnTo>
                  <a:lnTo>
                    <a:pt x="6" y="39"/>
                  </a:lnTo>
                  <a:lnTo>
                    <a:pt x="44" y="84"/>
                  </a:lnTo>
                  <a:lnTo>
                    <a:pt x="83" y="130"/>
                  </a:lnTo>
                  <a:lnTo>
                    <a:pt x="122" y="178"/>
                  </a:lnTo>
                  <a:lnTo>
                    <a:pt x="161" y="224"/>
                  </a:lnTo>
                  <a:lnTo>
                    <a:pt x="161" y="224"/>
                  </a:lnTo>
                  <a:lnTo>
                    <a:pt x="182" y="247"/>
                  </a:lnTo>
                  <a:lnTo>
                    <a:pt x="204" y="271"/>
                  </a:lnTo>
                  <a:lnTo>
                    <a:pt x="225" y="294"/>
                  </a:lnTo>
                  <a:lnTo>
                    <a:pt x="246" y="319"/>
                  </a:lnTo>
                  <a:lnTo>
                    <a:pt x="246" y="319"/>
                  </a:lnTo>
                  <a:lnTo>
                    <a:pt x="257" y="335"/>
                  </a:lnTo>
                  <a:lnTo>
                    <a:pt x="266" y="352"/>
                  </a:lnTo>
                  <a:lnTo>
                    <a:pt x="276" y="370"/>
                  </a:lnTo>
                  <a:lnTo>
                    <a:pt x="287" y="387"/>
                  </a:lnTo>
                  <a:lnTo>
                    <a:pt x="287" y="387"/>
                  </a:lnTo>
                  <a:lnTo>
                    <a:pt x="299" y="403"/>
                  </a:lnTo>
                  <a:lnTo>
                    <a:pt x="312" y="417"/>
                  </a:lnTo>
                  <a:lnTo>
                    <a:pt x="326" y="430"/>
                  </a:lnTo>
                  <a:lnTo>
                    <a:pt x="341" y="443"/>
                  </a:lnTo>
                  <a:lnTo>
                    <a:pt x="341" y="443"/>
                  </a:lnTo>
                  <a:lnTo>
                    <a:pt x="346" y="446"/>
                  </a:lnTo>
                  <a:lnTo>
                    <a:pt x="350" y="447"/>
                  </a:lnTo>
                  <a:lnTo>
                    <a:pt x="355" y="449"/>
                  </a:lnTo>
                  <a:lnTo>
                    <a:pt x="359" y="449"/>
                  </a:lnTo>
                  <a:lnTo>
                    <a:pt x="363" y="447"/>
                  </a:lnTo>
                  <a:lnTo>
                    <a:pt x="368" y="446"/>
                  </a:lnTo>
                  <a:lnTo>
                    <a:pt x="375" y="441"/>
                  </a:lnTo>
                  <a:lnTo>
                    <a:pt x="375" y="441"/>
                  </a:lnTo>
                  <a:lnTo>
                    <a:pt x="384" y="441"/>
                  </a:lnTo>
                  <a:lnTo>
                    <a:pt x="392" y="438"/>
                  </a:lnTo>
                  <a:lnTo>
                    <a:pt x="395" y="437"/>
                  </a:lnTo>
                  <a:lnTo>
                    <a:pt x="398" y="433"/>
                  </a:lnTo>
                  <a:lnTo>
                    <a:pt x="401" y="430"/>
                  </a:lnTo>
                  <a:lnTo>
                    <a:pt x="402" y="425"/>
                  </a:lnTo>
                  <a:lnTo>
                    <a:pt x="402" y="425"/>
                  </a:lnTo>
                  <a:lnTo>
                    <a:pt x="411" y="419"/>
                  </a:lnTo>
                  <a:lnTo>
                    <a:pt x="419" y="409"/>
                  </a:lnTo>
                  <a:lnTo>
                    <a:pt x="435" y="390"/>
                  </a:lnTo>
                  <a:lnTo>
                    <a:pt x="435" y="390"/>
                  </a:lnTo>
                  <a:lnTo>
                    <a:pt x="467" y="347"/>
                  </a:lnTo>
                  <a:lnTo>
                    <a:pt x="484" y="324"/>
                  </a:lnTo>
                  <a:lnTo>
                    <a:pt x="499" y="301"/>
                  </a:lnTo>
                  <a:lnTo>
                    <a:pt x="499" y="301"/>
                  </a:lnTo>
                  <a:lnTo>
                    <a:pt x="517" y="272"/>
                  </a:lnTo>
                  <a:lnTo>
                    <a:pt x="535" y="243"/>
                  </a:lnTo>
                  <a:lnTo>
                    <a:pt x="573" y="184"/>
                  </a:lnTo>
                  <a:lnTo>
                    <a:pt x="590" y="154"/>
                  </a:lnTo>
                  <a:lnTo>
                    <a:pt x="606" y="124"/>
                  </a:lnTo>
                  <a:lnTo>
                    <a:pt x="620" y="93"/>
                  </a:lnTo>
                  <a:lnTo>
                    <a:pt x="626" y="76"/>
                  </a:lnTo>
                  <a:lnTo>
                    <a:pt x="631" y="60"/>
                  </a:lnTo>
                  <a:lnTo>
                    <a:pt x="631" y="60"/>
                  </a:lnTo>
                  <a:lnTo>
                    <a:pt x="631" y="55"/>
                  </a:lnTo>
                  <a:lnTo>
                    <a:pt x="631" y="50"/>
                  </a:lnTo>
                  <a:lnTo>
                    <a:pt x="630" y="46"/>
                  </a:lnTo>
                  <a:lnTo>
                    <a:pt x="628" y="42"/>
                  </a:lnTo>
                  <a:lnTo>
                    <a:pt x="626" y="39"/>
                  </a:lnTo>
                  <a:lnTo>
                    <a:pt x="622" y="37"/>
                  </a:lnTo>
                  <a:lnTo>
                    <a:pt x="614" y="33"/>
                  </a:lnTo>
                  <a:lnTo>
                    <a:pt x="606" y="31"/>
                  </a:lnTo>
                  <a:lnTo>
                    <a:pt x="602" y="33"/>
                  </a:lnTo>
                  <a:lnTo>
                    <a:pt x="598" y="34"/>
                  </a:lnTo>
                  <a:lnTo>
                    <a:pt x="594" y="35"/>
                  </a:lnTo>
                  <a:lnTo>
                    <a:pt x="590" y="39"/>
                  </a:lnTo>
                  <a:lnTo>
                    <a:pt x="588" y="43"/>
                  </a:lnTo>
                  <a:lnTo>
                    <a:pt x="586" y="48"/>
                  </a:lnTo>
                  <a:lnTo>
                    <a:pt x="586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90" name="文本框 89"/>
          <p:cNvSpPr txBox="1"/>
          <p:nvPr/>
        </p:nvSpPr>
        <p:spPr>
          <a:xfrm>
            <a:off x="2833453" y="3140572"/>
            <a:ext cx="3446304" cy="46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40">
                <a:solidFill>
                  <a:schemeClr val="bg1"/>
                </a:solidFill>
                <a:cs typeface="+mn-ea"/>
                <a:sym typeface="+mn-lt"/>
              </a:rPr>
              <a:t>QT6 C++  </a:t>
            </a:r>
            <a:r>
              <a:rPr lang="en-US" altLang="zh-CN" sz="2440">
                <a:solidFill>
                  <a:schemeClr val="bg1"/>
                </a:solidFill>
                <a:cs typeface="+mn-ea"/>
                <a:sym typeface="+mn-lt"/>
              </a:rPr>
              <a:t>GUI</a:t>
            </a:r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开发教程</a:t>
            </a:r>
          </a:p>
        </p:txBody>
      </p:sp>
      <p:grpSp>
        <p:nvGrpSpPr>
          <p:cNvPr id="160" name="组合 1274"/>
          <p:cNvGrpSpPr/>
          <p:nvPr/>
        </p:nvGrpSpPr>
        <p:grpSpPr>
          <a:xfrm>
            <a:off x="6245741" y="3237675"/>
            <a:ext cx="338686" cy="261779"/>
            <a:chOff x="5248276" y="1095375"/>
            <a:chExt cx="727075" cy="561976"/>
          </a:xfrm>
        </p:grpSpPr>
        <p:sp>
          <p:nvSpPr>
            <p:cNvPr id="162" name="Freeform 378"/>
            <p:cNvSpPr/>
            <p:nvPr/>
          </p:nvSpPr>
          <p:spPr bwMode="auto">
            <a:xfrm>
              <a:off x="5367339" y="1268413"/>
              <a:ext cx="39688" cy="144463"/>
            </a:xfrm>
            <a:custGeom>
              <a:avLst/>
              <a:gdLst/>
              <a:ahLst/>
              <a:cxnLst>
                <a:cxn ang="0">
                  <a:pos x="90" y="5"/>
                </a:cxn>
                <a:cxn ang="0">
                  <a:pos x="90" y="5"/>
                </a:cxn>
                <a:cxn ang="0">
                  <a:pos x="89" y="17"/>
                </a:cxn>
                <a:cxn ang="0">
                  <a:pos x="87" y="28"/>
                </a:cxn>
                <a:cxn ang="0">
                  <a:pos x="81" y="49"/>
                </a:cxn>
                <a:cxn ang="0">
                  <a:pos x="64" y="89"/>
                </a:cxn>
                <a:cxn ang="0">
                  <a:pos x="64" y="89"/>
                </a:cxn>
                <a:cxn ang="0">
                  <a:pos x="56" y="113"/>
                </a:cxn>
                <a:cxn ang="0">
                  <a:pos x="49" y="136"/>
                </a:cxn>
                <a:cxn ang="0">
                  <a:pos x="36" y="185"/>
                </a:cxn>
                <a:cxn ang="0">
                  <a:pos x="36" y="185"/>
                </a:cxn>
                <a:cxn ang="0">
                  <a:pos x="31" y="207"/>
                </a:cxn>
                <a:cxn ang="0">
                  <a:pos x="26" y="230"/>
                </a:cxn>
                <a:cxn ang="0">
                  <a:pos x="18" y="277"/>
                </a:cxn>
                <a:cxn ang="0">
                  <a:pos x="18" y="277"/>
                </a:cxn>
                <a:cxn ang="0">
                  <a:pos x="13" y="298"/>
                </a:cxn>
                <a:cxn ang="0">
                  <a:pos x="8" y="318"/>
                </a:cxn>
                <a:cxn ang="0">
                  <a:pos x="2" y="339"/>
                </a:cxn>
                <a:cxn ang="0">
                  <a:pos x="1" y="349"/>
                </a:cxn>
                <a:cxn ang="0">
                  <a:pos x="0" y="360"/>
                </a:cxn>
                <a:cxn ang="0">
                  <a:pos x="0" y="360"/>
                </a:cxn>
                <a:cxn ang="0">
                  <a:pos x="0" y="362"/>
                </a:cxn>
                <a:cxn ang="0">
                  <a:pos x="1" y="364"/>
                </a:cxn>
                <a:cxn ang="0">
                  <a:pos x="2" y="365"/>
                </a:cxn>
                <a:cxn ang="0">
                  <a:pos x="5" y="365"/>
                </a:cxn>
                <a:cxn ang="0">
                  <a:pos x="9" y="364"/>
                </a:cxn>
                <a:cxn ang="0">
                  <a:pos x="10" y="362"/>
                </a:cxn>
                <a:cxn ang="0">
                  <a:pos x="10" y="360"/>
                </a:cxn>
                <a:cxn ang="0">
                  <a:pos x="10" y="360"/>
                </a:cxn>
                <a:cxn ang="0">
                  <a:pos x="13" y="349"/>
                </a:cxn>
                <a:cxn ang="0">
                  <a:pos x="15" y="340"/>
                </a:cxn>
                <a:cxn ang="0">
                  <a:pos x="19" y="331"/>
                </a:cxn>
                <a:cxn ang="0">
                  <a:pos x="22" y="322"/>
                </a:cxn>
                <a:cxn ang="0">
                  <a:pos x="31" y="270"/>
                </a:cxn>
                <a:cxn ang="0">
                  <a:pos x="31" y="270"/>
                </a:cxn>
                <a:cxn ang="0">
                  <a:pos x="39" y="223"/>
                </a:cxn>
                <a:cxn ang="0">
                  <a:pos x="49" y="177"/>
                </a:cxn>
                <a:cxn ang="0">
                  <a:pos x="49" y="177"/>
                </a:cxn>
                <a:cxn ang="0">
                  <a:pos x="64" y="128"/>
                </a:cxn>
                <a:cxn ang="0">
                  <a:pos x="79" y="81"/>
                </a:cxn>
                <a:cxn ang="0">
                  <a:pos x="79" y="81"/>
                </a:cxn>
                <a:cxn ang="0">
                  <a:pos x="93" y="45"/>
                </a:cxn>
                <a:cxn ang="0">
                  <a:pos x="99" y="25"/>
                </a:cxn>
                <a:cxn ang="0">
                  <a:pos x="100" y="16"/>
                </a:cxn>
                <a:cxn ang="0">
                  <a:pos x="102" y="5"/>
                </a:cxn>
                <a:cxn ang="0">
                  <a:pos x="102" y="5"/>
                </a:cxn>
                <a:cxn ang="0">
                  <a:pos x="102" y="4"/>
                </a:cxn>
                <a:cxn ang="0">
                  <a:pos x="100" y="1"/>
                </a:cxn>
                <a:cxn ang="0">
                  <a:pos x="99" y="1"/>
                </a:cxn>
                <a:cxn ang="0">
                  <a:pos x="96" y="0"/>
                </a:cxn>
                <a:cxn ang="0">
                  <a:pos x="93" y="1"/>
                </a:cxn>
                <a:cxn ang="0">
                  <a:pos x="91" y="4"/>
                </a:cxn>
                <a:cxn ang="0">
                  <a:pos x="90" y="5"/>
                </a:cxn>
                <a:cxn ang="0">
                  <a:pos x="90" y="5"/>
                </a:cxn>
              </a:cxnLst>
              <a:rect l="0" t="0" r="r" b="b"/>
              <a:pathLst>
                <a:path w="102" h="365">
                  <a:moveTo>
                    <a:pt x="90" y="5"/>
                  </a:moveTo>
                  <a:lnTo>
                    <a:pt x="90" y="5"/>
                  </a:lnTo>
                  <a:lnTo>
                    <a:pt x="89" y="17"/>
                  </a:lnTo>
                  <a:lnTo>
                    <a:pt x="87" y="28"/>
                  </a:lnTo>
                  <a:lnTo>
                    <a:pt x="81" y="49"/>
                  </a:lnTo>
                  <a:lnTo>
                    <a:pt x="64" y="89"/>
                  </a:lnTo>
                  <a:lnTo>
                    <a:pt x="64" y="89"/>
                  </a:lnTo>
                  <a:lnTo>
                    <a:pt x="56" y="113"/>
                  </a:lnTo>
                  <a:lnTo>
                    <a:pt x="49" y="136"/>
                  </a:lnTo>
                  <a:lnTo>
                    <a:pt x="36" y="185"/>
                  </a:lnTo>
                  <a:lnTo>
                    <a:pt x="36" y="185"/>
                  </a:lnTo>
                  <a:lnTo>
                    <a:pt x="31" y="207"/>
                  </a:lnTo>
                  <a:lnTo>
                    <a:pt x="26" y="230"/>
                  </a:lnTo>
                  <a:lnTo>
                    <a:pt x="18" y="277"/>
                  </a:lnTo>
                  <a:lnTo>
                    <a:pt x="18" y="277"/>
                  </a:lnTo>
                  <a:lnTo>
                    <a:pt x="13" y="298"/>
                  </a:lnTo>
                  <a:lnTo>
                    <a:pt x="8" y="318"/>
                  </a:lnTo>
                  <a:lnTo>
                    <a:pt x="2" y="339"/>
                  </a:lnTo>
                  <a:lnTo>
                    <a:pt x="1" y="349"/>
                  </a:lnTo>
                  <a:lnTo>
                    <a:pt x="0" y="360"/>
                  </a:lnTo>
                  <a:lnTo>
                    <a:pt x="0" y="360"/>
                  </a:lnTo>
                  <a:lnTo>
                    <a:pt x="0" y="362"/>
                  </a:lnTo>
                  <a:lnTo>
                    <a:pt x="1" y="364"/>
                  </a:lnTo>
                  <a:lnTo>
                    <a:pt x="2" y="365"/>
                  </a:lnTo>
                  <a:lnTo>
                    <a:pt x="5" y="365"/>
                  </a:lnTo>
                  <a:lnTo>
                    <a:pt x="9" y="364"/>
                  </a:lnTo>
                  <a:lnTo>
                    <a:pt x="10" y="362"/>
                  </a:lnTo>
                  <a:lnTo>
                    <a:pt x="10" y="360"/>
                  </a:lnTo>
                  <a:lnTo>
                    <a:pt x="10" y="360"/>
                  </a:lnTo>
                  <a:lnTo>
                    <a:pt x="13" y="349"/>
                  </a:lnTo>
                  <a:lnTo>
                    <a:pt x="15" y="340"/>
                  </a:lnTo>
                  <a:lnTo>
                    <a:pt x="19" y="331"/>
                  </a:lnTo>
                  <a:lnTo>
                    <a:pt x="22" y="322"/>
                  </a:lnTo>
                  <a:lnTo>
                    <a:pt x="31" y="270"/>
                  </a:lnTo>
                  <a:lnTo>
                    <a:pt x="31" y="270"/>
                  </a:lnTo>
                  <a:lnTo>
                    <a:pt x="39" y="223"/>
                  </a:lnTo>
                  <a:lnTo>
                    <a:pt x="49" y="177"/>
                  </a:lnTo>
                  <a:lnTo>
                    <a:pt x="49" y="177"/>
                  </a:lnTo>
                  <a:lnTo>
                    <a:pt x="64" y="128"/>
                  </a:lnTo>
                  <a:lnTo>
                    <a:pt x="79" y="81"/>
                  </a:lnTo>
                  <a:lnTo>
                    <a:pt x="79" y="81"/>
                  </a:lnTo>
                  <a:lnTo>
                    <a:pt x="93" y="45"/>
                  </a:lnTo>
                  <a:lnTo>
                    <a:pt x="99" y="25"/>
                  </a:lnTo>
                  <a:lnTo>
                    <a:pt x="100" y="16"/>
                  </a:lnTo>
                  <a:lnTo>
                    <a:pt x="102" y="5"/>
                  </a:lnTo>
                  <a:lnTo>
                    <a:pt x="102" y="5"/>
                  </a:lnTo>
                  <a:lnTo>
                    <a:pt x="102" y="4"/>
                  </a:lnTo>
                  <a:lnTo>
                    <a:pt x="100" y="1"/>
                  </a:lnTo>
                  <a:lnTo>
                    <a:pt x="99" y="1"/>
                  </a:lnTo>
                  <a:lnTo>
                    <a:pt x="96" y="0"/>
                  </a:lnTo>
                  <a:lnTo>
                    <a:pt x="93" y="1"/>
                  </a:lnTo>
                  <a:lnTo>
                    <a:pt x="91" y="4"/>
                  </a:lnTo>
                  <a:lnTo>
                    <a:pt x="90" y="5"/>
                  </a:lnTo>
                  <a:lnTo>
                    <a:pt x="90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3" name="Freeform 379"/>
            <p:cNvSpPr/>
            <p:nvPr/>
          </p:nvSpPr>
          <p:spPr bwMode="auto">
            <a:xfrm>
              <a:off x="5426076" y="1354138"/>
              <a:ext cx="33338" cy="128588"/>
            </a:xfrm>
            <a:custGeom>
              <a:avLst/>
              <a:gdLst/>
              <a:ahLst/>
              <a:cxnLst>
                <a:cxn ang="0">
                  <a:pos x="75" y="3"/>
                </a:cxn>
                <a:cxn ang="0">
                  <a:pos x="75" y="3"/>
                </a:cxn>
                <a:cxn ang="0">
                  <a:pos x="71" y="11"/>
                </a:cxn>
                <a:cxn ang="0">
                  <a:pos x="69" y="20"/>
                </a:cxn>
                <a:cxn ang="0">
                  <a:pos x="63" y="37"/>
                </a:cxn>
                <a:cxn ang="0">
                  <a:pos x="55" y="71"/>
                </a:cxn>
                <a:cxn ang="0">
                  <a:pos x="55" y="71"/>
                </a:cxn>
                <a:cxn ang="0">
                  <a:pos x="49" y="91"/>
                </a:cxn>
                <a:cxn ang="0">
                  <a:pos x="42" y="110"/>
                </a:cxn>
                <a:cxn ang="0">
                  <a:pos x="36" y="130"/>
                </a:cxn>
                <a:cxn ang="0">
                  <a:pos x="32" y="149"/>
                </a:cxn>
                <a:cxn ang="0">
                  <a:pos x="32" y="149"/>
                </a:cxn>
                <a:cxn ang="0">
                  <a:pos x="27" y="196"/>
                </a:cxn>
                <a:cxn ang="0">
                  <a:pos x="23" y="220"/>
                </a:cxn>
                <a:cxn ang="0">
                  <a:pos x="19" y="244"/>
                </a:cxn>
                <a:cxn ang="0">
                  <a:pos x="19" y="244"/>
                </a:cxn>
                <a:cxn ang="0">
                  <a:pos x="15" y="261"/>
                </a:cxn>
                <a:cxn ang="0">
                  <a:pos x="11" y="279"/>
                </a:cxn>
                <a:cxn ang="0">
                  <a:pos x="11" y="279"/>
                </a:cxn>
                <a:cxn ang="0">
                  <a:pos x="8" y="288"/>
                </a:cxn>
                <a:cxn ang="0">
                  <a:pos x="7" y="298"/>
                </a:cxn>
                <a:cxn ang="0">
                  <a:pos x="6" y="309"/>
                </a:cxn>
                <a:cxn ang="0">
                  <a:pos x="3" y="313"/>
                </a:cxn>
                <a:cxn ang="0">
                  <a:pos x="2" y="317"/>
                </a:cxn>
                <a:cxn ang="0">
                  <a:pos x="2" y="317"/>
                </a:cxn>
                <a:cxn ang="0">
                  <a:pos x="0" y="319"/>
                </a:cxn>
                <a:cxn ang="0">
                  <a:pos x="0" y="321"/>
                </a:cxn>
                <a:cxn ang="0">
                  <a:pos x="2" y="323"/>
                </a:cxn>
                <a:cxn ang="0">
                  <a:pos x="3" y="325"/>
                </a:cxn>
                <a:cxn ang="0">
                  <a:pos x="7" y="325"/>
                </a:cxn>
                <a:cxn ang="0">
                  <a:pos x="10" y="325"/>
                </a:cxn>
                <a:cxn ang="0">
                  <a:pos x="11" y="323"/>
                </a:cxn>
                <a:cxn ang="0">
                  <a:pos x="11" y="323"/>
                </a:cxn>
                <a:cxn ang="0">
                  <a:pos x="15" y="317"/>
                </a:cxn>
                <a:cxn ang="0">
                  <a:pos x="18" y="310"/>
                </a:cxn>
                <a:cxn ang="0">
                  <a:pos x="21" y="295"/>
                </a:cxn>
                <a:cxn ang="0">
                  <a:pos x="24" y="279"/>
                </a:cxn>
                <a:cxn ang="0">
                  <a:pos x="27" y="264"/>
                </a:cxn>
                <a:cxn ang="0">
                  <a:pos x="27" y="264"/>
                </a:cxn>
                <a:cxn ang="0">
                  <a:pos x="31" y="245"/>
                </a:cxn>
                <a:cxn ang="0">
                  <a:pos x="33" y="227"/>
                </a:cxn>
                <a:cxn ang="0">
                  <a:pos x="38" y="187"/>
                </a:cxn>
                <a:cxn ang="0">
                  <a:pos x="38" y="187"/>
                </a:cxn>
                <a:cxn ang="0">
                  <a:pos x="42" y="164"/>
                </a:cxn>
                <a:cxn ang="0">
                  <a:pos x="46" y="140"/>
                </a:cxn>
                <a:cxn ang="0">
                  <a:pos x="52" y="117"/>
                </a:cxn>
                <a:cxn ang="0">
                  <a:pos x="59" y="94"/>
                </a:cxn>
                <a:cxn ang="0">
                  <a:pos x="59" y="94"/>
                </a:cxn>
                <a:cxn ang="0">
                  <a:pos x="66" y="72"/>
                </a:cxn>
                <a:cxn ang="0">
                  <a:pos x="71" y="51"/>
                </a:cxn>
                <a:cxn ang="0">
                  <a:pos x="76" y="29"/>
                </a:cxn>
                <a:cxn ang="0">
                  <a:pos x="80" y="19"/>
                </a:cxn>
                <a:cxn ang="0">
                  <a:pos x="86" y="9"/>
                </a:cxn>
                <a:cxn ang="0">
                  <a:pos x="86" y="9"/>
                </a:cxn>
                <a:cxn ang="0">
                  <a:pos x="87" y="7"/>
                </a:cxn>
                <a:cxn ang="0">
                  <a:pos x="86" y="4"/>
                </a:cxn>
                <a:cxn ang="0">
                  <a:pos x="83" y="2"/>
                </a:cxn>
                <a:cxn ang="0">
                  <a:pos x="79" y="0"/>
                </a:cxn>
                <a:cxn ang="0">
                  <a:pos x="78" y="2"/>
                </a:cxn>
                <a:cxn ang="0">
                  <a:pos x="75" y="3"/>
                </a:cxn>
                <a:cxn ang="0">
                  <a:pos x="75" y="3"/>
                </a:cxn>
              </a:cxnLst>
              <a:rect l="0" t="0" r="r" b="b"/>
              <a:pathLst>
                <a:path w="87" h="325">
                  <a:moveTo>
                    <a:pt x="75" y="3"/>
                  </a:moveTo>
                  <a:lnTo>
                    <a:pt x="75" y="3"/>
                  </a:lnTo>
                  <a:lnTo>
                    <a:pt x="71" y="11"/>
                  </a:lnTo>
                  <a:lnTo>
                    <a:pt x="69" y="20"/>
                  </a:lnTo>
                  <a:lnTo>
                    <a:pt x="63" y="37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49" y="91"/>
                  </a:lnTo>
                  <a:lnTo>
                    <a:pt x="42" y="110"/>
                  </a:lnTo>
                  <a:lnTo>
                    <a:pt x="36" y="130"/>
                  </a:lnTo>
                  <a:lnTo>
                    <a:pt x="32" y="149"/>
                  </a:lnTo>
                  <a:lnTo>
                    <a:pt x="32" y="149"/>
                  </a:lnTo>
                  <a:lnTo>
                    <a:pt x="27" y="196"/>
                  </a:lnTo>
                  <a:lnTo>
                    <a:pt x="23" y="220"/>
                  </a:lnTo>
                  <a:lnTo>
                    <a:pt x="19" y="244"/>
                  </a:lnTo>
                  <a:lnTo>
                    <a:pt x="19" y="244"/>
                  </a:lnTo>
                  <a:lnTo>
                    <a:pt x="15" y="261"/>
                  </a:lnTo>
                  <a:lnTo>
                    <a:pt x="11" y="279"/>
                  </a:lnTo>
                  <a:lnTo>
                    <a:pt x="11" y="279"/>
                  </a:lnTo>
                  <a:lnTo>
                    <a:pt x="8" y="288"/>
                  </a:lnTo>
                  <a:lnTo>
                    <a:pt x="7" y="298"/>
                  </a:lnTo>
                  <a:lnTo>
                    <a:pt x="6" y="309"/>
                  </a:lnTo>
                  <a:lnTo>
                    <a:pt x="3" y="313"/>
                  </a:lnTo>
                  <a:lnTo>
                    <a:pt x="2" y="317"/>
                  </a:lnTo>
                  <a:lnTo>
                    <a:pt x="2" y="317"/>
                  </a:lnTo>
                  <a:lnTo>
                    <a:pt x="0" y="319"/>
                  </a:lnTo>
                  <a:lnTo>
                    <a:pt x="0" y="321"/>
                  </a:lnTo>
                  <a:lnTo>
                    <a:pt x="2" y="323"/>
                  </a:lnTo>
                  <a:lnTo>
                    <a:pt x="3" y="325"/>
                  </a:lnTo>
                  <a:lnTo>
                    <a:pt x="7" y="325"/>
                  </a:lnTo>
                  <a:lnTo>
                    <a:pt x="10" y="325"/>
                  </a:lnTo>
                  <a:lnTo>
                    <a:pt x="11" y="323"/>
                  </a:lnTo>
                  <a:lnTo>
                    <a:pt x="11" y="323"/>
                  </a:lnTo>
                  <a:lnTo>
                    <a:pt x="15" y="317"/>
                  </a:lnTo>
                  <a:lnTo>
                    <a:pt x="18" y="310"/>
                  </a:lnTo>
                  <a:lnTo>
                    <a:pt x="21" y="295"/>
                  </a:lnTo>
                  <a:lnTo>
                    <a:pt x="24" y="279"/>
                  </a:lnTo>
                  <a:lnTo>
                    <a:pt x="27" y="264"/>
                  </a:lnTo>
                  <a:lnTo>
                    <a:pt x="27" y="264"/>
                  </a:lnTo>
                  <a:lnTo>
                    <a:pt x="31" y="245"/>
                  </a:lnTo>
                  <a:lnTo>
                    <a:pt x="33" y="227"/>
                  </a:lnTo>
                  <a:lnTo>
                    <a:pt x="38" y="187"/>
                  </a:lnTo>
                  <a:lnTo>
                    <a:pt x="38" y="187"/>
                  </a:lnTo>
                  <a:lnTo>
                    <a:pt x="42" y="164"/>
                  </a:lnTo>
                  <a:lnTo>
                    <a:pt x="46" y="140"/>
                  </a:lnTo>
                  <a:lnTo>
                    <a:pt x="52" y="117"/>
                  </a:lnTo>
                  <a:lnTo>
                    <a:pt x="59" y="94"/>
                  </a:lnTo>
                  <a:lnTo>
                    <a:pt x="59" y="94"/>
                  </a:lnTo>
                  <a:lnTo>
                    <a:pt x="66" y="72"/>
                  </a:lnTo>
                  <a:lnTo>
                    <a:pt x="71" y="51"/>
                  </a:lnTo>
                  <a:lnTo>
                    <a:pt x="76" y="29"/>
                  </a:lnTo>
                  <a:lnTo>
                    <a:pt x="80" y="19"/>
                  </a:lnTo>
                  <a:lnTo>
                    <a:pt x="86" y="9"/>
                  </a:lnTo>
                  <a:lnTo>
                    <a:pt x="86" y="9"/>
                  </a:lnTo>
                  <a:lnTo>
                    <a:pt x="87" y="7"/>
                  </a:lnTo>
                  <a:lnTo>
                    <a:pt x="86" y="4"/>
                  </a:lnTo>
                  <a:lnTo>
                    <a:pt x="83" y="2"/>
                  </a:lnTo>
                  <a:lnTo>
                    <a:pt x="79" y="0"/>
                  </a:lnTo>
                  <a:lnTo>
                    <a:pt x="78" y="2"/>
                  </a:lnTo>
                  <a:lnTo>
                    <a:pt x="75" y="3"/>
                  </a:lnTo>
                  <a:lnTo>
                    <a:pt x="75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4" name="Freeform 380"/>
            <p:cNvSpPr/>
            <p:nvPr/>
          </p:nvSpPr>
          <p:spPr bwMode="auto">
            <a:xfrm>
              <a:off x="5492751" y="1465263"/>
              <a:ext cx="25400" cy="90488"/>
            </a:xfrm>
            <a:custGeom>
              <a:avLst/>
              <a:gdLst/>
              <a:ahLst/>
              <a:cxnLst>
                <a:cxn ang="0">
                  <a:pos x="52" y="3"/>
                </a:cxn>
                <a:cxn ang="0">
                  <a:pos x="52" y="3"/>
                </a:cxn>
                <a:cxn ang="0">
                  <a:pos x="46" y="13"/>
                </a:cxn>
                <a:cxn ang="0">
                  <a:pos x="42" y="24"/>
                </a:cxn>
                <a:cxn ang="0">
                  <a:pos x="34" y="45"/>
                </a:cxn>
                <a:cxn ang="0">
                  <a:pos x="29" y="67"/>
                </a:cxn>
                <a:cxn ang="0">
                  <a:pos x="23" y="90"/>
                </a:cxn>
                <a:cxn ang="0">
                  <a:pos x="23" y="90"/>
                </a:cxn>
                <a:cxn ang="0">
                  <a:pos x="16" y="122"/>
                </a:cxn>
                <a:cxn ang="0">
                  <a:pos x="10" y="154"/>
                </a:cxn>
                <a:cxn ang="0">
                  <a:pos x="0" y="221"/>
                </a:cxn>
                <a:cxn ang="0">
                  <a:pos x="0" y="221"/>
                </a:cxn>
                <a:cxn ang="0">
                  <a:pos x="0" y="224"/>
                </a:cxn>
                <a:cxn ang="0">
                  <a:pos x="1" y="225"/>
                </a:cxn>
                <a:cxn ang="0">
                  <a:pos x="5" y="228"/>
                </a:cxn>
                <a:cxn ang="0">
                  <a:pos x="6" y="228"/>
                </a:cxn>
                <a:cxn ang="0">
                  <a:pos x="9" y="228"/>
                </a:cxn>
                <a:cxn ang="0">
                  <a:pos x="10" y="226"/>
                </a:cxn>
                <a:cxn ang="0">
                  <a:pos x="12" y="224"/>
                </a:cxn>
                <a:cxn ang="0">
                  <a:pos x="12" y="224"/>
                </a:cxn>
                <a:cxn ang="0">
                  <a:pos x="16" y="194"/>
                </a:cxn>
                <a:cxn ang="0">
                  <a:pos x="22" y="164"/>
                </a:cxn>
                <a:cxn ang="0">
                  <a:pos x="27" y="134"/>
                </a:cxn>
                <a:cxn ang="0">
                  <a:pos x="33" y="103"/>
                </a:cxn>
                <a:cxn ang="0">
                  <a:pos x="33" y="103"/>
                </a:cxn>
                <a:cxn ang="0">
                  <a:pos x="36" y="79"/>
                </a:cxn>
                <a:cxn ang="0">
                  <a:pos x="42" y="54"/>
                </a:cxn>
                <a:cxn ang="0">
                  <a:pos x="46" y="42"/>
                </a:cxn>
                <a:cxn ang="0">
                  <a:pos x="51" y="30"/>
                </a:cxn>
                <a:cxn ang="0">
                  <a:pos x="56" y="18"/>
                </a:cxn>
                <a:cxn ang="0">
                  <a:pos x="61" y="8"/>
                </a:cxn>
                <a:cxn ang="0">
                  <a:pos x="61" y="8"/>
                </a:cxn>
                <a:cxn ang="0">
                  <a:pos x="63" y="7"/>
                </a:cxn>
                <a:cxn ang="0">
                  <a:pos x="63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3"/>
                </a:cxn>
                <a:cxn ang="0">
                  <a:pos x="52" y="3"/>
                </a:cxn>
              </a:cxnLst>
              <a:rect l="0" t="0" r="r" b="b"/>
              <a:pathLst>
                <a:path w="63" h="228">
                  <a:moveTo>
                    <a:pt x="52" y="3"/>
                  </a:moveTo>
                  <a:lnTo>
                    <a:pt x="52" y="3"/>
                  </a:lnTo>
                  <a:lnTo>
                    <a:pt x="46" y="13"/>
                  </a:lnTo>
                  <a:lnTo>
                    <a:pt x="42" y="24"/>
                  </a:lnTo>
                  <a:lnTo>
                    <a:pt x="34" y="45"/>
                  </a:lnTo>
                  <a:lnTo>
                    <a:pt x="29" y="67"/>
                  </a:lnTo>
                  <a:lnTo>
                    <a:pt x="23" y="90"/>
                  </a:lnTo>
                  <a:lnTo>
                    <a:pt x="23" y="90"/>
                  </a:lnTo>
                  <a:lnTo>
                    <a:pt x="16" y="122"/>
                  </a:lnTo>
                  <a:lnTo>
                    <a:pt x="10" y="154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0" y="224"/>
                  </a:lnTo>
                  <a:lnTo>
                    <a:pt x="1" y="225"/>
                  </a:lnTo>
                  <a:lnTo>
                    <a:pt x="5" y="228"/>
                  </a:lnTo>
                  <a:lnTo>
                    <a:pt x="6" y="228"/>
                  </a:lnTo>
                  <a:lnTo>
                    <a:pt x="9" y="228"/>
                  </a:lnTo>
                  <a:lnTo>
                    <a:pt x="10" y="226"/>
                  </a:lnTo>
                  <a:lnTo>
                    <a:pt x="12" y="224"/>
                  </a:lnTo>
                  <a:lnTo>
                    <a:pt x="12" y="224"/>
                  </a:lnTo>
                  <a:lnTo>
                    <a:pt x="16" y="194"/>
                  </a:lnTo>
                  <a:lnTo>
                    <a:pt x="22" y="164"/>
                  </a:lnTo>
                  <a:lnTo>
                    <a:pt x="27" y="134"/>
                  </a:lnTo>
                  <a:lnTo>
                    <a:pt x="33" y="103"/>
                  </a:lnTo>
                  <a:lnTo>
                    <a:pt x="33" y="103"/>
                  </a:lnTo>
                  <a:lnTo>
                    <a:pt x="36" y="79"/>
                  </a:lnTo>
                  <a:lnTo>
                    <a:pt x="42" y="54"/>
                  </a:lnTo>
                  <a:lnTo>
                    <a:pt x="46" y="42"/>
                  </a:lnTo>
                  <a:lnTo>
                    <a:pt x="51" y="30"/>
                  </a:lnTo>
                  <a:lnTo>
                    <a:pt x="56" y="18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3" y="7"/>
                  </a:lnTo>
                  <a:lnTo>
                    <a:pt x="63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3"/>
                  </a:lnTo>
                  <a:lnTo>
                    <a:pt x="52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5" name="Freeform 381"/>
            <p:cNvSpPr/>
            <p:nvPr/>
          </p:nvSpPr>
          <p:spPr bwMode="auto">
            <a:xfrm>
              <a:off x="5516564" y="1489076"/>
              <a:ext cx="17463" cy="76200"/>
            </a:xfrm>
            <a:custGeom>
              <a:avLst/>
              <a:gdLst/>
              <a:ahLst/>
              <a:cxnLst>
                <a:cxn ang="0">
                  <a:pos x="34" y="4"/>
                </a:cxn>
                <a:cxn ang="0">
                  <a:pos x="34" y="4"/>
                </a:cxn>
                <a:cxn ang="0">
                  <a:pos x="21" y="48"/>
                </a:cxn>
                <a:cxn ang="0">
                  <a:pos x="11" y="94"/>
                </a:cxn>
                <a:cxn ang="0">
                  <a:pos x="7" y="117"/>
                </a:cxn>
                <a:cxn ang="0">
                  <a:pos x="3" y="141"/>
                </a:cxn>
                <a:cxn ang="0">
                  <a:pos x="0" y="163"/>
                </a:cxn>
                <a:cxn ang="0">
                  <a:pos x="0" y="188"/>
                </a:cxn>
                <a:cxn ang="0">
                  <a:pos x="0" y="188"/>
                </a:cxn>
                <a:cxn ang="0">
                  <a:pos x="0" y="189"/>
                </a:cxn>
                <a:cxn ang="0">
                  <a:pos x="2" y="192"/>
                </a:cxn>
                <a:cxn ang="0">
                  <a:pos x="6" y="193"/>
                </a:cxn>
                <a:cxn ang="0">
                  <a:pos x="10" y="192"/>
                </a:cxn>
                <a:cxn ang="0">
                  <a:pos x="11" y="189"/>
                </a:cxn>
                <a:cxn ang="0">
                  <a:pos x="11" y="188"/>
                </a:cxn>
                <a:cxn ang="0">
                  <a:pos x="11" y="188"/>
                </a:cxn>
                <a:cxn ang="0">
                  <a:pos x="12" y="164"/>
                </a:cxn>
                <a:cxn ang="0">
                  <a:pos x="15" y="141"/>
                </a:cxn>
                <a:cxn ang="0">
                  <a:pos x="17" y="119"/>
                </a:cxn>
                <a:cxn ang="0">
                  <a:pos x="23" y="95"/>
                </a:cxn>
                <a:cxn ang="0">
                  <a:pos x="33" y="51"/>
                </a:cxn>
                <a:cxn ang="0">
                  <a:pos x="45" y="6"/>
                </a:cxn>
                <a:cxn ang="0">
                  <a:pos x="45" y="6"/>
                </a:cxn>
                <a:cxn ang="0">
                  <a:pos x="46" y="4"/>
                </a:cxn>
                <a:cxn ang="0">
                  <a:pos x="45" y="2"/>
                </a:cxn>
                <a:cxn ang="0">
                  <a:pos x="41" y="0"/>
                </a:cxn>
                <a:cxn ang="0">
                  <a:pos x="37" y="0"/>
                </a:cxn>
                <a:cxn ang="0">
                  <a:pos x="36" y="1"/>
                </a:cxn>
                <a:cxn ang="0">
                  <a:pos x="34" y="4"/>
                </a:cxn>
                <a:cxn ang="0">
                  <a:pos x="34" y="4"/>
                </a:cxn>
              </a:cxnLst>
              <a:rect l="0" t="0" r="r" b="b"/>
              <a:pathLst>
                <a:path w="46" h="193">
                  <a:moveTo>
                    <a:pt x="34" y="4"/>
                  </a:moveTo>
                  <a:lnTo>
                    <a:pt x="34" y="4"/>
                  </a:lnTo>
                  <a:lnTo>
                    <a:pt x="21" y="48"/>
                  </a:lnTo>
                  <a:lnTo>
                    <a:pt x="11" y="94"/>
                  </a:lnTo>
                  <a:lnTo>
                    <a:pt x="7" y="117"/>
                  </a:lnTo>
                  <a:lnTo>
                    <a:pt x="3" y="141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0" y="188"/>
                  </a:lnTo>
                  <a:lnTo>
                    <a:pt x="0" y="189"/>
                  </a:lnTo>
                  <a:lnTo>
                    <a:pt x="2" y="192"/>
                  </a:lnTo>
                  <a:lnTo>
                    <a:pt x="6" y="193"/>
                  </a:lnTo>
                  <a:lnTo>
                    <a:pt x="10" y="192"/>
                  </a:lnTo>
                  <a:lnTo>
                    <a:pt x="11" y="189"/>
                  </a:lnTo>
                  <a:lnTo>
                    <a:pt x="11" y="188"/>
                  </a:lnTo>
                  <a:lnTo>
                    <a:pt x="11" y="188"/>
                  </a:lnTo>
                  <a:lnTo>
                    <a:pt x="12" y="164"/>
                  </a:lnTo>
                  <a:lnTo>
                    <a:pt x="15" y="141"/>
                  </a:lnTo>
                  <a:lnTo>
                    <a:pt x="17" y="119"/>
                  </a:lnTo>
                  <a:lnTo>
                    <a:pt x="23" y="95"/>
                  </a:lnTo>
                  <a:lnTo>
                    <a:pt x="33" y="51"/>
                  </a:lnTo>
                  <a:lnTo>
                    <a:pt x="45" y="6"/>
                  </a:lnTo>
                  <a:lnTo>
                    <a:pt x="45" y="6"/>
                  </a:lnTo>
                  <a:lnTo>
                    <a:pt x="46" y="4"/>
                  </a:lnTo>
                  <a:lnTo>
                    <a:pt x="45" y="2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6" y="1"/>
                  </a:lnTo>
                  <a:lnTo>
                    <a:pt x="34" y="4"/>
                  </a:lnTo>
                  <a:lnTo>
                    <a:pt x="34" y="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6" name="Freeform 382"/>
            <p:cNvSpPr/>
            <p:nvPr/>
          </p:nvSpPr>
          <p:spPr bwMode="auto">
            <a:xfrm>
              <a:off x="5478464" y="1268413"/>
              <a:ext cx="228600" cy="104775"/>
            </a:xfrm>
            <a:custGeom>
              <a:avLst/>
              <a:gdLst/>
              <a:ahLst/>
              <a:cxnLst>
                <a:cxn ang="0">
                  <a:pos x="569" y="0"/>
                </a:cxn>
                <a:cxn ang="0">
                  <a:pos x="540" y="9"/>
                </a:cxn>
                <a:cxn ang="0">
                  <a:pos x="512" y="22"/>
                </a:cxn>
                <a:cxn ang="0">
                  <a:pos x="460" y="51"/>
                </a:cxn>
                <a:cxn ang="0">
                  <a:pos x="418" y="72"/>
                </a:cxn>
                <a:cxn ang="0">
                  <a:pos x="333" y="107"/>
                </a:cxn>
                <a:cxn ang="0">
                  <a:pos x="290" y="123"/>
                </a:cxn>
                <a:cxn ang="0">
                  <a:pos x="217" y="151"/>
                </a:cxn>
                <a:cxn ang="0">
                  <a:pos x="145" y="183"/>
                </a:cxn>
                <a:cxn ang="0">
                  <a:pos x="109" y="200"/>
                </a:cxn>
                <a:cxn ang="0">
                  <a:pos x="74" y="217"/>
                </a:cxn>
                <a:cxn ang="0">
                  <a:pos x="22" y="246"/>
                </a:cxn>
                <a:cxn ang="0">
                  <a:pos x="4" y="251"/>
                </a:cxn>
                <a:cxn ang="0">
                  <a:pos x="1" y="253"/>
                </a:cxn>
                <a:cxn ang="0">
                  <a:pos x="0" y="258"/>
                </a:cxn>
                <a:cxn ang="0">
                  <a:pos x="4" y="263"/>
                </a:cxn>
                <a:cxn ang="0">
                  <a:pos x="6" y="263"/>
                </a:cxn>
                <a:cxn ang="0">
                  <a:pos x="36" y="253"/>
                </a:cxn>
                <a:cxn ang="0">
                  <a:pos x="64" y="237"/>
                </a:cxn>
                <a:cxn ang="0">
                  <a:pos x="81" y="228"/>
                </a:cxn>
                <a:cxn ang="0">
                  <a:pos x="132" y="202"/>
                </a:cxn>
                <a:cxn ang="0">
                  <a:pos x="171" y="183"/>
                </a:cxn>
                <a:cxn ang="0">
                  <a:pos x="252" y="149"/>
                </a:cxn>
                <a:cxn ang="0">
                  <a:pos x="294" y="135"/>
                </a:cxn>
                <a:cxn ang="0">
                  <a:pos x="370" y="105"/>
                </a:cxn>
                <a:cxn ang="0">
                  <a:pos x="446" y="71"/>
                </a:cxn>
                <a:cxn ang="0">
                  <a:pos x="482" y="54"/>
                </a:cxn>
                <a:cxn ang="0">
                  <a:pos x="519" y="34"/>
                </a:cxn>
                <a:cxn ang="0">
                  <a:pos x="532" y="28"/>
                </a:cxn>
                <a:cxn ang="0">
                  <a:pos x="558" y="16"/>
                </a:cxn>
                <a:cxn ang="0">
                  <a:pos x="571" y="12"/>
                </a:cxn>
                <a:cxn ang="0">
                  <a:pos x="575" y="9"/>
                </a:cxn>
                <a:cxn ang="0">
                  <a:pos x="573" y="1"/>
                </a:cxn>
                <a:cxn ang="0">
                  <a:pos x="569" y="0"/>
                </a:cxn>
              </a:cxnLst>
              <a:rect l="0" t="0" r="r" b="b"/>
              <a:pathLst>
                <a:path w="575" h="263">
                  <a:moveTo>
                    <a:pt x="569" y="0"/>
                  </a:moveTo>
                  <a:lnTo>
                    <a:pt x="569" y="0"/>
                  </a:lnTo>
                  <a:lnTo>
                    <a:pt x="554" y="4"/>
                  </a:lnTo>
                  <a:lnTo>
                    <a:pt x="540" y="9"/>
                  </a:lnTo>
                  <a:lnTo>
                    <a:pt x="527" y="16"/>
                  </a:lnTo>
                  <a:lnTo>
                    <a:pt x="512" y="22"/>
                  </a:lnTo>
                  <a:lnTo>
                    <a:pt x="486" y="38"/>
                  </a:lnTo>
                  <a:lnTo>
                    <a:pt x="460" y="51"/>
                  </a:lnTo>
                  <a:lnTo>
                    <a:pt x="460" y="51"/>
                  </a:lnTo>
                  <a:lnTo>
                    <a:pt x="418" y="72"/>
                  </a:lnTo>
                  <a:lnTo>
                    <a:pt x="376" y="90"/>
                  </a:lnTo>
                  <a:lnTo>
                    <a:pt x="333" y="107"/>
                  </a:lnTo>
                  <a:lnTo>
                    <a:pt x="290" y="123"/>
                  </a:lnTo>
                  <a:lnTo>
                    <a:pt x="290" y="123"/>
                  </a:lnTo>
                  <a:lnTo>
                    <a:pt x="253" y="138"/>
                  </a:lnTo>
                  <a:lnTo>
                    <a:pt x="217" y="151"/>
                  </a:lnTo>
                  <a:lnTo>
                    <a:pt x="180" y="166"/>
                  </a:lnTo>
                  <a:lnTo>
                    <a:pt x="145" y="183"/>
                  </a:lnTo>
                  <a:lnTo>
                    <a:pt x="145" y="183"/>
                  </a:lnTo>
                  <a:lnTo>
                    <a:pt x="109" y="200"/>
                  </a:lnTo>
                  <a:lnTo>
                    <a:pt x="74" y="217"/>
                  </a:lnTo>
                  <a:lnTo>
                    <a:pt x="74" y="217"/>
                  </a:lnTo>
                  <a:lnTo>
                    <a:pt x="40" y="237"/>
                  </a:lnTo>
                  <a:lnTo>
                    <a:pt x="22" y="246"/>
                  </a:lnTo>
                  <a:lnTo>
                    <a:pt x="13" y="249"/>
                  </a:lnTo>
                  <a:lnTo>
                    <a:pt x="4" y="251"/>
                  </a:lnTo>
                  <a:lnTo>
                    <a:pt x="4" y="251"/>
                  </a:lnTo>
                  <a:lnTo>
                    <a:pt x="1" y="253"/>
                  </a:lnTo>
                  <a:lnTo>
                    <a:pt x="0" y="254"/>
                  </a:lnTo>
                  <a:lnTo>
                    <a:pt x="0" y="258"/>
                  </a:lnTo>
                  <a:lnTo>
                    <a:pt x="2" y="262"/>
                  </a:lnTo>
                  <a:lnTo>
                    <a:pt x="4" y="263"/>
                  </a:lnTo>
                  <a:lnTo>
                    <a:pt x="6" y="263"/>
                  </a:lnTo>
                  <a:lnTo>
                    <a:pt x="6" y="263"/>
                  </a:lnTo>
                  <a:lnTo>
                    <a:pt x="22" y="258"/>
                  </a:lnTo>
                  <a:lnTo>
                    <a:pt x="36" y="253"/>
                  </a:lnTo>
                  <a:lnTo>
                    <a:pt x="51" y="245"/>
                  </a:lnTo>
                  <a:lnTo>
                    <a:pt x="64" y="237"/>
                  </a:lnTo>
                  <a:lnTo>
                    <a:pt x="64" y="237"/>
                  </a:lnTo>
                  <a:lnTo>
                    <a:pt x="81" y="228"/>
                  </a:lnTo>
                  <a:lnTo>
                    <a:pt x="98" y="219"/>
                  </a:lnTo>
                  <a:lnTo>
                    <a:pt x="132" y="202"/>
                  </a:lnTo>
                  <a:lnTo>
                    <a:pt x="132" y="202"/>
                  </a:lnTo>
                  <a:lnTo>
                    <a:pt x="171" y="183"/>
                  </a:lnTo>
                  <a:lnTo>
                    <a:pt x="212" y="165"/>
                  </a:lnTo>
                  <a:lnTo>
                    <a:pt x="252" y="149"/>
                  </a:lnTo>
                  <a:lnTo>
                    <a:pt x="294" y="135"/>
                  </a:lnTo>
                  <a:lnTo>
                    <a:pt x="294" y="135"/>
                  </a:lnTo>
                  <a:lnTo>
                    <a:pt x="332" y="121"/>
                  </a:lnTo>
                  <a:lnTo>
                    <a:pt x="370" y="105"/>
                  </a:lnTo>
                  <a:lnTo>
                    <a:pt x="408" y="88"/>
                  </a:lnTo>
                  <a:lnTo>
                    <a:pt x="446" y="71"/>
                  </a:lnTo>
                  <a:lnTo>
                    <a:pt x="446" y="71"/>
                  </a:lnTo>
                  <a:lnTo>
                    <a:pt x="482" y="54"/>
                  </a:lnTo>
                  <a:lnTo>
                    <a:pt x="501" y="45"/>
                  </a:lnTo>
                  <a:lnTo>
                    <a:pt x="519" y="34"/>
                  </a:lnTo>
                  <a:lnTo>
                    <a:pt x="519" y="34"/>
                  </a:lnTo>
                  <a:lnTo>
                    <a:pt x="532" y="28"/>
                  </a:lnTo>
                  <a:lnTo>
                    <a:pt x="544" y="21"/>
                  </a:lnTo>
                  <a:lnTo>
                    <a:pt x="558" y="16"/>
                  </a:lnTo>
                  <a:lnTo>
                    <a:pt x="571" y="12"/>
                  </a:lnTo>
                  <a:lnTo>
                    <a:pt x="571" y="12"/>
                  </a:lnTo>
                  <a:lnTo>
                    <a:pt x="574" y="11"/>
                  </a:lnTo>
                  <a:lnTo>
                    <a:pt x="575" y="9"/>
                  </a:lnTo>
                  <a:lnTo>
                    <a:pt x="575" y="5"/>
                  </a:lnTo>
                  <a:lnTo>
                    <a:pt x="573" y="1"/>
                  </a:lnTo>
                  <a:lnTo>
                    <a:pt x="571" y="0"/>
                  </a:lnTo>
                  <a:lnTo>
                    <a:pt x="569" y="0"/>
                  </a:lnTo>
                  <a:lnTo>
                    <a:pt x="569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7" name="Freeform 383"/>
            <p:cNvSpPr/>
            <p:nvPr/>
          </p:nvSpPr>
          <p:spPr bwMode="auto">
            <a:xfrm>
              <a:off x="5513389" y="1352551"/>
              <a:ext cx="195263" cy="92075"/>
            </a:xfrm>
            <a:custGeom>
              <a:avLst/>
              <a:gdLst/>
              <a:ahLst/>
              <a:cxnLst>
                <a:cxn ang="0">
                  <a:pos x="484" y="0"/>
                </a:cxn>
                <a:cxn ang="0">
                  <a:pos x="484" y="0"/>
                </a:cxn>
                <a:cxn ang="0">
                  <a:pos x="452" y="11"/>
                </a:cxn>
                <a:cxn ang="0">
                  <a:pos x="422" y="24"/>
                </a:cxn>
                <a:cxn ang="0">
                  <a:pos x="392" y="38"/>
                </a:cxn>
                <a:cxn ang="0">
                  <a:pos x="361" y="51"/>
                </a:cxn>
                <a:cxn ang="0">
                  <a:pos x="361" y="51"/>
                </a:cxn>
                <a:cxn ang="0">
                  <a:pos x="299" y="77"/>
                </a:cxn>
                <a:cxn ang="0">
                  <a:pos x="239" y="103"/>
                </a:cxn>
                <a:cxn ang="0">
                  <a:pos x="239" y="103"/>
                </a:cxn>
                <a:cxn ang="0">
                  <a:pos x="179" y="130"/>
                </a:cxn>
                <a:cxn ang="0">
                  <a:pos x="119" y="157"/>
                </a:cxn>
                <a:cxn ang="0">
                  <a:pos x="119" y="157"/>
                </a:cxn>
                <a:cxn ang="0">
                  <a:pos x="90" y="171"/>
                </a:cxn>
                <a:cxn ang="0">
                  <a:pos x="61" y="190"/>
                </a:cxn>
                <a:cxn ang="0">
                  <a:pos x="33" y="207"/>
                </a:cxn>
                <a:cxn ang="0">
                  <a:pos x="4" y="222"/>
                </a:cxn>
                <a:cxn ang="0">
                  <a:pos x="4" y="222"/>
                </a:cxn>
                <a:cxn ang="0">
                  <a:pos x="1" y="225"/>
                </a:cxn>
                <a:cxn ang="0">
                  <a:pos x="0" y="226"/>
                </a:cxn>
                <a:cxn ang="0">
                  <a:pos x="1" y="230"/>
                </a:cxn>
                <a:cxn ang="0">
                  <a:pos x="4" y="233"/>
                </a:cxn>
                <a:cxn ang="0">
                  <a:pos x="6" y="233"/>
                </a:cxn>
                <a:cxn ang="0">
                  <a:pos x="9" y="233"/>
                </a:cxn>
                <a:cxn ang="0">
                  <a:pos x="9" y="233"/>
                </a:cxn>
                <a:cxn ang="0">
                  <a:pos x="36" y="218"/>
                </a:cxn>
                <a:cxn ang="0">
                  <a:pos x="64" y="203"/>
                </a:cxn>
                <a:cxn ang="0">
                  <a:pos x="91" y="187"/>
                </a:cxn>
                <a:cxn ang="0">
                  <a:pos x="118" y="170"/>
                </a:cxn>
                <a:cxn ang="0">
                  <a:pos x="118" y="170"/>
                </a:cxn>
                <a:cxn ang="0">
                  <a:pos x="131" y="162"/>
                </a:cxn>
                <a:cxn ang="0">
                  <a:pos x="146" y="157"/>
                </a:cxn>
                <a:cxn ang="0">
                  <a:pos x="161" y="152"/>
                </a:cxn>
                <a:cxn ang="0">
                  <a:pos x="175" y="145"/>
                </a:cxn>
                <a:cxn ang="0">
                  <a:pos x="175" y="145"/>
                </a:cxn>
                <a:cxn ang="0">
                  <a:pos x="235" y="118"/>
                </a:cxn>
                <a:cxn ang="0">
                  <a:pos x="235" y="118"/>
                </a:cxn>
                <a:cxn ang="0">
                  <a:pos x="299" y="89"/>
                </a:cxn>
                <a:cxn ang="0">
                  <a:pos x="365" y="62"/>
                </a:cxn>
                <a:cxn ang="0">
                  <a:pos x="365" y="62"/>
                </a:cxn>
                <a:cxn ang="0">
                  <a:pos x="396" y="48"/>
                </a:cxn>
                <a:cxn ang="0">
                  <a:pos x="412" y="42"/>
                </a:cxn>
                <a:cxn ang="0">
                  <a:pos x="428" y="37"/>
                </a:cxn>
                <a:cxn ang="0">
                  <a:pos x="428" y="37"/>
                </a:cxn>
                <a:cxn ang="0">
                  <a:pos x="442" y="31"/>
                </a:cxn>
                <a:cxn ang="0">
                  <a:pos x="458" y="24"/>
                </a:cxn>
                <a:cxn ang="0">
                  <a:pos x="472" y="17"/>
                </a:cxn>
                <a:cxn ang="0">
                  <a:pos x="488" y="11"/>
                </a:cxn>
                <a:cxn ang="0">
                  <a:pos x="488" y="11"/>
                </a:cxn>
                <a:cxn ang="0">
                  <a:pos x="489" y="9"/>
                </a:cxn>
                <a:cxn ang="0">
                  <a:pos x="490" y="8"/>
                </a:cxn>
                <a:cxn ang="0">
                  <a:pos x="490" y="4"/>
                </a:cxn>
                <a:cxn ang="0">
                  <a:pos x="489" y="0"/>
                </a:cxn>
                <a:cxn ang="0">
                  <a:pos x="486" y="0"/>
                </a:cxn>
                <a:cxn ang="0">
                  <a:pos x="484" y="0"/>
                </a:cxn>
                <a:cxn ang="0">
                  <a:pos x="484" y="0"/>
                </a:cxn>
              </a:cxnLst>
              <a:rect l="0" t="0" r="r" b="b"/>
              <a:pathLst>
                <a:path w="490" h="233">
                  <a:moveTo>
                    <a:pt x="484" y="0"/>
                  </a:moveTo>
                  <a:lnTo>
                    <a:pt x="484" y="0"/>
                  </a:lnTo>
                  <a:lnTo>
                    <a:pt x="452" y="11"/>
                  </a:lnTo>
                  <a:lnTo>
                    <a:pt x="422" y="24"/>
                  </a:lnTo>
                  <a:lnTo>
                    <a:pt x="392" y="38"/>
                  </a:lnTo>
                  <a:lnTo>
                    <a:pt x="361" y="51"/>
                  </a:lnTo>
                  <a:lnTo>
                    <a:pt x="361" y="51"/>
                  </a:lnTo>
                  <a:lnTo>
                    <a:pt x="299" y="77"/>
                  </a:lnTo>
                  <a:lnTo>
                    <a:pt x="239" y="103"/>
                  </a:lnTo>
                  <a:lnTo>
                    <a:pt x="239" y="103"/>
                  </a:lnTo>
                  <a:lnTo>
                    <a:pt x="179" y="130"/>
                  </a:lnTo>
                  <a:lnTo>
                    <a:pt x="119" y="157"/>
                  </a:lnTo>
                  <a:lnTo>
                    <a:pt x="119" y="157"/>
                  </a:lnTo>
                  <a:lnTo>
                    <a:pt x="90" y="171"/>
                  </a:lnTo>
                  <a:lnTo>
                    <a:pt x="61" y="190"/>
                  </a:lnTo>
                  <a:lnTo>
                    <a:pt x="33" y="207"/>
                  </a:lnTo>
                  <a:lnTo>
                    <a:pt x="4" y="222"/>
                  </a:lnTo>
                  <a:lnTo>
                    <a:pt x="4" y="222"/>
                  </a:lnTo>
                  <a:lnTo>
                    <a:pt x="1" y="225"/>
                  </a:lnTo>
                  <a:lnTo>
                    <a:pt x="0" y="226"/>
                  </a:lnTo>
                  <a:lnTo>
                    <a:pt x="1" y="230"/>
                  </a:lnTo>
                  <a:lnTo>
                    <a:pt x="4" y="233"/>
                  </a:lnTo>
                  <a:lnTo>
                    <a:pt x="6" y="233"/>
                  </a:lnTo>
                  <a:lnTo>
                    <a:pt x="9" y="233"/>
                  </a:lnTo>
                  <a:lnTo>
                    <a:pt x="9" y="233"/>
                  </a:lnTo>
                  <a:lnTo>
                    <a:pt x="36" y="218"/>
                  </a:lnTo>
                  <a:lnTo>
                    <a:pt x="64" y="203"/>
                  </a:lnTo>
                  <a:lnTo>
                    <a:pt x="91" y="187"/>
                  </a:lnTo>
                  <a:lnTo>
                    <a:pt x="118" y="170"/>
                  </a:lnTo>
                  <a:lnTo>
                    <a:pt x="118" y="170"/>
                  </a:lnTo>
                  <a:lnTo>
                    <a:pt x="131" y="162"/>
                  </a:lnTo>
                  <a:lnTo>
                    <a:pt x="146" y="157"/>
                  </a:lnTo>
                  <a:lnTo>
                    <a:pt x="161" y="152"/>
                  </a:lnTo>
                  <a:lnTo>
                    <a:pt x="175" y="145"/>
                  </a:lnTo>
                  <a:lnTo>
                    <a:pt x="175" y="145"/>
                  </a:lnTo>
                  <a:lnTo>
                    <a:pt x="235" y="118"/>
                  </a:lnTo>
                  <a:lnTo>
                    <a:pt x="235" y="118"/>
                  </a:lnTo>
                  <a:lnTo>
                    <a:pt x="299" y="89"/>
                  </a:lnTo>
                  <a:lnTo>
                    <a:pt x="365" y="62"/>
                  </a:lnTo>
                  <a:lnTo>
                    <a:pt x="365" y="62"/>
                  </a:lnTo>
                  <a:lnTo>
                    <a:pt x="396" y="48"/>
                  </a:lnTo>
                  <a:lnTo>
                    <a:pt x="412" y="42"/>
                  </a:lnTo>
                  <a:lnTo>
                    <a:pt x="428" y="37"/>
                  </a:lnTo>
                  <a:lnTo>
                    <a:pt x="428" y="37"/>
                  </a:lnTo>
                  <a:lnTo>
                    <a:pt x="442" y="31"/>
                  </a:lnTo>
                  <a:lnTo>
                    <a:pt x="458" y="24"/>
                  </a:lnTo>
                  <a:lnTo>
                    <a:pt x="472" y="17"/>
                  </a:lnTo>
                  <a:lnTo>
                    <a:pt x="488" y="11"/>
                  </a:lnTo>
                  <a:lnTo>
                    <a:pt x="488" y="11"/>
                  </a:lnTo>
                  <a:lnTo>
                    <a:pt x="489" y="9"/>
                  </a:lnTo>
                  <a:lnTo>
                    <a:pt x="490" y="8"/>
                  </a:lnTo>
                  <a:lnTo>
                    <a:pt x="490" y="4"/>
                  </a:lnTo>
                  <a:lnTo>
                    <a:pt x="489" y="0"/>
                  </a:lnTo>
                  <a:lnTo>
                    <a:pt x="486" y="0"/>
                  </a:lnTo>
                  <a:lnTo>
                    <a:pt x="484" y="0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8" name="Freeform 384"/>
            <p:cNvSpPr/>
            <p:nvPr/>
          </p:nvSpPr>
          <p:spPr bwMode="auto">
            <a:xfrm>
              <a:off x="5568951" y="1484313"/>
              <a:ext cx="117475" cy="55563"/>
            </a:xfrm>
            <a:custGeom>
              <a:avLst/>
              <a:gdLst/>
              <a:ahLst/>
              <a:cxnLst>
                <a:cxn ang="0">
                  <a:pos x="291" y="0"/>
                </a:cxn>
                <a:cxn ang="0">
                  <a:pos x="291" y="0"/>
                </a:cxn>
                <a:cxn ang="0">
                  <a:pos x="283" y="1"/>
                </a:cxn>
                <a:cxn ang="0">
                  <a:pos x="276" y="4"/>
                </a:cxn>
                <a:cxn ang="0">
                  <a:pos x="263" y="12"/>
                </a:cxn>
                <a:cxn ang="0">
                  <a:pos x="238" y="27"/>
                </a:cxn>
                <a:cxn ang="0">
                  <a:pos x="238" y="27"/>
                </a:cxn>
                <a:cxn ang="0">
                  <a:pos x="217" y="38"/>
                </a:cxn>
                <a:cxn ang="0">
                  <a:pos x="195" y="47"/>
                </a:cxn>
                <a:cxn ang="0">
                  <a:pos x="151" y="64"/>
                </a:cxn>
                <a:cxn ang="0">
                  <a:pos x="151" y="64"/>
                </a:cxn>
                <a:cxn ang="0">
                  <a:pos x="119" y="78"/>
                </a:cxn>
                <a:cxn ang="0">
                  <a:pos x="87" y="93"/>
                </a:cxn>
                <a:cxn ang="0">
                  <a:pos x="87" y="93"/>
                </a:cxn>
                <a:cxn ang="0">
                  <a:pos x="68" y="103"/>
                </a:cxn>
                <a:cxn ang="0">
                  <a:pos x="47" y="115"/>
                </a:cxn>
                <a:cxn ang="0">
                  <a:pos x="37" y="120"/>
                </a:cxn>
                <a:cxn ang="0">
                  <a:pos x="26" y="125"/>
                </a:cxn>
                <a:cxn ang="0">
                  <a:pos x="16" y="129"/>
                </a:cxn>
                <a:cxn ang="0">
                  <a:pos x="5" y="131"/>
                </a:cxn>
                <a:cxn ang="0">
                  <a:pos x="5" y="131"/>
                </a:cxn>
                <a:cxn ang="0">
                  <a:pos x="4" y="132"/>
                </a:cxn>
                <a:cxn ang="0">
                  <a:pos x="2" y="133"/>
                </a:cxn>
                <a:cxn ang="0">
                  <a:pos x="0" y="137"/>
                </a:cxn>
                <a:cxn ang="0">
                  <a:pos x="2" y="140"/>
                </a:cxn>
                <a:cxn ang="0">
                  <a:pos x="2" y="141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5" y="142"/>
                </a:cxn>
                <a:cxn ang="0">
                  <a:pos x="13" y="141"/>
                </a:cxn>
                <a:cxn ang="0">
                  <a:pos x="20" y="139"/>
                </a:cxn>
                <a:cxn ang="0">
                  <a:pos x="33" y="133"/>
                </a:cxn>
                <a:cxn ang="0">
                  <a:pos x="58" y="120"/>
                </a:cxn>
                <a:cxn ang="0">
                  <a:pos x="58" y="120"/>
                </a:cxn>
                <a:cxn ang="0">
                  <a:pos x="101" y="98"/>
                </a:cxn>
                <a:cxn ang="0">
                  <a:pos x="122" y="89"/>
                </a:cxn>
                <a:cxn ang="0">
                  <a:pos x="144" y="80"/>
                </a:cxn>
                <a:cxn ang="0">
                  <a:pos x="144" y="80"/>
                </a:cxn>
                <a:cxn ang="0">
                  <a:pos x="182" y="65"/>
                </a:cxn>
                <a:cxn ang="0">
                  <a:pos x="219" y="50"/>
                </a:cxn>
                <a:cxn ang="0">
                  <a:pos x="219" y="50"/>
                </a:cxn>
                <a:cxn ang="0">
                  <a:pos x="228" y="46"/>
                </a:cxn>
                <a:cxn ang="0">
                  <a:pos x="237" y="40"/>
                </a:cxn>
                <a:cxn ang="0">
                  <a:pos x="255" y="29"/>
                </a:cxn>
                <a:cxn ang="0">
                  <a:pos x="274" y="17"/>
                </a:cxn>
                <a:cxn ang="0">
                  <a:pos x="283" y="13"/>
                </a:cxn>
                <a:cxn ang="0">
                  <a:pos x="293" y="10"/>
                </a:cxn>
                <a:cxn ang="0">
                  <a:pos x="293" y="10"/>
                </a:cxn>
                <a:cxn ang="0">
                  <a:pos x="296" y="10"/>
                </a:cxn>
                <a:cxn ang="0">
                  <a:pos x="297" y="8"/>
                </a:cxn>
                <a:cxn ang="0">
                  <a:pos x="297" y="6"/>
                </a:cxn>
                <a:cxn ang="0">
                  <a:pos x="297" y="4"/>
                </a:cxn>
                <a:cxn ang="0">
                  <a:pos x="295" y="1"/>
                </a:cxn>
                <a:cxn ang="0">
                  <a:pos x="292" y="0"/>
                </a:cxn>
                <a:cxn ang="0">
                  <a:pos x="291" y="0"/>
                </a:cxn>
                <a:cxn ang="0">
                  <a:pos x="291" y="0"/>
                </a:cxn>
              </a:cxnLst>
              <a:rect l="0" t="0" r="r" b="b"/>
              <a:pathLst>
                <a:path w="297" h="142">
                  <a:moveTo>
                    <a:pt x="291" y="0"/>
                  </a:moveTo>
                  <a:lnTo>
                    <a:pt x="291" y="0"/>
                  </a:lnTo>
                  <a:lnTo>
                    <a:pt x="283" y="1"/>
                  </a:lnTo>
                  <a:lnTo>
                    <a:pt x="276" y="4"/>
                  </a:lnTo>
                  <a:lnTo>
                    <a:pt x="263" y="12"/>
                  </a:lnTo>
                  <a:lnTo>
                    <a:pt x="238" y="27"/>
                  </a:lnTo>
                  <a:lnTo>
                    <a:pt x="238" y="27"/>
                  </a:lnTo>
                  <a:lnTo>
                    <a:pt x="217" y="38"/>
                  </a:lnTo>
                  <a:lnTo>
                    <a:pt x="195" y="47"/>
                  </a:lnTo>
                  <a:lnTo>
                    <a:pt x="151" y="64"/>
                  </a:lnTo>
                  <a:lnTo>
                    <a:pt x="151" y="64"/>
                  </a:lnTo>
                  <a:lnTo>
                    <a:pt x="119" y="78"/>
                  </a:lnTo>
                  <a:lnTo>
                    <a:pt x="87" y="93"/>
                  </a:lnTo>
                  <a:lnTo>
                    <a:pt x="87" y="93"/>
                  </a:lnTo>
                  <a:lnTo>
                    <a:pt x="68" y="103"/>
                  </a:lnTo>
                  <a:lnTo>
                    <a:pt x="47" y="115"/>
                  </a:lnTo>
                  <a:lnTo>
                    <a:pt x="37" y="120"/>
                  </a:lnTo>
                  <a:lnTo>
                    <a:pt x="26" y="125"/>
                  </a:lnTo>
                  <a:lnTo>
                    <a:pt x="16" y="129"/>
                  </a:lnTo>
                  <a:lnTo>
                    <a:pt x="5" y="131"/>
                  </a:lnTo>
                  <a:lnTo>
                    <a:pt x="5" y="131"/>
                  </a:lnTo>
                  <a:lnTo>
                    <a:pt x="4" y="132"/>
                  </a:lnTo>
                  <a:lnTo>
                    <a:pt x="2" y="133"/>
                  </a:lnTo>
                  <a:lnTo>
                    <a:pt x="0" y="137"/>
                  </a:lnTo>
                  <a:lnTo>
                    <a:pt x="2" y="140"/>
                  </a:lnTo>
                  <a:lnTo>
                    <a:pt x="2" y="141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5" y="142"/>
                  </a:lnTo>
                  <a:lnTo>
                    <a:pt x="13" y="141"/>
                  </a:lnTo>
                  <a:lnTo>
                    <a:pt x="20" y="139"/>
                  </a:lnTo>
                  <a:lnTo>
                    <a:pt x="33" y="133"/>
                  </a:lnTo>
                  <a:lnTo>
                    <a:pt x="58" y="120"/>
                  </a:lnTo>
                  <a:lnTo>
                    <a:pt x="58" y="120"/>
                  </a:lnTo>
                  <a:lnTo>
                    <a:pt x="101" y="98"/>
                  </a:lnTo>
                  <a:lnTo>
                    <a:pt x="122" y="89"/>
                  </a:lnTo>
                  <a:lnTo>
                    <a:pt x="144" y="80"/>
                  </a:lnTo>
                  <a:lnTo>
                    <a:pt x="144" y="80"/>
                  </a:lnTo>
                  <a:lnTo>
                    <a:pt x="182" y="65"/>
                  </a:lnTo>
                  <a:lnTo>
                    <a:pt x="219" y="50"/>
                  </a:lnTo>
                  <a:lnTo>
                    <a:pt x="219" y="50"/>
                  </a:lnTo>
                  <a:lnTo>
                    <a:pt x="228" y="46"/>
                  </a:lnTo>
                  <a:lnTo>
                    <a:pt x="237" y="40"/>
                  </a:lnTo>
                  <a:lnTo>
                    <a:pt x="255" y="29"/>
                  </a:lnTo>
                  <a:lnTo>
                    <a:pt x="274" y="17"/>
                  </a:lnTo>
                  <a:lnTo>
                    <a:pt x="283" y="13"/>
                  </a:lnTo>
                  <a:lnTo>
                    <a:pt x="293" y="10"/>
                  </a:lnTo>
                  <a:lnTo>
                    <a:pt x="293" y="10"/>
                  </a:lnTo>
                  <a:lnTo>
                    <a:pt x="296" y="10"/>
                  </a:lnTo>
                  <a:lnTo>
                    <a:pt x="297" y="8"/>
                  </a:lnTo>
                  <a:lnTo>
                    <a:pt x="297" y="6"/>
                  </a:lnTo>
                  <a:lnTo>
                    <a:pt x="297" y="4"/>
                  </a:lnTo>
                  <a:lnTo>
                    <a:pt x="295" y="1"/>
                  </a:lnTo>
                  <a:lnTo>
                    <a:pt x="292" y="0"/>
                  </a:lnTo>
                  <a:lnTo>
                    <a:pt x="291" y="0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9" name="Freeform 385"/>
            <p:cNvSpPr/>
            <p:nvPr/>
          </p:nvSpPr>
          <p:spPr bwMode="auto">
            <a:xfrm>
              <a:off x="5468939" y="1271588"/>
              <a:ext cx="187325" cy="80963"/>
            </a:xfrm>
            <a:custGeom>
              <a:avLst/>
              <a:gdLst/>
              <a:ahLst/>
              <a:cxnLst>
                <a:cxn ang="0">
                  <a:pos x="467" y="0"/>
                </a:cxn>
                <a:cxn ang="0">
                  <a:pos x="467" y="0"/>
                </a:cxn>
                <a:cxn ang="0">
                  <a:pos x="458" y="1"/>
                </a:cxn>
                <a:cxn ang="0">
                  <a:pos x="449" y="4"/>
                </a:cxn>
                <a:cxn ang="0">
                  <a:pos x="432" y="11"/>
                </a:cxn>
                <a:cxn ang="0">
                  <a:pos x="432" y="11"/>
                </a:cxn>
                <a:cxn ang="0">
                  <a:pos x="417" y="17"/>
                </a:cxn>
                <a:cxn ang="0">
                  <a:pos x="404" y="21"/>
                </a:cxn>
                <a:cxn ang="0">
                  <a:pos x="391" y="26"/>
                </a:cxn>
                <a:cxn ang="0">
                  <a:pos x="378" y="32"/>
                </a:cxn>
                <a:cxn ang="0">
                  <a:pos x="378" y="32"/>
                </a:cxn>
                <a:cxn ang="0">
                  <a:pos x="324" y="57"/>
                </a:cxn>
                <a:cxn ang="0">
                  <a:pos x="271" y="82"/>
                </a:cxn>
                <a:cxn ang="0">
                  <a:pos x="271" y="82"/>
                </a:cxn>
                <a:cxn ang="0">
                  <a:pos x="237" y="97"/>
                </a:cxn>
                <a:cxn ang="0">
                  <a:pos x="204" y="111"/>
                </a:cxn>
                <a:cxn ang="0">
                  <a:pos x="136" y="137"/>
                </a:cxn>
                <a:cxn ang="0">
                  <a:pos x="69" y="165"/>
                </a:cxn>
                <a:cxn ang="0">
                  <a:pos x="35" y="179"/>
                </a:cxn>
                <a:cxn ang="0">
                  <a:pos x="3" y="193"/>
                </a:cxn>
                <a:cxn ang="0">
                  <a:pos x="3" y="193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1" y="201"/>
                </a:cxn>
                <a:cxn ang="0">
                  <a:pos x="4" y="204"/>
                </a:cxn>
                <a:cxn ang="0">
                  <a:pos x="7" y="205"/>
                </a:cxn>
                <a:cxn ang="0">
                  <a:pos x="9" y="204"/>
                </a:cxn>
                <a:cxn ang="0">
                  <a:pos x="9" y="204"/>
                </a:cxn>
                <a:cxn ang="0">
                  <a:pos x="39" y="189"/>
                </a:cxn>
                <a:cxn ang="0">
                  <a:pos x="69" y="176"/>
                </a:cxn>
                <a:cxn ang="0">
                  <a:pos x="132" y="150"/>
                </a:cxn>
                <a:cxn ang="0">
                  <a:pos x="195" y="127"/>
                </a:cxn>
                <a:cxn ang="0">
                  <a:pos x="256" y="100"/>
                </a:cxn>
                <a:cxn ang="0">
                  <a:pos x="256" y="100"/>
                </a:cxn>
                <a:cxn ang="0">
                  <a:pos x="289" y="86"/>
                </a:cxn>
                <a:cxn ang="0">
                  <a:pos x="323" y="73"/>
                </a:cxn>
                <a:cxn ang="0">
                  <a:pos x="323" y="73"/>
                </a:cxn>
                <a:cxn ang="0">
                  <a:pos x="344" y="65"/>
                </a:cxn>
                <a:cxn ang="0">
                  <a:pos x="356" y="60"/>
                </a:cxn>
                <a:cxn ang="0">
                  <a:pos x="364" y="55"/>
                </a:cxn>
                <a:cxn ang="0">
                  <a:pos x="364" y="55"/>
                </a:cxn>
                <a:cxn ang="0">
                  <a:pos x="377" y="46"/>
                </a:cxn>
                <a:cxn ang="0">
                  <a:pos x="391" y="39"/>
                </a:cxn>
                <a:cxn ang="0">
                  <a:pos x="407" y="32"/>
                </a:cxn>
                <a:cxn ang="0">
                  <a:pos x="421" y="27"/>
                </a:cxn>
                <a:cxn ang="0">
                  <a:pos x="421" y="27"/>
                </a:cxn>
                <a:cxn ang="0">
                  <a:pos x="445" y="18"/>
                </a:cxn>
                <a:cxn ang="0">
                  <a:pos x="458" y="13"/>
                </a:cxn>
                <a:cxn ang="0">
                  <a:pos x="470" y="10"/>
                </a:cxn>
                <a:cxn ang="0">
                  <a:pos x="470" y="10"/>
                </a:cxn>
                <a:cxn ang="0">
                  <a:pos x="472" y="9"/>
                </a:cxn>
                <a:cxn ang="0">
                  <a:pos x="474" y="8"/>
                </a:cxn>
                <a:cxn ang="0">
                  <a:pos x="474" y="6"/>
                </a:cxn>
                <a:cxn ang="0">
                  <a:pos x="474" y="4"/>
                </a:cxn>
                <a:cxn ang="0">
                  <a:pos x="471" y="0"/>
                </a:cxn>
                <a:cxn ang="0">
                  <a:pos x="470" y="0"/>
                </a:cxn>
                <a:cxn ang="0">
                  <a:pos x="467" y="0"/>
                </a:cxn>
                <a:cxn ang="0">
                  <a:pos x="467" y="0"/>
                </a:cxn>
              </a:cxnLst>
              <a:rect l="0" t="0" r="r" b="b"/>
              <a:pathLst>
                <a:path w="474" h="205">
                  <a:moveTo>
                    <a:pt x="467" y="0"/>
                  </a:moveTo>
                  <a:lnTo>
                    <a:pt x="467" y="0"/>
                  </a:lnTo>
                  <a:lnTo>
                    <a:pt x="458" y="1"/>
                  </a:lnTo>
                  <a:lnTo>
                    <a:pt x="449" y="4"/>
                  </a:lnTo>
                  <a:lnTo>
                    <a:pt x="432" y="11"/>
                  </a:lnTo>
                  <a:lnTo>
                    <a:pt x="432" y="11"/>
                  </a:lnTo>
                  <a:lnTo>
                    <a:pt x="417" y="17"/>
                  </a:lnTo>
                  <a:lnTo>
                    <a:pt x="404" y="21"/>
                  </a:lnTo>
                  <a:lnTo>
                    <a:pt x="391" y="26"/>
                  </a:lnTo>
                  <a:lnTo>
                    <a:pt x="378" y="32"/>
                  </a:lnTo>
                  <a:lnTo>
                    <a:pt x="378" y="32"/>
                  </a:lnTo>
                  <a:lnTo>
                    <a:pt x="324" y="57"/>
                  </a:lnTo>
                  <a:lnTo>
                    <a:pt x="271" y="82"/>
                  </a:lnTo>
                  <a:lnTo>
                    <a:pt x="271" y="82"/>
                  </a:lnTo>
                  <a:lnTo>
                    <a:pt x="237" y="97"/>
                  </a:lnTo>
                  <a:lnTo>
                    <a:pt x="204" y="111"/>
                  </a:lnTo>
                  <a:lnTo>
                    <a:pt x="136" y="137"/>
                  </a:lnTo>
                  <a:lnTo>
                    <a:pt x="69" y="165"/>
                  </a:lnTo>
                  <a:lnTo>
                    <a:pt x="35" y="179"/>
                  </a:lnTo>
                  <a:lnTo>
                    <a:pt x="3" y="193"/>
                  </a:lnTo>
                  <a:lnTo>
                    <a:pt x="3" y="193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1" y="201"/>
                  </a:lnTo>
                  <a:lnTo>
                    <a:pt x="4" y="204"/>
                  </a:lnTo>
                  <a:lnTo>
                    <a:pt x="7" y="205"/>
                  </a:lnTo>
                  <a:lnTo>
                    <a:pt x="9" y="204"/>
                  </a:lnTo>
                  <a:lnTo>
                    <a:pt x="9" y="204"/>
                  </a:lnTo>
                  <a:lnTo>
                    <a:pt x="39" y="189"/>
                  </a:lnTo>
                  <a:lnTo>
                    <a:pt x="69" y="176"/>
                  </a:lnTo>
                  <a:lnTo>
                    <a:pt x="132" y="150"/>
                  </a:lnTo>
                  <a:lnTo>
                    <a:pt x="195" y="127"/>
                  </a:lnTo>
                  <a:lnTo>
                    <a:pt x="256" y="100"/>
                  </a:lnTo>
                  <a:lnTo>
                    <a:pt x="256" y="100"/>
                  </a:lnTo>
                  <a:lnTo>
                    <a:pt x="289" y="86"/>
                  </a:lnTo>
                  <a:lnTo>
                    <a:pt x="323" y="73"/>
                  </a:lnTo>
                  <a:lnTo>
                    <a:pt x="323" y="73"/>
                  </a:lnTo>
                  <a:lnTo>
                    <a:pt x="344" y="65"/>
                  </a:lnTo>
                  <a:lnTo>
                    <a:pt x="356" y="60"/>
                  </a:lnTo>
                  <a:lnTo>
                    <a:pt x="364" y="55"/>
                  </a:lnTo>
                  <a:lnTo>
                    <a:pt x="364" y="55"/>
                  </a:lnTo>
                  <a:lnTo>
                    <a:pt x="377" y="46"/>
                  </a:lnTo>
                  <a:lnTo>
                    <a:pt x="391" y="39"/>
                  </a:lnTo>
                  <a:lnTo>
                    <a:pt x="407" y="32"/>
                  </a:lnTo>
                  <a:lnTo>
                    <a:pt x="421" y="27"/>
                  </a:lnTo>
                  <a:lnTo>
                    <a:pt x="421" y="27"/>
                  </a:lnTo>
                  <a:lnTo>
                    <a:pt x="445" y="18"/>
                  </a:lnTo>
                  <a:lnTo>
                    <a:pt x="458" y="13"/>
                  </a:lnTo>
                  <a:lnTo>
                    <a:pt x="470" y="10"/>
                  </a:lnTo>
                  <a:lnTo>
                    <a:pt x="470" y="10"/>
                  </a:lnTo>
                  <a:lnTo>
                    <a:pt x="472" y="9"/>
                  </a:lnTo>
                  <a:lnTo>
                    <a:pt x="474" y="8"/>
                  </a:lnTo>
                  <a:lnTo>
                    <a:pt x="474" y="6"/>
                  </a:lnTo>
                  <a:lnTo>
                    <a:pt x="474" y="4"/>
                  </a:lnTo>
                  <a:lnTo>
                    <a:pt x="471" y="0"/>
                  </a:lnTo>
                  <a:lnTo>
                    <a:pt x="470" y="0"/>
                  </a:lnTo>
                  <a:lnTo>
                    <a:pt x="467" y="0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0" name="Freeform 386"/>
            <p:cNvSpPr/>
            <p:nvPr/>
          </p:nvSpPr>
          <p:spPr bwMode="auto">
            <a:xfrm>
              <a:off x="5697539" y="1277938"/>
              <a:ext cx="190500" cy="130175"/>
            </a:xfrm>
            <a:custGeom>
              <a:avLst/>
              <a:gdLst/>
              <a:ahLst/>
              <a:cxnLst>
                <a:cxn ang="0">
                  <a:pos x="470" y="1"/>
                </a:cxn>
                <a:cxn ang="0">
                  <a:pos x="470" y="1"/>
                </a:cxn>
                <a:cxn ang="0">
                  <a:pos x="439" y="23"/>
                </a:cxn>
                <a:cxn ang="0">
                  <a:pos x="408" y="46"/>
                </a:cxn>
                <a:cxn ang="0">
                  <a:pos x="344" y="89"/>
                </a:cxn>
                <a:cxn ang="0">
                  <a:pos x="280" y="131"/>
                </a:cxn>
                <a:cxn ang="0">
                  <a:pos x="248" y="153"/>
                </a:cxn>
                <a:cxn ang="0">
                  <a:pos x="218" y="176"/>
                </a:cxn>
                <a:cxn ang="0">
                  <a:pos x="218" y="176"/>
                </a:cxn>
                <a:cxn ang="0">
                  <a:pos x="184" y="204"/>
                </a:cxn>
                <a:cxn ang="0">
                  <a:pos x="148" y="229"/>
                </a:cxn>
                <a:cxn ang="0">
                  <a:pos x="111" y="252"/>
                </a:cxn>
                <a:cxn ang="0">
                  <a:pos x="73" y="273"/>
                </a:cxn>
                <a:cxn ang="0">
                  <a:pos x="73" y="273"/>
                </a:cxn>
                <a:cxn ang="0">
                  <a:pos x="59" y="281"/>
                </a:cxn>
                <a:cxn ang="0">
                  <a:pos x="46" y="290"/>
                </a:cxn>
                <a:cxn ang="0">
                  <a:pos x="33" y="299"/>
                </a:cxn>
                <a:cxn ang="0">
                  <a:pos x="18" y="306"/>
                </a:cxn>
                <a:cxn ang="0">
                  <a:pos x="18" y="306"/>
                </a:cxn>
                <a:cxn ang="0">
                  <a:pos x="12" y="310"/>
                </a:cxn>
                <a:cxn ang="0">
                  <a:pos x="6" y="312"/>
                </a:cxn>
                <a:cxn ang="0">
                  <a:pos x="3" y="316"/>
                </a:cxn>
                <a:cxn ang="0">
                  <a:pos x="0" y="323"/>
                </a:cxn>
                <a:cxn ang="0">
                  <a:pos x="0" y="323"/>
                </a:cxn>
                <a:cxn ang="0">
                  <a:pos x="0" y="325"/>
                </a:cxn>
                <a:cxn ang="0">
                  <a:pos x="1" y="328"/>
                </a:cxn>
                <a:cxn ang="0">
                  <a:pos x="4" y="329"/>
                </a:cxn>
                <a:cxn ang="0">
                  <a:pos x="8" y="329"/>
                </a:cxn>
                <a:cxn ang="0">
                  <a:pos x="10" y="328"/>
                </a:cxn>
                <a:cxn ang="0">
                  <a:pos x="10" y="327"/>
                </a:cxn>
                <a:cxn ang="0">
                  <a:pos x="10" y="327"/>
                </a:cxn>
                <a:cxn ang="0">
                  <a:pos x="13" y="323"/>
                </a:cxn>
                <a:cxn ang="0">
                  <a:pos x="18" y="319"/>
                </a:cxn>
                <a:cxn ang="0">
                  <a:pos x="31" y="311"/>
                </a:cxn>
                <a:cxn ang="0">
                  <a:pos x="54" y="298"/>
                </a:cxn>
                <a:cxn ang="0">
                  <a:pos x="54" y="298"/>
                </a:cxn>
                <a:cxn ang="0">
                  <a:pos x="85" y="280"/>
                </a:cxn>
                <a:cxn ang="0">
                  <a:pos x="116" y="261"/>
                </a:cxn>
                <a:cxn ang="0">
                  <a:pos x="116" y="261"/>
                </a:cxn>
                <a:cxn ang="0">
                  <a:pos x="148" y="242"/>
                </a:cxn>
                <a:cxn ang="0">
                  <a:pos x="178" y="222"/>
                </a:cxn>
                <a:cxn ang="0">
                  <a:pos x="207" y="200"/>
                </a:cxn>
                <a:cxn ang="0">
                  <a:pos x="235" y="178"/>
                </a:cxn>
                <a:cxn ang="0">
                  <a:pos x="235" y="178"/>
                </a:cxn>
                <a:cxn ang="0">
                  <a:pos x="264" y="155"/>
                </a:cxn>
                <a:cxn ang="0">
                  <a:pos x="294" y="134"/>
                </a:cxn>
                <a:cxn ang="0">
                  <a:pos x="356" y="93"/>
                </a:cxn>
                <a:cxn ang="0">
                  <a:pos x="417" y="52"/>
                </a:cxn>
                <a:cxn ang="0">
                  <a:pos x="449" y="31"/>
                </a:cxn>
                <a:cxn ang="0">
                  <a:pos x="477" y="9"/>
                </a:cxn>
                <a:cxn ang="0">
                  <a:pos x="477" y="9"/>
                </a:cxn>
                <a:cxn ang="0">
                  <a:pos x="479" y="8"/>
                </a:cxn>
                <a:cxn ang="0">
                  <a:pos x="480" y="5"/>
                </a:cxn>
                <a:cxn ang="0">
                  <a:pos x="479" y="4"/>
                </a:cxn>
                <a:cxn ang="0">
                  <a:pos x="477" y="1"/>
                </a:cxn>
                <a:cxn ang="0">
                  <a:pos x="475" y="0"/>
                </a:cxn>
                <a:cxn ang="0">
                  <a:pos x="472" y="0"/>
                </a:cxn>
                <a:cxn ang="0">
                  <a:pos x="470" y="1"/>
                </a:cxn>
                <a:cxn ang="0">
                  <a:pos x="470" y="1"/>
                </a:cxn>
              </a:cxnLst>
              <a:rect l="0" t="0" r="r" b="b"/>
              <a:pathLst>
                <a:path w="480" h="329">
                  <a:moveTo>
                    <a:pt x="470" y="1"/>
                  </a:moveTo>
                  <a:lnTo>
                    <a:pt x="470" y="1"/>
                  </a:lnTo>
                  <a:lnTo>
                    <a:pt x="439" y="23"/>
                  </a:lnTo>
                  <a:lnTo>
                    <a:pt x="408" y="46"/>
                  </a:lnTo>
                  <a:lnTo>
                    <a:pt x="344" y="89"/>
                  </a:lnTo>
                  <a:lnTo>
                    <a:pt x="280" y="131"/>
                  </a:lnTo>
                  <a:lnTo>
                    <a:pt x="248" y="153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184" y="204"/>
                  </a:lnTo>
                  <a:lnTo>
                    <a:pt x="148" y="229"/>
                  </a:lnTo>
                  <a:lnTo>
                    <a:pt x="111" y="252"/>
                  </a:lnTo>
                  <a:lnTo>
                    <a:pt x="73" y="273"/>
                  </a:lnTo>
                  <a:lnTo>
                    <a:pt x="73" y="273"/>
                  </a:lnTo>
                  <a:lnTo>
                    <a:pt x="59" y="281"/>
                  </a:lnTo>
                  <a:lnTo>
                    <a:pt x="46" y="290"/>
                  </a:lnTo>
                  <a:lnTo>
                    <a:pt x="33" y="299"/>
                  </a:lnTo>
                  <a:lnTo>
                    <a:pt x="18" y="306"/>
                  </a:lnTo>
                  <a:lnTo>
                    <a:pt x="18" y="306"/>
                  </a:lnTo>
                  <a:lnTo>
                    <a:pt x="12" y="310"/>
                  </a:lnTo>
                  <a:lnTo>
                    <a:pt x="6" y="312"/>
                  </a:lnTo>
                  <a:lnTo>
                    <a:pt x="3" y="316"/>
                  </a:lnTo>
                  <a:lnTo>
                    <a:pt x="0" y="323"/>
                  </a:lnTo>
                  <a:lnTo>
                    <a:pt x="0" y="323"/>
                  </a:lnTo>
                  <a:lnTo>
                    <a:pt x="0" y="325"/>
                  </a:lnTo>
                  <a:lnTo>
                    <a:pt x="1" y="328"/>
                  </a:lnTo>
                  <a:lnTo>
                    <a:pt x="4" y="329"/>
                  </a:lnTo>
                  <a:lnTo>
                    <a:pt x="8" y="329"/>
                  </a:lnTo>
                  <a:lnTo>
                    <a:pt x="10" y="328"/>
                  </a:lnTo>
                  <a:lnTo>
                    <a:pt x="10" y="327"/>
                  </a:lnTo>
                  <a:lnTo>
                    <a:pt x="10" y="327"/>
                  </a:lnTo>
                  <a:lnTo>
                    <a:pt x="13" y="323"/>
                  </a:lnTo>
                  <a:lnTo>
                    <a:pt x="18" y="319"/>
                  </a:lnTo>
                  <a:lnTo>
                    <a:pt x="31" y="311"/>
                  </a:lnTo>
                  <a:lnTo>
                    <a:pt x="54" y="298"/>
                  </a:lnTo>
                  <a:lnTo>
                    <a:pt x="54" y="298"/>
                  </a:lnTo>
                  <a:lnTo>
                    <a:pt x="85" y="280"/>
                  </a:lnTo>
                  <a:lnTo>
                    <a:pt x="116" y="261"/>
                  </a:lnTo>
                  <a:lnTo>
                    <a:pt x="116" y="261"/>
                  </a:lnTo>
                  <a:lnTo>
                    <a:pt x="148" y="242"/>
                  </a:lnTo>
                  <a:lnTo>
                    <a:pt x="178" y="222"/>
                  </a:lnTo>
                  <a:lnTo>
                    <a:pt x="207" y="200"/>
                  </a:lnTo>
                  <a:lnTo>
                    <a:pt x="235" y="178"/>
                  </a:lnTo>
                  <a:lnTo>
                    <a:pt x="235" y="178"/>
                  </a:lnTo>
                  <a:lnTo>
                    <a:pt x="264" y="155"/>
                  </a:lnTo>
                  <a:lnTo>
                    <a:pt x="294" y="134"/>
                  </a:lnTo>
                  <a:lnTo>
                    <a:pt x="356" y="93"/>
                  </a:lnTo>
                  <a:lnTo>
                    <a:pt x="417" y="52"/>
                  </a:lnTo>
                  <a:lnTo>
                    <a:pt x="449" y="31"/>
                  </a:lnTo>
                  <a:lnTo>
                    <a:pt x="477" y="9"/>
                  </a:lnTo>
                  <a:lnTo>
                    <a:pt x="477" y="9"/>
                  </a:lnTo>
                  <a:lnTo>
                    <a:pt x="479" y="8"/>
                  </a:lnTo>
                  <a:lnTo>
                    <a:pt x="480" y="5"/>
                  </a:lnTo>
                  <a:lnTo>
                    <a:pt x="479" y="4"/>
                  </a:lnTo>
                  <a:lnTo>
                    <a:pt x="477" y="1"/>
                  </a:lnTo>
                  <a:lnTo>
                    <a:pt x="475" y="0"/>
                  </a:lnTo>
                  <a:lnTo>
                    <a:pt x="472" y="0"/>
                  </a:lnTo>
                  <a:lnTo>
                    <a:pt x="470" y="1"/>
                  </a:lnTo>
                  <a:lnTo>
                    <a:pt x="470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1" name="Freeform 387"/>
            <p:cNvSpPr/>
            <p:nvPr/>
          </p:nvSpPr>
          <p:spPr bwMode="auto">
            <a:xfrm>
              <a:off x="5686426" y="1303338"/>
              <a:ext cx="265113" cy="166688"/>
            </a:xfrm>
            <a:custGeom>
              <a:avLst/>
              <a:gdLst/>
              <a:ahLst/>
              <a:cxnLst>
                <a:cxn ang="0">
                  <a:pos x="657" y="6"/>
                </a:cxn>
                <a:cxn ang="0">
                  <a:pos x="650" y="9"/>
                </a:cxn>
                <a:cxn ang="0">
                  <a:pos x="631" y="19"/>
                </a:cxn>
                <a:cxn ang="0">
                  <a:pos x="604" y="34"/>
                </a:cxn>
                <a:cxn ang="0">
                  <a:pos x="595" y="37"/>
                </a:cxn>
                <a:cxn ang="0">
                  <a:pos x="581" y="51"/>
                </a:cxn>
                <a:cxn ang="0">
                  <a:pos x="573" y="57"/>
                </a:cxn>
                <a:cxn ang="0">
                  <a:pos x="526" y="90"/>
                </a:cxn>
                <a:cxn ang="0">
                  <a:pos x="437" y="146"/>
                </a:cxn>
                <a:cxn ang="0">
                  <a:pos x="345" y="200"/>
                </a:cxn>
                <a:cxn ang="0">
                  <a:pos x="243" y="260"/>
                </a:cxn>
                <a:cxn ang="0">
                  <a:pos x="140" y="320"/>
                </a:cxn>
                <a:cxn ang="0">
                  <a:pos x="97" y="347"/>
                </a:cxn>
                <a:cxn ang="0">
                  <a:pos x="86" y="354"/>
                </a:cxn>
                <a:cxn ang="0">
                  <a:pos x="51" y="371"/>
                </a:cxn>
                <a:cxn ang="0">
                  <a:pos x="37" y="379"/>
                </a:cxn>
                <a:cxn ang="0">
                  <a:pos x="11" y="400"/>
                </a:cxn>
                <a:cxn ang="0">
                  <a:pos x="1" y="413"/>
                </a:cxn>
                <a:cxn ang="0">
                  <a:pos x="0" y="415"/>
                </a:cxn>
                <a:cxn ang="0">
                  <a:pos x="3" y="421"/>
                </a:cxn>
                <a:cxn ang="0">
                  <a:pos x="9" y="421"/>
                </a:cxn>
                <a:cxn ang="0">
                  <a:pos x="11" y="418"/>
                </a:cxn>
                <a:cxn ang="0">
                  <a:pos x="24" y="404"/>
                </a:cxn>
                <a:cxn ang="0">
                  <a:pos x="39" y="392"/>
                </a:cxn>
                <a:cxn ang="0">
                  <a:pos x="73" y="372"/>
                </a:cxn>
                <a:cxn ang="0">
                  <a:pos x="94" y="362"/>
                </a:cxn>
                <a:cxn ang="0">
                  <a:pos x="135" y="336"/>
                </a:cxn>
                <a:cxn ang="0">
                  <a:pos x="156" y="324"/>
                </a:cxn>
                <a:cxn ang="0">
                  <a:pos x="352" y="209"/>
                </a:cxn>
                <a:cxn ang="0">
                  <a:pos x="517" y="109"/>
                </a:cxn>
                <a:cxn ang="0">
                  <a:pos x="536" y="96"/>
                </a:cxn>
                <a:cxn ang="0">
                  <a:pos x="594" y="56"/>
                </a:cxn>
                <a:cxn ang="0">
                  <a:pos x="610" y="44"/>
                </a:cxn>
                <a:cxn ang="0">
                  <a:pos x="636" y="27"/>
                </a:cxn>
                <a:cxn ang="0">
                  <a:pos x="654" y="18"/>
                </a:cxn>
                <a:cxn ang="0">
                  <a:pos x="662" y="17"/>
                </a:cxn>
                <a:cxn ang="0">
                  <a:pos x="667" y="13"/>
                </a:cxn>
                <a:cxn ang="0">
                  <a:pos x="669" y="5"/>
                </a:cxn>
                <a:cxn ang="0">
                  <a:pos x="667" y="2"/>
                </a:cxn>
                <a:cxn ang="0">
                  <a:pos x="662" y="0"/>
                </a:cxn>
                <a:cxn ang="0">
                  <a:pos x="657" y="2"/>
                </a:cxn>
                <a:cxn ang="0">
                  <a:pos x="657" y="5"/>
                </a:cxn>
              </a:cxnLst>
              <a:rect l="0" t="0" r="r" b="b"/>
              <a:pathLst>
                <a:path w="669" h="421">
                  <a:moveTo>
                    <a:pt x="657" y="5"/>
                  </a:moveTo>
                  <a:lnTo>
                    <a:pt x="657" y="6"/>
                  </a:lnTo>
                  <a:lnTo>
                    <a:pt x="657" y="6"/>
                  </a:lnTo>
                  <a:lnTo>
                    <a:pt x="650" y="9"/>
                  </a:lnTo>
                  <a:lnTo>
                    <a:pt x="642" y="11"/>
                  </a:lnTo>
                  <a:lnTo>
                    <a:pt x="631" y="19"/>
                  </a:lnTo>
                  <a:lnTo>
                    <a:pt x="618" y="27"/>
                  </a:lnTo>
                  <a:lnTo>
                    <a:pt x="604" y="34"/>
                  </a:lnTo>
                  <a:lnTo>
                    <a:pt x="604" y="34"/>
                  </a:lnTo>
                  <a:lnTo>
                    <a:pt x="595" y="37"/>
                  </a:lnTo>
                  <a:lnTo>
                    <a:pt x="589" y="44"/>
                  </a:lnTo>
                  <a:lnTo>
                    <a:pt x="581" y="51"/>
                  </a:lnTo>
                  <a:lnTo>
                    <a:pt x="573" y="57"/>
                  </a:lnTo>
                  <a:lnTo>
                    <a:pt x="573" y="57"/>
                  </a:lnTo>
                  <a:lnTo>
                    <a:pt x="526" y="90"/>
                  </a:lnTo>
                  <a:lnTo>
                    <a:pt x="526" y="90"/>
                  </a:lnTo>
                  <a:lnTo>
                    <a:pt x="482" y="119"/>
                  </a:lnTo>
                  <a:lnTo>
                    <a:pt x="437" y="146"/>
                  </a:lnTo>
                  <a:lnTo>
                    <a:pt x="391" y="172"/>
                  </a:lnTo>
                  <a:lnTo>
                    <a:pt x="345" y="200"/>
                  </a:lnTo>
                  <a:lnTo>
                    <a:pt x="345" y="200"/>
                  </a:lnTo>
                  <a:lnTo>
                    <a:pt x="243" y="260"/>
                  </a:lnTo>
                  <a:lnTo>
                    <a:pt x="140" y="320"/>
                  </a:lnTo>
                  <a:lnTo>
                    <a:pt x="140" y="320"/>
                  </a:lnTo>
                  <a:lnTo>
                    <a:pt x="118" y="333"/>
                  </a:lnTo>
                  <a:lnTo>
                    <a:pt x="97" y="347"/>
                  </a:lnTo>
                  <a:lnTo>
                    <a:pt x="97" y="347"/>
                  </a:lnTo>
                  <a:lnTo>
                    <a:pt x="86" y="354"/>
                  </a:lnTo>
                  <a:lnTo>
                    <a:pt x="75" y="360"/>
                  </a:lnTo>
                  <a:lnTo>
                    <a:pt x="51" y="371"/>
                  </a:lnTo>
                  <a:lnTo>
                    <a:pt x="51" y="371"/>
                  </a:lnTo>
                  <a:lnTo>
                    <a:pt x="37" y="379"/>
                  </a:lnTo>
                  <a:lnTo>
                    <a:pt x="24" y="389"/>
                  </a:lnTo>
                  <a:lnTo>
                    <a:pt x="11" y="400"/>
                  </a:lnTo>
                  <a:lnTo>
                    <a:pt x="5" y="406"/>
                  </a:lnTo>
                  <a:lnTo>
                    <a:pt x="1" y="413"/>
                  </a:lnTo>
                  <a:lnTo>
                    <a:pt x="1" y="413"/>
                  </a:lnTo>
                  <a:lnTo>
                    <a:pt x="0" y="415"/>
                  </a:lnTo>
                  <a:lnTo>
                    <a:pt x="0" y="417"/>
                  </a:lnTo>
                  <a:lnTo>
                    <a:pt x="3" y="421"/>
                  </a:lnTo>
                  <a:lnTo>
                    <a:pt x="7" y="421"/>
                  </a:lnTo>
                  <a:lnTo>
                    <a:pt x="9" y="421"/>
                  </a:lnTo>
                  <a:lnTo>
                    <a:pt x="11" y="418"/>
                  </a:lnTo>
                  <a:lnTo>
                    <a:pt x="11" y="418"/>
                  </a:lnTo>
                  <a:lnTo>
                    <a:pt x="17" y="410"/>
                  </a:lnTo>
                  <a:lnTo>
                    <a:pt x="24" y="404"/>
                  </a:lnTo>
                  <a:lnTo>
                    <a:pt x="32" y="397"/>
                  </a:lnTo>
                  <a:lnTo>
                    <a:pt x="39" y="392"/>
                  </a:lnTo>
                  <a:lnTo>
                    <a:pt x="56" y="381"/>
                  </a:lnTo>
                  <a:lnTo>
                    <a:pt x="73" y="372"/>
                  </a:lnTo>
                  <a:lnTo>
                    <a:pt x="73" y="372"/>
                  </a:lnTo>
                  <a:lnTo>
                    <a:pt x="94" y="362"/>
                  </a:lnTo>
                  <a:lnTo>
                    <a:pt x="115" y="349"/>
                  </a:lnTo>
                  <a:lnTo>
                    <a:pt x="135" y="336"/>
                  </a:lnTo>
                  <a:lnTo>
                    <a:pt x="156" y="324"/>
                  </a:lnTo>
                  <a:lnTo>
                    <a:pt x="156" y="324"/>
                  </a:lnTo>
                  <a:lnTo>
                    <a:pt x="352" y="209"/>
                  </a:lnTo>
                  <a:lnTo>
                    <a:pt x="352" y="209"/>
                  </a:lnTo>
                  <a:lnTo>
                    <a:pt x="434" y="159"/>
                  </a:lnTo>
                  <a:lnTo>
                    <a:pt x="517" y="109"/>
                  </a:lnTo>
                  <a:lnTo>
                    <a:pt x="517" y="109"/>
                  </a:lnTo>
                  <a:lnTo>
                    <a:pt x="536" y="96"/>
                  </a:lnTo>
                  <a:lnTo>
                    <a:pt x="556" y="83"/>
                  </a:lnTo>
                  <a:lnTo>
                    <a:pt x="594" y="56"/>
                  </a:lnTo>
                  <a:lnTo>
                    <a:pt x="594" y="56"/>
                  </a:lnTo>
                  <a:lnTo>
                    <a:pt x="610" y="44"/>
                  </a:lnTo>
                  <a:lnTo>
                    <a:pt x="627" y="32"/>
                  </a:lnTo>
                  <a:lnTo>
                    <a:pt x="636" y="27"/>
                  </a:lnTo>
                  <a:lnTo>
                    <a:pt x="645" y="22"/>
                  </a:lnTo>
                  <a:lnTo>
                    <a:pt x="654" y="18"/>
                  </a:lnTo>
                  <a:lnTo>
                    <a:pt x="662" y="17"/>
                  </a:lnTo>
                  <a:lnTo>
                    <a:pt x="662" y="17"/>
                  </a:lnTo>
                  <a:lnTo>
                    <a:pt x="666" y="14"/>
                  </a:lnTo>
                  <a:lnTo>
                    <a:pt x="667" y="13"/>
                  </a:lnTo>
                  <a:lnTo>
                    <a:pt x="669" y="10"/>
                  </a:lnTo>
                  <a:lnTo>
                    <a:pt x="669" y="5"/>
                  </a:lnTo>
                  <a:lnTo>
                    <a:pt x="669" y="5"/>
                  </a:lnTo>
                  <a:lnTo>
                    <a:pt x="667" y="2"/>
                  </a:lnTo>
                  <a:lnTo>
                    <a:pt x="666" y="1"/>
                  </a:lnTo>
                  <a:lnTo>
                    <a:pt x="662" y="0"/>
                  </a:lnTo>
                  <a:lnTo>
                    <a:pt x="658" y="1"/>
                  </a:lnTo>
                  <a:lnTo>
                    <a:pt x="657" y="2"/>
                  </a:lnTo>
                  <a:lnTo>
                    <a:pt x="657" y="5"/>
                  </a:lnTo>
                  <a:lnTo>
                    <a:pt x="657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2" name="Freeform 388"/>
            <p:cNvSpPr/>
            <p:nvPr/>
          </p:nvSpPr>
          <p:spPr bwMode="auto">
            <a:xfrm>
              <a:off x="5648326" y="1501776"/>
              <a:ext cx="149225" cy="60325"/>
            </a:xfrm>
            <a:custGeom>
              <a:avLst/>
              <a:gdLst/>
              <a:ahLst/>
              <a:cxnLst>
                <a:cxn ang="0">
                  <a:pos x="372" y="0"/>
                </a:cxn>
                <a:cxn ang="0">
                  <a:pos x="372" y="0"/>
                </a:cxn>
                <a:cxn ang="0">
                  <a:pos x="361" y="1"/>
                </a:cxn>
                <a:cxn ang="0">
                  <a:pos x="352" y="4"/>
                </a:cxn>
                <a:cxn ang="0">
                  <a:pos x="334" y="10"/>
                </a:cxn>
                <a:cxn ang="0">
                  <a:pos x="297" y="26"/>
                </a:cxn>
                <a:cxn ang="0">
                  <a:pos x="297" y="26"/>
                </a:cxn>
                <a:cxn ang="0">
                  <a:pos x="271" y="36"/>
                </a:cxn>
                <a:cxn ang="0">
                  <a:pos x="244" y="45"/>
                </a:cxn>
                <a:cxn ang="0">
                  <a:pos x="218" y="55"/>
                </a:cxn>
                <a:cxn ang="0">
                  <a:pos x="191" y="64"/>
                </a:cxn>
                <a:cxn ang="0">
                  <a:pos x="191" y="64"/>
                </a:cxn>
                <a:cxn ang="0">
                  <a:pos x="102" y="99"/>
                </a:cxn>
                <a:cxn ang="0">
                  <a:pos x="58" y="117"/>
                </a:cxn>
                <a:cxn ang="0">
                  <a:pos x="15" y="137"/>
                </a:cxn>
                <a:cxn ang="0">
                  <a:pos x="15" y="137"/>
                </a:cxn>
                <a:cxn ang="0">
                  <a:pos x="11" y="136"/>
                </a:cxn>
                <a:cxn ang="0">
                  <a:pos x="10" y="137"/>
                </a:cxn>
                <a:cxn ang="0">
                  <a:pos x="8" y="138"/>
                </a:cxn>
                <a:cxn ang="0">
                  <a:pos x="2" y="144"/>
                </a:cxn>
                <a:cxn ang="0">
                  <a:pos x="2" y="144"/>
                </a:cxn>
                <a:cxn ang="0">
                  <a:pos x="0" y="145"/>
                </a:cxn>
                <a:cxn ang="0">
                  <a:pos x="0" y="147"/>
                </a:cxn>
                <a:cxn ang="0">
                  <a:pos x="2" y="151"/>
                </a:cxn>
                <a:cxn ang="0">
                  <a:pos x="4" y="153"/>
                </a:cxn>
                <a:cxn ang="0">
                  <a:pos x="7" y="153"/>
                </a:cxn>
                <a:cxn ang="0">
                  <a:pos x="8" y="153"/>
                </a:cxn>
                <a:cxn ang="0">
                  <a:pos x="8" y="153"/>
                </a:cxn>
                <a:cxn ang="0">
                  <a:pos x="54" y="132"/>
                </a:cxn>
                <a:cxn ang="0">
                  <a:pos x="101" y="112"/>
                </a:cxn>
                <a:cxn ang="0">
                  <a:pos x="194" y="76"/>
                </a:cxn>
                <a:cxn ang="0">
                  <a:pos x="194" y="76"/>
                </a:cxn>
                <a:cxn ang="0">
                  <a:pos x="215" y="66"/>
                </a:cxn>
                <a:cxn ang="0">
                  <a:pos x="237" y="59"/>
                </a:cxn>
                <a:cxn ang="0">
                  <a:pos x="282" y="44"/>
                </a:cxn>
                <a:cxn ang="0">
                  <a:pos x="282" y="44"/>
                </a:cxn>
                <a:cxn ang="0">
                  <a:pos x="304" y="35"/>
                </a:cxn>
                <a:cxn ang="0">
                  <a:pos x="326" y="25"/>
                </a:cxn>
                <a:cxn ang="0">
                  <a:pos x="348" y="15"/>
                </a:cxn>
                <a:cxn ang="0">
                  <a:pos x="360" y="13"/>
                </a:cxn>
                <a:cxn ang="0">
                  <a:pos x="372" y="10"/>
                </a:cxn>
                <a:cxn ang="0">
                  <a:pos x="372" y="10"/>
                </a:cxn>
                <a:cxn ang="0">
                  <a:pos x="373" y="10"/>
                </a:cxn>
                <a:cxn ang="0">
                  <a:pos x="376" y="9"/>
                </a:cxn>
                <a:cxn ang="0">
                  <a:pos x="377" y="5"/>
                </a:cxn>
                <a:cxn ang="0">
                  <a:pos x="377" y="2"/>
                </a:cxn>
                <a:cxn ang="0">
                  <a:pos x="376" y="1"/>
                </a:cxn>
                <a:cxn ang="0">
                  <a:pos x="373" y="0"/>
                </a:cxn>
                <a:cxn ang="0">
                  <a:pos x="372" y="0"/>
                </a:cxn>
                <a:cxn ang="0">
                  <a:pos x="372" y="0"/>
                </a:cxn>
              </a:cxnLst>
              <a:rect l="0" t="0" r="r" b="b"/>
              <a:pathLst>
                <a:path w="377" h="153">
                  <a:moveTo>
                    <a:pt x="372" y="0"/>
                  </a:moveTo>
                  <a:lnTo>
                    <a:pt x="372" y="0"/>
                  </a:lnTo>
                  <a:lnTo>
                    <a:pt x="361" y="1"/>
                  </a:lnTo>
                  <a:lnTo>
                    <a:pt x="352" y="4"/>
                  </a:lnTo>
                  <a:lnTo>
                    <a:pt x="334" y="10"/>
                  </a:lnTo>
                  <a:lnTo>
                    <a:pt x="297" y="26"/>
                  </a:lnTo>
                  <a:lnTo>
                    <a:pt x="297" y="26"/>
                  </a:lnTo>
                  <a:lnTo>
                    <a:pt x="271" y="36"/>
                  </a:lnTo>
                  <a:lnTo>
                    <a:pt x="244" y="45"/>
                  </a:lnTo>
                  <a:lnTo>
                    <a:pt x="218" y="55"/>
                  </a:lnTo>
                  <a:lnTo>
                    <a:pt x="191" y="64"/>
                  </a:lnTo>
                  <a:lnTo>
                    <a:pt x="191" y="64"/>
                  </a:lnTo>
                  <a:lnTo>
                    <a:pt x="102" y="99"/>
                  </a:lnTo>
                  <a:lnTo>
                    <a:pt x="58" y="117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1" y="136"/>
                  </a:lnTo>
                  <a:lnTo>
                    <a:pt x="10" y="137"/>
                  </a:lnTo>
                  <a:lnTo>
                    <a:pt x="8" y="138"/>
                  </a:lnTo>
                  <a:lnTo>
                    <a:pt x="2" y="144"/>
                  </a:lnTo>
                  <a:lnTo>
                    <a:pt x="2" y="144"/>
                  </a:lnTo>
                  <a:lnTo>
                    <a:pt x="0" y="145"/>
                  </a:lnTo>
                  <a:lnTo>
                    <a:pt x="0" y="147"/>
                  </a:lnTo>
                  <a:lnTo>
                    <a:pt x="2" y="151"/>
                  </a:lnTo>
                  <a:lnTo>
                    <a:pt x="4" y="153"/>
                  </a:lnTo>
                  <a:lnTo>
                    <a:pt x="7" y="153"/>
                  </a:lnTo>
                  <a:lnTo>
                    <a:pt x="8" y="153"/>
                  </a:lnTo>
                  <a:lnTo>
                    <a:pt x="8" y="153"/>
                  </a:lnTo>
                  <a:lnTo>
                    <a:pt x="54" y="132"/>
                  </a:lnTo>
                  <a:lnTo>
                    <a:pt x="101" y="112"/>
                  </a:lnTo>
                  <a:lnTo>
                    <a:pt x="194" y="76"/>
                  </a:lnTo>
                  <a:lnTo>
                    <a:pt x="194" y="76"/>
                  </a:lnTo>
                  <a:lnTo>
                    <a:pt x="215" y="66"/>
                  </a:lnTo>
                  <a:lnTo>
                    <a:pt x="237" y="59"/>
                  </a:lnTo>
                  <a:lnTo>
                    <a:pt x="282" y="44"/>
                  </a:lnTo>
                  <a:lnTo>
                    <a:pt x="282" y="44"/>
                  </a:lnTo>
                  <a:lnTo>
                    <a:pt x="304" y="35"/>
                  </a:lnTo>
                  <a:lnTo>
                    <a:pt x="326" y="25"/>
                  </a:lnTo>
                  <a:lnTo>
                    <a:pt x="348" y="15"/>
                  </a:lnTo>
                  <a:lnTo>
                    <a:pt x="360" y="13"/>
                  </a:lnTo>
                  <a:lnTo>
                    <a:pt x="372" y="10"/>
                  </a:lnTo>
                  <a:lnTo>
                    <a:pt x="372" y="10"/>
                  </a:lnTo>
                  <a:lnTo>
                    <a:pt x="373" y="10"/>
                  </a:lnTo>
                  <a:lnTo>
                    <a:pt x="376" y="9"/>
                  </a:lnTo>
                  <a:lnTo>
                    <a:pt x="377" y="5"/>
                  </a:lnTo>
                  <a:lnTo>
                    <a:pt x="377" y="2"/>
                  </a:lnTo>
                  <a:lnTo>
                    <a:pt x="376" y="1"/>
                  </a:lnTo>
                  <a:lnTo>
                    <a:pt x="373" y="0"/>
                  </a:lnTo>
                  <a:lnTo>
                    <a:pt x="372" y="0"/>
                  </a:lnTo>
                  <a:lnTo>
                    <a:pt x="37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3" name="Freeform 389"/>
            <p:cNvSpPr/>
            <p:nvPr/>
          </p:nvSpPr>
          <p:spPr bwMode="auto">
            <a:xfrm>
              <a:off x="5649914" y="1543051"/>
              <a:ext cx="96838" cy="36513"/>
            </a:xfrm>
            <a:custGeom>
              <a:avLst/>
              <a:gdLst/>
              <a:ahLst/>
              <a:cxnLst>
                <a:cxn ang="0">
                  <a:pos x="238" y="0"/>
                </a:cxn>
                <a:cxn ang="0">
                  <a:pos x="238" y="0"/>
                </a:cxn>
                <a:cxn ang="0">
                  <a:pos x="226" y="4"/>
                </a:cxn>
                <a:cxn ang="0">
                  <a:pos x="214" y="9"/>
                </a:cxn>
                <a:cxn ang="0">
                  <a:pos x="201" y="14"/>
                </a:cxn>
                <a:cxn ang="0">
                  <a:pos x="194" y="15"/>
                </a:cxn>
                <a:cxn ang="0">
                  <a:pos x="188" y="17"/>
                </a:cxn>
                <a:cxn ang="0">
                  <a:pos x="188" y="17"/>
                </a:cxn>
                <a:cxn ang="0">
                  <a:pos x="174" y="19"/>
                </a:cxn>
                <a:cxn ang="0">
                  <a:pos x="158" y="25"/>
                </a:cxn>
                <a:cxn ang="0">
                  <a:pos x="130" y="36"/>
                </a:cxn>
                <a:cxn ang="0">
                  <a:pos x="130" y="36"/>
                </a:cxn>
                <a:cxn ang="0">
                  <a:pos x="115" y="42"/>
                </a:cxn>
                <a:cxn ang="0">
                  <a:pos x="99" y="49"/>
                </a:cxn>
                <a:cxn ang="0">
                  <a:pos x="69" y="62"/>
                </a:cxn>
                <a:cxn ang="0">
                  <a:pos x="53" y="69"/>
                </a:cxn>
                <a:cxn ang="0">
                  <a:pos x="38" y="74"/>
                </a:cxn>
                <a:cxn ang="0">
                  <a:pos x="22" y="78"/>
                </a:cxn>
                <a:cxn ang="0">
                  <a:pos x="6" y="79"/>
                </a:cxn>
                <a:cxn ang="0">
                  <a:pos x="6" y="79"/>
                </a:cxn>
                <a:cxn ang="0">
                  <a:pos x="4" y="81"/>
                </a:cxn>
                <a:cxn ang="0">
                  <a:pos x="1" y="82"/>
                </a:cxn>
                <a:cxn ang="0">
                  <a:pos x="0" y="86"/>
                </a:cxn>
                <a:cxn ang="0">
                  <a:pos x="1" y="90"/>
                </a:cxn>
                <a:cxn ang="0">
                  <a:pos x="4" y="9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21" y="90"/>
                </a:cxn>
                <a:cxn ang="0">
                  <a:pos x="35" y="87"/>
                </a:cxn>
                <a:cxn ang="0">
                  <a:pos x="49" y="82"/>
                </a:cxn>
                <a:cxn ang="0">
                  <a:pos x="64" y="78"/>
                </a:cxn>
                <a:cxn ang="0">
                  <a:pos x="92" y="65"/>
                </a:cxn>
                <a:cxn ang="0">
                  <a:pos x="119" y="53"/>
                </a:cxn>
                <a:cxn ang="0">
                  <a:pos x="119" y="53"/>
                </a:cxn>
                <a:cxn ang="0">
                  <a:pos x="137" y="44"/>
                </a:cxn>
                <a:cxn ang="0">
                  <a:pos x="157" y="38"/>
                </a:cxn>
                <a:cxn ang="0">
                  <a:pos x="176" y="31"/>
                </a:cxn>
                <a:cxn ang="0">
                  <a:pos x="194" y="28"/>
                </a:cxn>
                <a:cxn ang="0">
                  <a:pos x="194" y="28"/>
                </a:cxn>
                <a:cxn ang="0">
                  <a:pos x="201" y="27"/>
                </a:cxn>
                <a:cxn ang="0">
                  <a:pos x="208" y="25"/>
                </a:cxn>
                <a:cxn ang="0">
                  <a:pos x="218" y="21"/>
                </a:cxn>
                <a:cxn ang="0">
                  <a:pos x="230" y="15"/>
                </a:cxn>
                <a:cxn ang="0">
                  <a:pos x="242" y="11"/>
                </a:cxn>
                <a:cxn ang="0">
                  <a:pos x="242" y="11"/>
                </a:cxn>
                <a:cxn ang="0">
                  <a:pos x="243" y="10"/>
                </a:cxn>
                <a:cxn ang="0">
                  <a:pos x="244" y="9"/>
                </a:cxn>
                <a:cxn ang="0">
                  <a:pos x="246" y="6"/>
                </a:cxn>
                <a:cxn ang="0">
                  <a:pos x="246" y="5"/>
                </a:cxn>
                <a:cxn ang="0">
                  <a:pos x="243" y="1"/>
                </a:cxn>
                <a:cxn ang="0">
                  <a:pos x="240" y="0"/>
                </a:cxn>
                <a:cxn ang="0">
                  <a:pos x="238" y="0"/>
                </a:cxn>
                <a:cxn ang="0">
                  <a:pos x="238" y="0"/>
                </a:cxn>
              </a:cxnLst>
              <a:rect l="0" t="0" r="r" b="b"/>
              <a:pathLst>
                <a:path w="246" h="91">
                  <a:moveTo>
                    <a:pt x="238" y="0"/>
                  </a:moveTo>
                  <a:lnTo>
                    <a:pt x="238" y="0"/>
                  </a:lnTo>
                  <a:lnTo>
                    <a:pt x="226" y="4"/>
                  </a:lnTo>
                  <a:lnTo>
                    <a:pt x="214" y="9"/>
                  </a:lnTo>
                  <a:lnTo>
                    <a:pt x="201" y="14"/>
                  </a:lnTo>
                  <a:lnTo>
                    <a:pt x="194" y="15"/>
                  </a:lnTo>
                  <a:lnTo>
                    <a:pt x="188" y="17"/>
                  </a:lnTo>
                  <a:lnTo>
                    <a:pt x="188" y="17"/>
                  </a:lnTo>
                  <a:lnTo>
                    <a:pt x="174" y="19"/>
                  </a:lnTo>
                  <a:lnTo>
                    <a:pt x="158" y="25"/>
                  </a:lnTo>
                  <a:lnTo>
                    <a:pt x="130" y="36"/>
                  </a:lnTo>
                  <a:lnTo>
                    <a:pt x="130" y="36"/>
                  </a:lnTo>
                  <a:lnTo>
                    <a:pt x="115" y="42"/>
                  </a:lnTo>
                  <a:lnTo>
                    <a:pt x="99" y="49"/>
                  </a:lnTo>
                  <a:lnTo>
                    <a:pt x="69" y="62"/>
                  </a:lnTo>
                  <a:lnTo>
                    <a:pt x="53" y="69"/>
                  </a:lnTo>
                  <a:lnTo>
                    <a:pt x="38" y="74"/>
                  </a:lnTo>
                  <a:lnTo>
                    <a:pt x="22" y="78"/>
                  </a:lnTo>
                  <a:lnTo>
                    <a:pt x="6" y="79"/>
                  </a:lnTo>
                  <a:lnTo>
                    <a:pt x="6" y="79"/>
                  </a:lnTo>
                  <a:lnTo>
                    <a:pt x="4" y="81"/>
                  </a:lnTo>
                  <a:lnTo>
                    <a:pt x="1" y="82"/>
                  </a:lnTo>
                  <a:lnTo>
                    <a:pt x="0" y="86"/>
                  </a:lnTo>
                  <a:lnTo>
                    <a:pt x="1" y="90"/>
                  </a:lnTo>
                  <a:lnTo>
                    <a:pt x="4" y="9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21" y="90"/>
                  </a:lnTo>
                  <a:lnTo>
                    <a:pt x="35" y="87"/>
                  </a:lnTo>
                  <a:lnTo>
                    <a:pt x="49" y="82"/>
                  </a:lnTo>
                  <a:lnTo>
                    <a:pt x="64" y="78"/>
                  </a:lnTo>
                  <a:lnTo>
                    <a:pt x="92" y="65"/>
                  </a:lnTo>
                  <a:lnTo>
                    <a:pt x="119" y="53"/>
                  </a:lnTo>
                  <a:lnTo>
                    <a:pt x="119" y="53"/>
                  </a:lnTo>
                  <a:lnTo>
                    <a:pt x="137" y="44"/>
                  </a:lnTo>
                  <a:lnTo>
                    <a:pt x="157" y="38"/>
                  </a:lnTo>
                  <a:lnTo>
                    <a:pt x="176" y="31"/>
                  </a:lnTo>
                  <a:lnTo>
                    <a:pt x="194" y="28"/>
                  </a:lnTo>
                  <a:lnTo>
                    <a:pt x="194" y="28"/>
                  </a:lnTo>
                  <a:lnTo>
                    <a:pt x="201" y="27"/>
                  </a:lnTo>
                  <a:lnTo>
                    <a:pt x="208" y="25"/>
                  </a:lnTo>
                  <a:lnTo>
                    <a:pt x="218" y="21"/>
                  </a:lnTo>
                  <a:lnTo>
                    <a:pt x="230" y="15"/>
                  </a:lnTo>
                  <a:lnTo>
                    <a:pt x="242" y="11"/>
                  </a:lnTo>
                  <a:lnTo>
                    <a:pt x="242" y="11"/>
                  </a:lnTo>
                  <a:lnTo>
                    <a:pt x="243" y="10"/>
                  </a:lnTo>
                  <a:lnTo>
                    <a:pt x="244" y="9"/>
                  </a:lnTo>
                  <a:lnTo>
                    <a:pt x="246" y="6"/>
                  </a:lnTo>
                  <a:lnTo>
                    <a:pt x="246" y="5"/>
                  </a:lnTo>
                  <a:lnTo>
                    <a:pt x="243" y="1"/>
                  </a:lnTo>
                  <a:lnTo>
                    <a:pt x="240" y="0"/>
                  </a:lnTo>
                  <a:lnTo>
                    <a:pt x="238" y="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4" name="Freeform 390"/>
            <p:cNvSpPr/>
            <p:nvPr/>
          </p:nvSpPr>
          <p:spPr bwMode="auto">
            <a:xfrm>
              <a:off x="5273676" y="1162051"/>
              <a:ext cx="122238" cy="95250"/>
            </a:xfrm>
            <a:custGeom>
              <a:avLst/>
              <a:gdLst/>
              <a:ahLst/>
              <a:cxnLst>
                <a:cxn ang="0">
                  <a:pos x="298" y="1"/>
                </a:cxn>
                <a:cxn ang="0">
                  <a:pos x="298" y="1"/>
                </a:cxn>
                <a:cxn ang="0">
                  <a:pos x="277" y="21"/>
                </a:cxn>
                <a:cxn ang="0">
                  <a:pos x="256" y="39"/>
                </a:cxn>
                <a:cxn ang="0">
                  <a:pos x="234" y="56"/>
                </a:cxn>
                <a:cxn ang="0">
                  <a:pos x="210" y="72"/>
                </a:cxn>
                <a:cxn ang="0">
                  <a:pos x="163" y="103"/>
                </a:cxn>
                <a:cxn ang="0">
                  <a:pos x="116" y="136"/>
                </a:cxn>
                <a:cxn ang="0">
                  <a:pos x="116" y="136"/>
                </a:cxn>
                <a:cxn ang="0">
                  <a:pos x="96" y="152"/>
                </a:cxn>
                <a:cxn ang="0">
                  <a:pos x="77" y="167"/>
                </a:cxn>
                <a:cxn ang="0">
                  <a:pos x="56" y="183"/>
                </a:cxn>
                <a:cxn ang="0">
                  <a:pos x="35" y="198"/>
                </a:cxn>
                <a:cxn ang="0">
                  <a:pos x="35" y="198"/>
                </a:cxn>
                <a:cxn ang="0">
                  <a:pos x="24" y="204"/>
                </a:cxn>
                <a:cxn ang="0">
                  <a:pos x="14" y="212"/>
                </a:cxn>
                <a:cxn ang="0">
                  <a:pos x="6" y="221"/>
                </a:cxn>
                <a:cxn ang="0">
                  <a:pos x="2" y="226"/>
                </a:cxn>
                <a:cxn ang="0">
                  <a:pos x="0" y="233"/>
                </a:cxn>
                <a:cxn ang="0">
                  <a:pos x="0" y="233"/>
                </a:cxn>
                <a:cxn ang="0">
                  <a:pos x="0" y="235"/>
                </a:cxn>
                <a:cxn ang="0">
                  <a:pos x="0" y="237"/>
                </a:cxn>
                <a:cxn ang="0">
                  <a:pos x="1" y="238"/>
                </a:cxn>
                <a:cxn ang="0">
                  <a:pos x="3" y="239"/>
                </a:cxn>
                <a:cxn ang="0">
                  <a:pos x="7" y="239"/>
                </a:cxn>
                <a:cxn ang="0">
                  <a:pos x="9" y="238"/>
                </a:cxn>
                <a:cxn ang="0">
                  <a:pos x="10" y="235"/>
                </a:cxn>
                <a:cxn ang="0">
                  <a:pos x="10" y="235"/>
                </a:cxn>
                <a:cxn ang="0">
                  <a:pos x="14" y="229"/>
                </a:cxn>
                <a:cxn ang="0">
                  <a:pos x="19" y="222"/>
                </a:cxn>
                <a:cxn ang="0">
                  <a:pos x="26" y="216"/>
                </a:cxn>
                <a:cxn ang="0">
                  <a:pos x="34" y="211"/>
                </a:cxn>
                <a:cxn ang="0">
                  <a:pos x="49" y="201"/>
                </a:cxn>
                <a:cxn ang="0">
                  <a:pos x="62" y="194"/>
                </a:cxn>
                <a:cxn ang="0">
                  <a:pos x="62" y="194"/>
                </a:cxn>
                <a:cxn ang="0">
                  <a:pos x="83" y="178"/>
                </a:cxn>
                <a:cxn ang="0">
                  <a:pos x="103" y="161"/>
                </a:cxn>
                <a:cxn ang="0">
                  <a:pos x="124" y="145"/>
                </a:cxn>
                <a:cxn ang="0">
                  <a:pos x="145" y="130"/>
                </a:cxn>
                <a:cxn ang="0">
                  <a:pos x="145" y="130"/>
                </a:cxn>
                <a:cxn ang="0">
                  <a:pos x="187" y="102"/>
                </a:cxn>
                <a:cxn ang="0">
                  <a:pos x="228" y="73"/>
                </a:cxn>
                <a:cxn ang="0">
                  <a:pos x="249" y="59"/>
                </a:cxn>
                <a:cxn ang="0">
                  <a:pos x="269" y="43"/>
                </a:cxn>
                <a:cxn ang="0">
                  <a:pos x="287" y="26"/>
                </a:cxn>
                <a:cxn ang="0">
                  <a:pos x="306" y="9"/>
                </a:cxn>
                <a:cxn ang="0">
                  <a:pos x="306" y="9"/>
                </a:cxn>
                <a:cxn ang="0">
                  <a:pos x="307" y="8"/>
                </a:cxn>
                <a:cxn ang="0">
                  <a:pos x="307" y="5"/>
                </a:cxn>
                <a:cxn ang="0">
                  <a:pos x="306" y="1"/>
                </a:cxn>
                <a:cxn ang="0">
                  <a:pos x="302" y="0"/>
                </a:cxn>
                <a:cxn ang="0">
                  <a:pos x="300" y="0"/>
                </a:cxn>
                <a:cxn ang="0">
                  <a:pos x="298" y="1"/>
                </a:cxn>
                <a:cxn ang="0">
                  <a:pos x="298" y="1"/>
                </a:cxn>
              </a:cxnLst>
              <a:rect l="0" t="0" r="r" b="b"/>
              <a:pathLst>
                <a:path w="307" h="239">
                  <a:moveTo>
                    <a:pt x="298" y="1"/>
                  </a:moveTo>
                  <a:lnTo>
                    <a:pt x="298" y="1"/>
                  </a:lnTo>
                  <a:lnTo>
                    <a:pt x="277" y="21"/>
                  </a:lnTo>
                  <a:lnTo>
                    <a:pt x="256" y="39"/>
                  </a:lnTo>
                  <a:lnTo>
                    <a:pt x="234" y="56"/>
                  </a:lnTo>
                  <a:lnTo>
                    <a:pt x="210" y="72"/>
                  </a:lnTo>
                  <a:lnTo>
                    <a:pt x="163" y="103"/>
                  </a:lnTo>
                  <a:lnTo>
                    <a:pt x="116" y="136"/>
                  </a:lnTo>
                  <a:lnTo>
                    <a:pt x="116" y="136"/>
                  </a:lnTo>
                  <a:lnTo>
                    <a:pt x="96" y="152"/>
                  </a:lnTo>
                  <a:lnTo>
                    <a:pt x="77" y="167"/>
                  </a:lnTo>
                  <a:lnTo>
                    <a:pt x="56" y="183"/>
                  </a:lnTo>
                  <a:lnTo>
                    <a:pt x="35" y="198"/>
                  </a:lnTo>
                  <a:lnTo>
                    <a:pt x="35" y="198"/>
                  </a:lnTo>
                  <a:lnTo>
                    <a:pt x="24" y="204"/>
                  </a:lnTo>
                  <a:lnTo>
                    <a:pt x="14" y="212"/>
                  </a:lnTo>
                  <a:lnTo>
                    <a:pt x="6" y="221"/>
                  </a:lnTo>
                  <a:lnTo>
                    <a:pt x="2" y="226"/>
                  </a:lnTo>
                  <a:lnTo>
                    <a:pt x="0" y="233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38"/>
                  </a:lnTo>
                  <a:lnTo>
                    <a:pt x="3" y="239"/>
                  </a:lnTo>
                  <a:lnTo>
                    <a:pt x="7" y="239"/>
                  </a:lnTo>
                  <a:lnTo>
                    <a:pt x="9" y="238"/>
                  </a:lnTo>
                  <a:lnTo>
                    <a:pt x="10" y="235"/>
                  </a:lnTo>
                  <a:lnTo>
                    <a:pt x="10" y="235"/>
                  </a:lnTo>
                  <a:lnTo>
                    <a:pt x="14" y="229"/>
                  </a:lnTo>
                  <a:lnTo>
                    <a:pt x="19" y="222"/>
                  </a:lnTo>
                  <a:lnTo>
                    <a:pt x="26" y="216"/>
                  </a:lnTo>
                  <a:lnTo>
                    <a:pt x="34" y="211"/>
                  </a:lnTo>
                  <a:lnTo>
                    <a:pt x="49" y="201"/>
                  </a:lnTo>
                  <a:lnTo>
                    <a:pt x="62" y="194"/>
                  </a:lnTo>
                  <a:lnTo>
                    <a:pt x="62" y="194"/>
                  </a:lnTo>
                  <a:lnTo>
                    <a:pt x="83" y="178"/>
                  </a:lnTo>
                  <a:lnTo>
                    <a:pt x="103" y="161"/>
                  </a:lnTo>
                  <a:lnTo>
                    <a:pt x="124" y="145"/>
                  </a:lnTo>
                  <a:lnTo>
                    <a:pt x="145" y="130"/>
                  </a:lnTo>
                  <a:lnTo>
                    <a:pt x="145" y="130"/>
                  </a:lnTo>
                  <a:lnTo>
                    <a:pt x="187" y="102"/>
                  </a:lnTo>
                  <a:lnTo>
                    <a:pt x="228" y="73"/>
                  </a:lnTo>
                  <a:lnTo>
                    <a:pt x="249" y="59"/>
                  </a:lnTo>
                  <a:lnTo>
                    <a:pt x="269" y="43"/>
                  </a:lnTo>
                  <a:lnTo>
                    <a:pt x="287" y="26"/>
                  </a:lnTo>
                  <a:lnTo>
                    <a:pt x="306" y="9"/>
                  </a:lnTo>
                  <a:lnTo>
                    <a:pt x="306" y="9"/>
                  </a:lnTo>
                  <a:lnTo>
                    <a:pt x="307" y="8"/>
                  </a:lnTo>
                  <a:lnTo>
                    <a:pt x="307" y="5"/>
                  </a:lnTo>
                  <a:lnTo>
                    <a:pt x="306" y="1"/>
                  </a:lnTo>
                  <a:lnTo>
                    <a:pt x="302" y="0"/>
                  </a:lnTo>
                  <a:lnTo>
                    <a:pt x="300" y="0"/>
                  </a:lnTo>
                  <a:lnTo>
                    <a:pt x="298" y="1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5" name="Freeform 391"/>
            <p:cNvSpPr/>
            <p:nvPr/>
          </p:nvSpPr>
          <p:spPr bwMode="auto">
            <a:xfrm>
              <a:off x="5329239" y="1193801"/>
              <a:ext cx="87313" cy="68263"/>
            </a:xfrm>
            <a:custGeom>
              <a:avLst/>
              <a:gdLst/>
              <a:ahLst/>
              <a:cxnLst>
                <a:cxn ang="0">
                  <a:pos x="210" y="0"/>
                </a:cxn>
                <a:cxn ang="0">
                  <a:pos x="210" y="0"/>
                </a:cxn>
                <a:cxn ang="0">
                  <a:pos x="203" y="2"/>
                </a:cxn>
                <a:cxn ang="0">
                  <a:pos x="193" y="5"/>
                </a:cxn>
                <a:cxn ang="0">
                  <a:pos x="176" y="13"/>
                </a:cxn>
                <a:cxn ang="0">
                  <a:pos x="161" y="22"/>
                </a:cxn>
                <a:cxn ang="0">
                  <a:pos x="145" y="34"/>
                </a:cxn>
                <a:cxn ang="0">
                  <a:pos x="116" y="59"/>
                </a:cxn>
                <a:cxn ang="0">
                  <a:pos x="87" y="81"/>
                </a:cxn>
                <a:cxn ang="0">
                  <a:pos x="87" y="81"/>
                </a:cxn>
                <a:cxn ang="0">
                  <a:pos x="56" y="106"/>
                </a:cxn>
                <a:cxn ang="0">
                  <a:pos x="40" y="119"/>
                </a:cxn>
                <a:cxn ang="0">
                  <a:pos x="26" y="133"/>
                </a:cxn>
                <a:cxn ang="0">
                  <a:pos x="26" y="133"/>
                </a:cxn>
                <a:cxn ang="0">
                  <a:pos x="12" y="146"/>
                </a:cxn>
                <a:cxn ang="0">
                  <a:pos x="5" y="154"/>
                </a:cxn>
                <a:cxn ang="0">
                  <a:pos x="0" y="163"/>
                </a:cxn>
                <a:cxn ang="0">
                  <a:pos x="0" y="163"/>
                </a:cxn>
                <a:cxn ang="0">
                  <a:pos x="0" y="166"/>
                </a:cxn>
                <a:cxn ang="0">
                  <a:pos x="1" y="169"/>
                </a:cxn>
                <a:cxn ang="0">
                  <a:pos x="1" y="169"/>
                </a:cxn>
                <a:cxn ang="0">
                  <a:pos x="2" y="170"/>
                </a:cxn>
                <a:cxn ang="0">
                  <a:pos x="2" y="170"/>
                </a:cxn>
                <a:cxn ang="0">
                  <a:pos x="5" y="171"/>
                </a:cxn>
                <a:cxn ang="0">
                  <a:pos x="6" y="171"/>
                </a:cxn>
                <a:cxn ang="0">
                  <a:pos x="10" y="169"/>
                </a:cxn>
                <a:cxn ang="0">
                  <a:pos x="12" y="167"/>
                </a:cxn>
                <a:cxn ang="0">
                  <a:pos x="13" y="166"/>
                </a:cxn>
                <a:cxn ang="0">
                  <a:pos x="12" y="163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02" y="85"/>
                </a:cxn>
                <a:cxn ang="0">
                  <a:pos x="102" y="85"/>
                </a:cxn>
                <a:cxn ang="0">
                  <a:pos x="127" y="64"/>
                </a:cxn>
                <a:cxn ang="0">
                  <a:pos x="154" y="42"/>
                </a:cxn>
                <a:cxn ang="0">
                  <a:pos x="169" y="31"/>
                </a:cxn>
                <a:cxn ang="0">
                  <a:pos x="183" y="22"/>
                </a:cxn>
                <a:cxn ang="0">
                  <a:pos x="197" y="16"/>
                </a:cxn>
                <a:cxn ang="0">
                  <a:pos x="213" y="12"/>
                </a:cxn>
                <a:cxn ang="0">
                  <a:pos x="213" y="12"/>
                </a:cxn>
                <a:cxn ang="0">
                  <a:pos x="216" y="10"/>
                </a:cxn>
                <a:cxn ang="0">
                  <a:pos x="217" y="9"/>
                </a:cxn>
                <a:cxn ang="0">
                  <a:pos x="218" y="6"/>
                </a:cxn>
                <a:cxn ang="0">
                  <a:pos x="217" y="5"/>
                </a:cxn>
                <a:cxn ang="0">
                  <a:pos x="216" y="1"/>
                </a:cxn>
                <a:cxn ang="0">
                  <a:pos x="213" y="0"/>
                </a:cxn>
                <a:cxn ang="0">
                  <a:pos x="210" y="0"/>
                </a:cxn>
                <a:cxn ang="0">
                  <a:pos x="210" y="0"/>
                </a:cxn>
              </a:cxnLst>
              <a:rect l="0" t="0" r="r" b="b"/>
              <a:pathLst>
                <a:path w="218" h="171">
                  <a:moveTo>
                    <a:pt x="210" y="0"/>
                  </a:moveTo>
                  <a:lnTo>
                    <a:pt x="210" y="0"/>
                  </a:lnTo>
                  <a:lnTo>
                    <a:pt x="203" y="2"/>
                  </a:lnTo>
                  <a:lnTo>
                    <a:pt x="193" y="5"/>
                  </a:lnTo>
                  <a:lnTo>
                    <a:pt x="176" y="13"/>
                  </a:lnTo>
                  <a:lnTo>
                    <a:pt x="161" y="22"/>
                  </a:lnTo>
                  <a:lnTo>
                    <a:pt x="145" y="34"/>
                  </a:lnTo>
                  <a:lnTo>
                    <a:pt x="116" y="59"/>
                  </a:lnTo>
                  <a:lnTo>
                    <a:pt x="87" y="81"/>
                  </a:lnTo>
                  <a:lnTo>
                    <a:pt x="87" y="81"/>
                  </a:lnTo>
                  <a:lnTo>
                    <a:pt x="56" y="106"/>
                  </a:lnTo>
                  <a:lnTo>
                    <a:pt x="40" y="119"/>
                  </a:lnTo>
                  <a:lnTo>
                    <a:pt x="26" y="133"/>
                  </a:lnTo>
                  <a:lnTo>
                    <a:pt x="26" y="133"/>
                  </a:lnTo>
                  <a:lnTo>
                    <a:pt x="12" y="146"/>
                  </a:lnTo>
                  <a:lnTo>
                    <a:pt x="5" y="154"/>
                  </a:lnTo>
                  <a:lnTo>
                    <a:pt x="0" y="163"/>
                  </a:lnTo>
                  <a:lnTo>
                    <a:pt x="0" y="163"/>
                  </a:lnTo>
                  <a:lnTo>
                    <a:pt x="0" y="166"/>
                  </a:lnTo>
                  <a:lnTo>
                    <a:pt x="1" y="169"/>
                  </a:lnTo>
                  <a:lnTo>
                    <a:pt x="1" y="169"/>
                  </a:lnTo>
                  <a:lnTo>
                    <a:pt x="2" y="170"/>
                  </a:lnTo>
                  <a:lnTo>
                    <a:pt x="2" y="170"/>
                  </a:lnTo>
                  <a:lnTo>
                    <a:pt x="5" y="171"/>
                  </a:lnTo>
                  <a:lnTo>
                    <a:pt x="6" y="171"/>
                  </a:lnTo>
                  <a:lnTo>
                    <a:pt x="10" y="169"/>
                  </a:lnTo>
                  <a:lnTo>
                    <a:pt x="12" y="167"/>
                  </a:lnTo>
                  <a:lnTo>
                    <a:pt x="13" y="166"/>
                  </a:lnTo>
                  <a:lnTo>
                    <a:pt x="12" y="163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02" y="85"/>
                  </a:lnTo>
                  <a:lnTo>
                    <a:pt x="102" y="85"/>
                  </a:lnTo>
                  <a:lnTo>
                    <a:pt x="127" y="64"/>
                  </a:lnTo>
                  <a:lnTo>
                    <a:pt x="154" y="42"/>
                  </a:lnTo>
                  <a:lnTo>
                    <a:pt x="169" y="31"/>
                  </a:lnTo>
                  <a:lnTo>
                    <a:pt x="183" y="22"/>
                  </a:lnTo>
                  <a:lnTo>
                    <a:pt x="197" y="16"/>
                  </a:lnTo>
                  <a:lnTo>
                    <a:pt x="213" y="12"/>
                  </a:lnTo>
                  <a:lnTo>
                    <a:pt x="213" y="12"/>
                  </a:lnTo>
                  <a:lnTo>
                    <a:pt x="216" y="10"/>
                  </a:lnTo>
                  <a:lnTo>
                    <a:pt x="217" y="9"/>
                  </a:lnTo>
                  <a:lnTo>
                    <a:pt x="218" y="6"/>
                  </a:lnTo>
                  <a:lnTo>
                    <a:pt x="217" y="5"/>
                  </a:lnTo>
                  <a:lnTo>
                    <a:pt x="216" y="1"/>
                  </a:lnTo>
                  <a:lnTo>
                    <a:pt x="213" y="0"/>
                  </a:lnTo>
                  <a:lnTo>
                    <a:pt x="210" y="0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6" name="Freeform 392"/>
            <p:cNvSpPr/>
            <p:nvPr/>
          </p:nvSpPr>
          <p:spPr bwMode="auto">
            <a:xfrm>
              <a:off x="5395914" y="1125538"/>
              <a:ext cx="141288" cy="26988"/>
            </a:xfrm>
            <a:custGeom>
              <a:avLst/>
              <a:gdLst/>
              <a:ahLst/>
              <a:cxnLst>
                <a:cxn ang="0">
                  <a:pos x="348" y="0"/>
                </a:cxn>
                <a:cxn ang="0">
                  <a:pos x="348" y="0"/>
                </a:cxn>
                <a:cxn ang="0">
                  <a:pos x="326" y="2"/>
                </a:cxn>
                <a:cxn ang="0">
                  <a:pos x="305" y="5"/>
                </a:cxn>
                <a:cxn ang="0">
                  <a:pos x="263" y="14"/>
                </a:cxn>
                <a:cxn ang="0">
                  <a:pos x="221" y="23"/>
                </a:cxn>
                <a:cxn ang="0">
                  <a:pos x="199" y="27"/>
                </a:cxn>
                <a:cxn ang="0">
                  <a:pos x="178" y="30"/>
                </a:cxn>
                <a:cxn ang="0">
                  <a:pos x="178" y="30"/>
                </a:cxn>
                <a:cxn ang="0">
                  <a:pos x="156" y="32"/>
                </a:cxn>
                <a:cxn ang="0">
                  <a:pos x="135" y="36"/>
                </a:cxn>
                <a:cxn ang="0">
                  <a:pos x="92" y="45"/>
                </a:cxn>
                <a:cxn ang="0">
                  <a:pos x="49" y="53"/>
                </a:cxn>
                <a:cxn ang="0">
                  <a:pos x="28" y="56"/>
                </a:cxn>
                <a:cxn ang="0">
                  <a:pos x="5" y="57"/>
                </a:cxn>
                <a:cxn ang="0">
                  <a:pos x="5" y="57"/>
                </a:cxn>
                <a:cxn ang="0">
                  <a:pos x="3" y="57"/>
                </a:cxn>
                <a:cxn ang="0">
                  <a:pos x="2" y="58"/>
                </a:cxn>
                <a:cxn ang="0">
                  <a:pos x="0" y="62"/>
                </a:cxn>
                <a:cxn ang="0">
                  <a:pos x="2" y="66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16" y="69"/>
                </a:cxn>
                <a:cxn ang="0">
                  <a:pos x="16" y="69"/>
                </a:cxn>
                <a:cxn ang="0">
                  <a:pos x="20" y="68"/>
                </a:cxn>
                <a:cxn ang="0">
                  <a:pos x="20" y="68"/>
                </a:cxn>
                <a:cxn ang="0">
                  <a:pos x="38" y="66"/>
                </a:cxn>
                <a:cxn ang="0">
                  <a:pos x="58" y="64"/>
                </a:cxn>
                <a:cxn ang="0">
                  <a:pos x="94" y="57"/>
                </a:cxn>
                <a:cxn ang="0">
                  <a:pos x="132" y="49"/>
                </a:cxn>
                <a:cxn ang="0">
                  <a:pos x="170" y="41"/>
                </a:cxn>
                <a:cxn ang="0">
                  <a:pos x="170" y="41"/>
                </a:cxn>
                <a:cxn ang="0">
                  <a:pos x="215" y="34"/>
                </a:cxn>
                <a:cxn ang="0">
                  <a:pos x="259" y="24"/>
                </a:cxn>
                <a:cxn ang="0">
                  <a:pos x="304" y="17"/>
                </a:cxn>
                <a:cxn ang="0">
                  <a:pos x="326" y="14"/>
                </a:cxn>
                <a:cxn ang="0">
                  <a:pos x="348" y="11"/>
                </a:cxn>
                <a:cxn ang="0">
                  <a:pos x="348" y="11"/>
                </a:cxn>
                <a:cxn ang="0">
                  <a:pos x="350" y="10"/>
                </a:cxn>
                <a:cxn ang="0">
                  <a:pos x="352" y="9"/>
                </a:cxn>
                <a:cxn ang="0">
                  <a:pos x="353" y="5"/>
                </a:cxn>
                <a:cxn ang="0">
                  <a:pos x="353" y="3"/>
                </a:cxn>
                <a:cxn ang="0">
                  <a:pos x="352" y="1"/>
                </a:cxn>
                <a:cxn ang="0">
                  <a:pos x="350" y="0"/>
                </a:cxn>
                <a:cxn ang="0">
                  <a:pos x="348" y="0"/>
                </a:cxn>
                <a:cxn ang="0">
                  <a:pos x="348" y="0"/>
                </a:cxn>
              </a:cxnLst>
              <a:rect l="0" t="0" r="r" b="b"/>
              <a:pathLst>
                <a:path w="353" h="69">
                  <a:moveTo>
                    <a:pt x="348" y="0"/>
                  </a:moveTo>
                  <a:lnTo>
                    <a:pt x="348" y="0"/>
                  </a:lnTo>
                  <a:lnTo>
                    <a:pt x="326" y="2"/>
                  </a:lnTo>
                  <a:lnTo>
                    <a:pt x="305" y="5"/>
                  </a:lnTo>
                  <a:lnTo>
                    <a:pt x="263" y="14"/>
                  </a:lnTo>
                  <a:lnTo>
                    <a:pt x="221" y="23"/>
                  </a:lnTo>
                  <a:lnTo>
                    <a:pt x="199" y="27"/>
                  </a:lnTo>
                  <a:lnTo>
                    <a:pt x="178" y="30"/>
                  </a:lnTo>
                  <a:lnTo>
                    <a:pt x="178" y="30"/>
                  </a:lnTo>
                  <a:lnTo>
                    <a:pt x="156" y="32"/>
                  </a:lnTo>
                  <a:lnTo>
                    <a:pt x="135" y="36"/>
                  </a:lnTo>
                  <a:lnTo>
                    <a:pt x="92" y="45"/>
                  </a:lnTo>
                  <a:lnTo>
                    <a:pt x="49" y="53"/>
                  </a:lnTo>
                  <a:lnTo>
                    <a:pt x="28" y="56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3" y="57"/>
                  </a:lnTo>
                  <a:lnTo>
                    <a:pt x="2" y="58"/>
                  </a:lnTo>
                  <a:lnTo>
                    <a:pt x="0" y="62"/>
                  </a:lnTo>
                  <a:lnTo>
                    <a:pt x="2" y="66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38" y="66"/>
                  </a:lnTo>
                  <a:lnTo>
                    <a:pt x="58" y="64"/>
                  </a:lnTo>
                  <a:lnTo>
                    <a:pt x="94" y="57"/>
                  </a:lnTo>
                  <a:lnTo>
                    <a:pt x="132" y="49"/>
                  </a:lnTo>
                  <a:lnTo>
                    <a:pt x="170" y="41"/>
                  </a:lnTo>
                  <a:lnTo>
                    <a:pt x="170" y="41"/>
                  </a:lnTo>
                  <a:lnTo>
                    <a:pt x="215" y="34"/>
                  </a:lnTo>
                  <a:lnTo>
                    <a:pt x="259" y="24"/>
                  </a:lnTo>
                  <a:lnTo>
                    <a:pt x="304" y="17"/>
                  </a:lnTo>
                  <a:lnTo>
                    <a:pt x="326" y="14"/>
                  </a:lnTo>
                  <a:lnTo>
                    <a:pt x="348" y="11"/>
                  </a:lnTo>
                  <a:lnTo>
                    <a:pt x="348" y="11"/>
                  </a:lnTo>
                  <a:lnTo>
                    <a:pt x="350" y="10"/>
                  </a:lnTo>
                  <a:lnTo>
                    <a:pt x="352" y="9"/>
                  </a:lnTo>
                  <a:lnTo>
                    <a:pt x="353" y="5"/>
                  </a:lnTo>
                  <a:lnTo>
                    <a:pt x="353" y="3"/>
                  </a:lnTo>
                  <a:lnTo>
                    <a:pt x="352" y="1"/>
                  </a:lnTo>
                  <a:lnTo>
                    <a:pt x="350" y="0"/>
                  </a:lnTo>
                  <a:lnTo>
                    <a:pt x="348" y="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7" name="Freeform 393"/>
            <p:cNvSpPr/>
            <p:nvPr/>
          </p:nvSpPr>
          <p:spPr bwMode="auto">
            <a:xfrm>
              <a:off x="5421314" y="1193801"/>
              <a:ext cx="92075" cy="20638"/>
            </a:xfrm>
            <a:custGeom>
              <a:avLst/>
              <a:gdLst/>
              <a:ahLst/>
              <a:cxnLst>
                <a:cxn ang="0">
                  <a:pos x="225" y="1"/>
                </a:cxn>
                <a:cxn ang="0">
                  <a:pos x="225" y="1"/>
                </a:cxn>
                <a:cxn ang="0">
                  <a:pos x="217" y="4"/>
                </a:cxn>
                <a:cxn ang="0">
                  <a:pos x="209" y="5"/>
                </a:cxn>
                <a:cxn ang="0">
                  <a:pos x="194" y="5"/>
                </a:cxn>
                <a:cxn ang="0">
                  <a:pos x="194" y="5"/>
                </a:cxn>
                <a:cxn ang="0">
                  <a:pos x="179" y="6"/>
                </a:cxn>
                <a:cxn ang="0">
                  <a:pos x="166" y="10"/>
                </a:cxn>
                <a:cxn ang="0">
                  <a:pos x="139" y="17"/>
                </a:cxn>
                <a:cxn ang="0">
                  <a:pos x="139" y="17"/>
                </a:cxn>
                <a:cxn ang="0">
                  <a:pos x="72" y="31"/>
                </a:cxn>
                <a:cxn ang="0">
                  <a:pos x="38" y="36"/>
                </a:cxn>
                <a:cxn ang="0">
                  <a:pos x="22" y="39"/>
                </a:cxn>
                <a:cxn ang="0">
                  <a:pos x="5" y="40"/>
                </a:cxn>
                <a:cxn ang="0">
                  <a:pos x="5" y="40"/>
                </a:cxn>
                <a:cxn ang="0">
                  <a:pos x="3" y="40"/>
                </a:cxn>
                <a:cxn ang="0">
                  <a:pos x="1" y="42"/>
                </a:cxn>
                <a:cxn ang="0">
                  <a:pos x="0" y="46"/>
                </a:cxn>
                <a:cxn ang="0">
                  <a:pos x="1" y="50"/>
                </a:cxn>
                <a:cxn ang="0">
                  <a:pos x="3" y="51"/>
                </a:cxn>
                <a:cxn ang="0">
                  <a:pos x="5" y="51"/>
                </a:cxn>
                <a:cxn ang="0">
                  <a:pos x="5" y="51"/>
                </a:cxn>
                <a:cxn ang="0">
                  <a:pos x="21" y="51"/>
                </a:cxn>
                <a:cxn ang="0">
                  <a:pos x="37" y="48"/>
                </a:cxn>
                <a:cxn ang="0">
                  <a:pos x="68" y="43"/>
                </a:cxn>
                <a:cxn ang="0">
                  <a:pos x="131" y="30"/>
                </a:cxn>
                <a:cxn ang="0">
                  <a:pos x="131" y="30"/>
                </a:cxn>
                <a:cxn ang="0">
                  <a:pos x="166" y="22"/>
                </a:cxn>
                <a:cxn ang="0">
                  <a:pos x="184" y="18"/>
                </a:cxn>
                <a:cxn ang="0">
                  <a:pos x="201" y="17"/>
                </a:cxn>
                <a:cxn ang="0">
                  <a:pos x="201" y="17"/>
                </a:cxn>
                <a:cxn ang="0">
                  <a:pos x="217" y="16"/>
                </a:cxn>
                <a:cxn ang="0">
                  <a:pos x="224" y="14"/>
                </a:cxn>
                <a:cxn ang="0">
                  <a:pos x="230" y="10"/>
                </a:cxn>
                <a:cxn ang="0">
                  <a:pos x="230" y="10"/>
                </a:cxn>
                <a:cxn ang="0">
                  <a:pos x="233" y="9"/>
                </a:cxn>
                <a:cxn ang="0">
                  <a:pos x="233" y="6"/>
                </a:cxn>
                <a:cxn ang="0">
                  <a:pos x="233" y="2"/>
                </a:cxn>
                <a:cxn ang="0">
                  <a:pos x="229" y="0"/>
                </a:cxn>
                <a:cxn ang="0">
                  <a:pos x="228" y="0"/>
                </a:cxn>
                <a:cxn ang="0">
                  <a:pos x="225" y="1"/>
                </a:cxn>
                <a:cxn ang="0">
                  <a:pos x="225" y="1"/>
                </a:cxn>
              </a:cxnLst>
              <a:rect l="0" t="0" r="r" b="b"/>
              <a:pathLst>
                <a:path w="233" h="51">
                  <a:moveTo>
                    <a:pt x="225" y="1"/>
                  </a:moveTo>
                  <a:lnTo>
                    <a:pt x="225" y="1"/>
                  </a:lnTo>
                  <a:lnTo>
                    <a:pt x="217" y="4"/>
                  </a:lnTo>
                  <a:lnTo>
                    <a:pt x="209" y="5"/>
                  </a:lnTo>
                  <a:lnTo>
                    <a:pt x="194" y="5"/>
                  </a:lnTo>
                  <a:lnTo>
                    <a:pt x="194" y="5"/>
                  </a:lnTo>
                  <a:lnTo>
                    <a:pt x="179" y="6"/>
                  </a:lnTo>
                  <a:lnTo>
                    <a:pt x="166" y="10"/>
                  </a:lnTo>
                  <a:lnTo>
                    <a:pt x="139" y="17"/>
                  </a:lnTo>
                  <a:lnTo>
                    <a:pt x="139" y="17"/>
                  </a:lnTo>
                  <a:lnTo>
                    <a:pt x="72" y="31"/>
                  </a:lnTo>
                  <a:lnTo>
                    <a:pt x="38" y="36"/>
                  </a:lnTo>
                  <a:lnTo>
                    <a:pt x="22" y="39"/>
                  </a:lnTo>
                  <a:lnTo>
                    <a:pt x="5" y="40"/>
                  </a:lnTo>
                  <a:lnTo>
                    <a:pt x="5" y="40"/>
                  </a:lnTo>
                  <a:lnTo>
                    <a:pt x="3" y="40"/>
                  </a:lnTo>
                  <a:lnTo>
                    <a:pt x="1" y="42"/>
                  </a:lnTo>
                  <a:lnTo>
                    <a:pt x="0" y="46"/>
                  </a:lnTo>
                  <a:lnTo>
                    <a:pt x="1" y="50"/>
                  </a:lnTo>
                  <a:lnTo>
                    <a:pt x="3" y="51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21" y="51"/>
                  </a:lnTo>
                  <a:lnTo>
                    <a:pt x="37" y="48"/>
                  </a:lnTo>
                  <a:lnTo>
                    <a:pt x="68" y="43"/>
                  </a:lnTo>
                  <a:lnTo>
                    <a:pt x="131" y="30"/>
                  </a:lnTo>
                  <a:lnTo>
                    <a:pt x="131" y="30"/>
                  </a:lnTo>
                  <a:lnTo>
                    <a:pt x="166" y="22"/>
                  </a:lnTo>
                  <a:lnTo>
                    <a:pt x="184" y="18"/>
                  </a:lnTo>
                  <a:lnTo>
                    <a:pt x="201" y="17"/>
                  </a:lnTo>
                  <a:lnTo>
                    <a:pt x="201" y="17"/>
                  </a:lnTo>
                  <a:lnTo>
                    <a:pt x="217" y="16"/>
                  </a:lnTo>
                  <a:lnTo>
                    <a:pt x="224" y="14"/>
                  </a:lnTo>
                  <a:lnTo>
                    <a:pt x="230" y="10"/>
                  </a:lnTo>
                  <a:lnTo>
                    <a:pt x="230" y="10"/>
                  </a:lnTo>
                  <a:lnTo>
                    <a:pt x="233" y="9"/>
                  </a:lnTo>
                  <a:lnTo>
                    <a:pt x="233" y="6"/>
                  </a:lnTo>
                  <a:lnTo>
                    <a:pt x="233" y="2"/>
                  </a:lnTo>
                  <a:lnTo>
                    <a:pt x="229" y="0"/>
                  </a:lnTo>
                  <a:lnTo>
                    <a:pt x="228" y="0"/>
                  </a:lnTo>
                  <a:lnTo>
                    <a:pt x="225" y="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8" name="Freeform 394"/>
            <p:cNvSpPr/>
            <p:nvPr/>
          </p:nvSpPr>
          <p:spPr bwMode="auto">
            <a:xfrm>
              <a:off x="5537201" y="1117601"/>
              <a:ext cx="44450" cy="11113"/>
            </a:xfrm>
            <a:custGeom>
              <a:avLst/>
              <a:gdLst/>
              <a:ahLst/>
              <a:cxnLst>
                <a:cxn ang="0">
                  <a:pos x="108" y="0"/>
                </a:cxn>
                <a:cxn ang="0">
                  <a:pos x="108" y="0"/>
                </a:cxn>
                <a:cxn ang="0">
                  <a:pos x="57" y="11"/>
                </a:cxn>
                <a:cxn ang="0">
                  <a:pos x="32" y="15"/>
                </a:cxn>
                <a:cxn ang="0">
                  <a:pos x="6" y="17"/>
                </a:cxn>
                <a:cxn ang="0">
                  <a:pos x="6" y="17"/>
                </a:cxn>
                <a:cxn ang="0">
                  <a:pos x="4" y="17"/>
                </a:cxn>
                <a:cxn ang="0">
                  <a:pos x="2" y="19"/>
                </a:cxn>
                <a:cxn ang="0">
                  <a:pos x="0" y="23"/>
                </a:cxn>
                <a:cxn ang="0">
                  <a:pos x="2" y="26"/>
                </a:cxn>
                <a:cxn ang="0">
                  <a:pos x="4" y="28"/>
                </a:cxn>
                <a:cxn ang="0">
                  <a:pos x="6" y="29"/>
                </a:cxn>
                <a:cxn ang="0">
                  <a:pos x="6" y="29"/>
                </a:cxn>
                <a:cxn ang="0">
                  <a:pos x="20" y="28"/>
                </a:cxn>
                <a:cxn ang="0">
                  <a:pos x="33" y="26"/>
                </a:cxn>
                <a:cxn ang="0">
                  <a:pos x="58" y="21"/>
                </a:cxn>
                <a:cxn ang="0">
                  <a:pos x="110" y="11"/>
                </a:cxn>
                <a:cxn ang="0">
                  <a:pos x="110" y="11"/>
                </a:cxn>
                <a:cxn ang="0">
                  <a:pos x="113" y="11"/>
                </a:cxn>
                <a:cxn ang="0">
                  <a:pos x="114" y="8"/>
                </a:cxn>
                <a:cxn ang="0">
                  <a:pos x="114" y="7"/>
                </a:cxn>
                <a:cxn ang="0">
                  <a:pos x="114" y="4"/>
                </a:cxn>
                <a:cxn ang="0">
                  <a:pos x="112" y="2"/>
                </a:cxn>
                <a:cxn ang="0">
                  <a:pos x="110" y="0"/>
                </a:cxn>
                <a:cxn ang="0">
                  <a:pos x="108" y="0"/>
                </a:cxn>
                <a:cxn ang="0">
                  <a:pos x="108" y="0"/>
                </a:cxn>
              </a:cxnLst>
              <a:rect l="0" t="0" r="r" b="b"/>
              <a:pathLst>
                <a:path w="114" h="29">
                  <a:moveTo>
                    <a:pt x="108" y="0"/>
                  </a:moveTo>
                  <a:lnTo>
                    <a:pt x="108" y="0"/>
                  </a:lnTo>
                  <a:lnTo>
                    <a:pt x="57" y="11"/>
                  </a:lnTo>
                  <a:lnTo>
                    <a:pt x="32" y="15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2" y="19"/>
                  </a:lnTo>
                  <a:lnTo>
                    <a:pt x="0" y="23"/>
                  </a:lnTo>
                  <a:lnTo>
                    <a:pt x="2" y="26"/>
                  </a:lnTo>
                  <a:lnTo>
                    <a:pt x="4" y="28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20" y="28"/>
                  </a:lnTo>
                  <a:lnTo>
                    <a:pt x="33" y="26"/>
                  </a:lnTo>
                  <a:lnTo>
                    <a:pt x="58" y="21"/>
                  </a:lnTo>
                  <a:lnTo>
                    <a:pt x="110" y="11"/>
                  </a:lnTo>
                  <a:lnTo>
                    <a:pt x="110" y="11"/>
                  </a:lnTo>
                  <a:lnTo>
                    <a:pt x="113" y="11"/>
                  </a:lnTo>
                  <a:lnTo>
                    <a:pt x="114" y="8"/>
                  </a:lnTo>
                  <a:lnTo>
                    <a:pt x="114" y="7"/>
                  </a:lnTo>
                  <a:lnTo>
                    <a:pt x="114" y="4"/>
                  </a:lnTo>
                  <a:lnTo>
                    <a:pt x="112" y="2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9" name="Freeform 395"/>
            <p:cNvSpPr/>
            <p:nvPr/>
          </p:nvSpPr>
          <p:spPr bwMode="auto">
            <a:xfrm>
              <a:off x="5481639" y="1184276"/>
              <a:ext cx="198438" cy="82550"/>
            </a:xfrm>
            <a:custGeom>
              <a:avLst/>
              <a:gdLst/>
              <a:ahLst/>
              <a:cxnLst>
                <a:cxn ang="0">
                  <a:pos x="492" y="0"/>
                </a:cxn>
                <a:cxn ang="0">
                  <a:pos x="492" y="0"/>
                </a:cxn>
                <a:cxn ang="0">
                  <a:pos x="478" y="1"/>
                </a:cxn>
                <a:cxn ang="0">
                  <a:pos x="463" y="5"/>
                </a:cxn>
                <a:cxn ang="0">
                  <a:pos x="449" y="10"/>
                </a:cxn>
                <a:cxn ang="0">
                  <a:pos x="434" y="15"/>
                </a:cxn>
                <a:cxn ang="0">
                  <a:pos x="407" y="28"/>
                </a:cxn>
                <a:cxn ang="0">
                  <a:pos x="381" y="40"/>
                </a:cxn>
                <a:cxn ang="0">
                  <a:pos x="381" y="40"/>
                </a:cxn>
                <a:cxn ang="0">
                  <a:pos x="314" y="66"/>
                </a:cxn>
                <a:cxn ang="0">
                  <a:pos x="247" y="91"/>
                </a:cxn>
                <a:cxn ang="0">
                  <a:pos x="247" y="91"/>
                </a:cxn>
                <a:cxn ang="0">
                  <a:pos x="188" y="113"/>
                </a:cxn>
                <a:cxn ang="0">
                  <a:pos x="158" y="125"/>
                </a:cxn>
                <a:cxn ang="0">
                  <a:pos x="128" y="137"/>
                </a:cxn>
                <a:cxn ang="0">
                  <a:pos x="128" y="137"/>
                </a:cxn>
                <a:cxn ang="0">
                  <a:pos x="114" y="145"/>
                </a:cxn>
                <a:cxn ang="0">
                  <a:pos x="98" y="153"/>
                </a:cxn>
                <a:cxn ang="0">
                  <a:pos x="68" y="170"/>
                </a:cxn>
                <a:cxn ang="0">
                  <a:pos x="54" y="177"/>
                </a:cxn>
                <a:cxn ang="0">
                  <a:pos x="38" y="184"/>
                </a:cxn>
                <a:cxn ang="0">
                  <a:pos x="21" y="189"/>
                </a:cxn>
                <a:cxn ang="0">
                  <a:pos x="4" y="193"/>
                </a:cxn>
                <a:cxn ang="0">
                  <a:pos x="4" y="193"/>
                </a:cxn>
                <a:cxn ang="0">
                  <a:pos x="3" y="194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3" y="204"/>
                </a:cxn>
                <a:cxn ang="0">
                  <a:pos x="5" y="205"/>
                </a:cxn>
                <a:cxn ang="0">
                  <a:pos x="8" y="205"/>
                </a:cxn>
                <a:cxn ang="0">
                  <a:pos x="8" y="205"/>
                </a:cxn>
                <a:cxn ang="0">
                  <a:pos x="21" y="201"/>
                </a:cxn>
                <a:cxn ang="0">
                  <a:pos x="35" y="197"/>
                </a:cxn>
                <a:cxn ang="0">
                  <a:pos x="48" y="192"/>
                </a:cxn>
                <a:cxn ang="0">
                  <a:pos x="62" y="187"/>
                </a:cxn>
                <a:cxn ang="0">
                  <a:pos x="86" y="172"/>
                </a:cxn>
                <a:cxn ang="0">
                  <a:pos x="110" y="159"/>
                </a:cxn>
                <a:cxn ang="0">
                  <a:pos x="110" y="159"/>
                </a:cxn>
                <a:cxn ang="0">
                  <a:pos x="126" y="151"/>
                </a:cxn>
                <a:cxn ang="0">
                  <a:pos x="140" y="145"/>
                </a:cxn>
                <a:cxn ang="0">
                  <a:pos x="171" y="132"/>
                </a:cxn>
                <a:cxn ang="0">
                  <a:pos x="203" y="121"/>
                </a:cxn>
                <a:cxn ang="0">
                  <a:pos x="233" y="109"/>
                </a:cxn>
                <a:cxn ang="0">
                  <a:pos x="233" y="109"/>
                </a:cxn>
                <a:cxn ang="0">
                  <a:pos x="293" y="86"/>
                </a:cxn>
                <a:cxn ang="0">
                  <a:pos x="355" y="62"/>
                </a:cxn>
                <a:cxn ang="0">
                  <a:pos x="355" y="62"/>
                </a:cxn>
                <a:cxn ang="0">
                  <a:pos x="423" y="35"/>
                </a:cxn>
                <a:cxn ang="0">
                  <a:pos x="423" y="35"/>
                </a:cxn>
                <a:cxn ang="0">
                  <a:pos x="457" y="21"/>
                </a:cxn>
                <a:cxn ang="0">
                  <a:pos x="474" y="14"/>
                </a:cxn>
                <a:cxn ang="0">
                  <a:pos x="483" y="11"/>
                </a:cxn>
                <a:cxn ang="0">
                  <a:pos x="492" y="10"/>
                </a:cxn>
                <a:cxn ang="0">
                  <a:pos x="492" y="10"/>
                </a:cxn>
                <a:cxn ang="0">
                  <a:pos x="493" y="10"/>
                </a:cxn>
                <a:cxn ang="0">
                  <a:pos x="496" y="9"/>
                </a:cxn>
                <a:cxn ang="0">
                  <a:pos x="497" y="5"/>
                </a:cxn>
                <a:cxn ang="0">
                  <a:pos x="497" y="2"/>
                </a:cxn>
                <a:cxn ang="0">
                  <a:pos x="496" y="1"/>
                </a:cxn>
                <a:cxn ang="0">
                  <a:pos x="493" y="0"/>
                </a:cxn>
                <a:cxn ang="0">
                  <a:pos x="492" y="0"/>
                </a:cxn>
                <a:cxn ang="0">
                  <a:pos x="492" y="0"/>
                </a:cxn>
              </a:cxnLst>
              <a:rect l="0" t="0" r="r" b="b"/>
              <a:pathLst>
                <a:path w="497" h="205">
                  <a:moveTo>
                    <a:pt x="492" y="0"/>
                  </a:moveTo>
                  <a:lnTo>
                    <a:pt x="492" y="0"/>
                  </a:lnTo>
                  <a:lnTo>
                    <a:pt x="478" y="1"/>
                  </a:lnTo>
                  <a:lnTo>
                    <a:pt x="463" y="5"/>
                  </a:lnTo>
                  <a:lnTo>
                    <a:pt x="449" y="10"/>
                  </a:lnTo>
                  <a:lnTo>
                    <a:pt x="434" y="15"/>
                  </a:lnTo>
                  <a:lnTo>
                    <a:pt x="407" y="28"/>
                  </a:lnTo>
                  <a:lnTo>
                    <a:pt x="381" y="40"/>
                  </a:lnTo>
                  <a:lnTo>
                    <a:pt x="381" y="40"/>
                  </a:lnTo>
                  <a:lnTo>
                    <a:pt x="314" y="66"/>
                  </a:lnTo>
                  <a:lnTo>
                    <a:pt x="247" y="91"/>
                  </a:lnTo>
                  <a:lnTo>
                    <a:pt x="247" y="91"/>
                  </a:lnTo>
                  <a:lnTo>
                    <a:pt x="188" y="113"/>
                  </a:lnTo>
                  <a:lnTo>
                    <a:pt x="158" y="125"/>
                  </a:lnTo>
                  <a:lnTo>
                    <a:pt x="128" y="137"/>
                  </a:lnTo>
                  <a:lnTo>
                    <a:pt x="128" y="137"/>
                  </a:lnTo>
                  <a:lnTo>
                    <a:pt x="114" y="145"/>
                  </a:lnTo>
                  <a:lnTo>
                    <a:pt x="98" y="153"/>
                  </a:lnTo>
                  <a:lnTo>
                    <a:pt x="68" y="170"/>
                  </a:lnTo>
                  <a:lnTo>
                    <a:pt x="54" y="177"/>
                  </a:lnTo>
                  <a:lnTo>
                    <a:pt x="38" y="184"/>
                  </a:lnTo>
                  <a:lnTo>
                    <a:pt x="21" y="189"/>
                  </a:lnTo>
                  <a:lnTo>
                    <a:pt x="4" y="193"/>
                  </a:lnTo>
                  <a:lnTo>
                    <a:pt x="4" y="193"/>
                  </a:lnTo>
                  <a:lnTo>
                    <a:pt x="3" y="194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3" y="204"/>
                  </a:lnTo>
                  <a:lnTo>
                    <a:pt x="5" y="205"/>
                  </a:lnTo>
                  <a:lnTo>
                    <a:pt x="8" y="205"/>
                  </a:lnTo>
                  <a:lnTo>
                    <a:pt x="8" y="205"/>
                  </a:lnTo>
                  <a:lnTo>
                    <a:pt x="21" y="201"/>
                  </a:lnTo>
                  <a:lnTo>
                    <a:pt x="35" y="197"/>
                  </a:lnTo>
                  <a:lnTo>
                    <a:pt x="48" y="192"/>
                  </a:lnTo>
                  <a:lnTo>
                    <a:pt x="62" y="187"/>
                  </a:lnTo>
                  <a:lnTo>
                    <a:pt x="86" y="172"/>
                  </a:lnTo>
                  <a:lnTo>
                    <a:pt x="110" y="159"/>
                  </a:lnTo>
                  <a:lnTo>
                    <a:pt x="110" y="159"/>
                  </a:lnTo>
                  <a:lnTo>
                    <a:pt x="126" y="151"/>
                  </a:lnTo>
                  <a:lnTo>
                    <a:pt x="140" y="145"/>
                  </a:lnTo>
                  <a:lnTo>
                    <a:pt x="171" y="132"/>
                  </a:lnTo>
                  <a:lnTo>
                    <a:pt x="203" y="121"/>
                  </a:lnTo>
                  <a:lnTo>
                    <a:pt x="233" y="109"/>
                  </a:lnTo>
                  <a:lnTo>
                    <a:pt x="233" y="109"/>
                  </a:lnTo>
                  <a:lnTo>
                    <a:pt x="293" y="86"/>
                  </a:lnTo>
                  <a:lnTo>
                    <a:pt x="355" y="62"/>
                  </a:lnTo>
                  <a:lnTo>
                    <a:pt x="355" y="62"/>
                  </a:lnTo>
                  <a:lnTo>
                    <a:pt x="423" y="35"/>
                  </a:lnTo>
                  <a:lnTo>
                    <a:pt x="423" y="35"/>
                  </a:lnTo>
                  <a:lnTo>
                    <a:pt x="457" y="21"/>
                  </a:lnTo>
                  <a:lnTo>
                    <a:pt x="474" y="14"/>
                  </a:lnTo>
                  <a:lnTo>
                    <a:pt x="483" y="11"/>
                  </a:lnTo>
                  <a:lnTo>
                    <a:pt x="492" y="10"/>
                  </a:lnTo>
                  <a:lnTo>
                    <a:pt x="492" y="10"/>
                  </a:lnTo>
                  <a:lnTo>
                    <a:pt x="493" y="10"/>
                  </a:lnTo>
                  <a:lnTo>
                    <a:pt x="496" y="9"/>
                  </a:lnTo>
                  <a:lnTo>
                    <a:pt x="497" y="5"/>
                  </a:lnTo>
                  <a:lnTo>
                    <a:pt x="497" y="2"/>
                  </a:lnTo>
                  <a:lnTo>
                    <a:pt x="496" y="1"/>
                  </a:lnTo>
                  <a:lnTo>
                    <a:pt x="493" y="0"/>
                  </a:lnTo>
                  <a:lnTo>
                    <a:pt x="492" y="0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0" name="Freeform 396"/>
            <p:cNvSpPr/>
            <p:nvPr/>
          </p:nvSpPr>
          <p:spPr bwMode="auto">
            <a:xfrm>
              <a:off x="5664201" y="1103313"/>
              <a:ext cx="76200" cy="76200"/>
            </a:xfrm>
            <a:custGeom>
              <a:avLst/>
              <a:gdLst/>
              <a:ahLst/>
              <a:cxnLst>
                <a:cxn ang="0">
                  <a:pos x="186" y="0"/>
                </a:cxn>
                <a:cxn ang="0">
                  <a:pos x="186" y="0"/>
                </a:cxn>
                <a:cxn ang="0">
                  <a:pos x="178" y="3"/>
                </a:cxn>
                <a:cxn ang="0">
                  <a:pos x="171" y="7"/>
                </a:cxn>
                <a:cxn ang="0">
                  <a:pos x="166" y="12"/>
                </a:cxn>
                <a:cxn ang="0">
                  <a:pos x="161" y="19"/>
                </a:cxn>
                <a:cxn ang="0">
                  <a:pos x="161" y="19"/>
                </a:cxn>
                <a:cxn ang="0">
                  <a:pos x="135" y="49"/>
                </a:cxn>
                <a:cxn ang="0">
                  <a:pos x="107" y="77"/>
                </a:cxn>
                <a:cxn ang="0">
                  <a:pos x="107" y="77"/>
                </a:cxn>
                <a:cxn ang="0">
                  <a:pos x="82" y="105"/>
                </a:cxn>
                <a:cxn ang="0">
                  <a:pos x="57" y="134"/>
                </a:cxn>
                <a:cxn ang="0">
                  <a:pos x="44" y="147"/>
                </a:cxn>
                <a:cxn ang="0">
                  <a:pos x="31" y="160"/>
                </a:cxn>
                <a:cxn ang="0">
                  <a:pos x="17" y="173"/>
                </a:cxn>
                <a:cxn ang="0">
                  <a:pos x="3" y="183"/>
                </a:cxn>
                <a:cxn ang="0">
                  <a:pos x="3" y="183"/>
                </a:cxn>
                <a:cxn ang="0">
                  <a:pos x="0" y="185"/>
                </a:cxn>
                <a:cxn ang="0">
                  <a:pos x="0" y="187"/>
                </a:cxn>
                <a:cxn ang="0">
                  <a:pos x="0" y="191"/>
                </a:cxn>
                <a:cxn ang="0">
                  <a:pos x="4" y="194"/>
                </a:cxn>
                <a:cxn ang="0">
                  <a:pos x="5" y="194"/>
                </a:cxn>
                <a:cxn ang="0">
                  <a:pos x="8" y="193"/>
                </a:cxn>
                <a:cxn ang="0">
                  <a:pos x="8" y="193"/>
                </a:cxn>
                <a:cxn ang="0">
                  <a:pos x="20" y="185"/>
                </a:cxn>
                <a:cxn ang="0">
                  <a:pos x="31" y="174"/>
                </a:cxn>
                <a:cxn ang="0">
                  <a:pos x="54" y="153"/>
                </a:cxn>
                <a:cxn ang="0">
                  <a:pos x="74" y="131"/>
                </a:cxn>
                <a:cxn ang="0">
                  <a:pos x="94" y="109"/>
                </a:cxn>
                <a:cxn ang="0">
                  <a:pos x="94" y="109"/>
                </a:cxn>
                <a:cxn ang="0">
                  <a:pos x="140" y="55"/>
                </a:cxn>
                <a:cxn ang="0">
                  <a:pos x="140" y="55"/>
                </a:cxn>
                <a:cxn ang="0">
                  <a:pos x="150" y="43"/>
                </a:cxn>
                <a:cxn ang="0">
                  <a:pos x="162" y="30"/>
                </a:cxn>
                <a:cxn ang="0">
                  <a:pos x="169" y="24"/>
                </a:cxn>
                <a:cxn ang="0">
                  <a:pos x="175" y="17"/>
                </a:cxn>
                <a:cxn ang="0">
                  <a:pos x="183" y="13"/>
                </a:cxn>
                <a:cxn ang="0">
                  <a:pos x="190" y="11"/>
                </a:cxn>
                <a:cxn ang="0">
                  <a:pos x="190" y="11"/>
                </a:cxn>
                <a:cxn ang="0">
                  <a:pos x="191" y="9"/>
                </a:cxn>
                <a:cxn ang="0">
                  <a:pos x="192" y="8"/>
                </a:cxn>
                <a:cxn ang="0">
                  <a:pos x="194" y="7"/>
                </a:cxn>
                <a:cxn ang="0">
                  <a:pos x="194" y="4"/>
                </a:cxn>
                <a:cxn ang="0">
                  <a:pos x="191" y="0"/>
                </a:cxn>
                <a:cxn ang="0">
                  <a:pos x="188" y="0"/>
                </a:cxn>
                <a:cxn ang="0">
                  <a:pos x="186" y="0"/>
                </a:cxn>
                <a:cxn ang="0">
                  <a:pos x="186" y="0"/>
                </a:cxn>
              </a:cxnLst>
              <a:rect l="0" t="0" r="r" b="b"/>
              <a:pathLst>
                <a:path w="194" h="194">
                  <a:moveTo>
                    <a:pt x="186" y="0"/>
                  </a:moveTo>
                  <a:lnTo>
                    <a:pt x="186" y="0"/>
                  </a:lnTo>
                  <a:lnTo>
                    <a:pt x="178" y="3"/>
                  </a:lnTo>
                  <a:lnTo>
                    <a:pt x="171" y="7"/>
                  </a:lnTo>
                  <a:lnTo>
                    <a:pt x="166" y="12"/>
                  </a:lnTo>
                  <a:lnTo>
                    <a:pt x="161" y="19"/>
                  </a:lnTo>
                  <a:lnTo>
                    <a:pt x="161" y="19"/>
                  </a:lnTo>
                  <a:lnTo>
                    <a:pt x="135" y="49"/>
                  </a:lnTo>
                  <a:lnTo>
                    <a:pt x="107" y="77"/>
                  </a:lnTo>
                  <a:lnTo>
                    <a:pt x="107" y="77"/>
                  </a:lnTo>
                  <a:lnTo>
                    <a:pt x="82" y="105"/>
                  </a:lnTo>
                  <a:lnTo>
                    <a:pt x="57" y="134"/>
                  </a:lnTo>
                  <a:lnTo>
                    <a:pt x="44" y="147"/>
                  </a:lnTo>
                  <a:lnTo>
                    <a:pt x="31" y="160"/>
                  </a:lnTo>
                  <a:lnTo>
                    <a:pt x="17" y="173"/>
                  </a:lnTo>
                  <a:lnTo>
                    <a:pt x="3" y="183"/>
                  </a:lnTo>
                  <a:lnTo>
                    <a:pt x="3" y="183"/>
                  </a:lnTo>
                  <a:lnTo>
                    <a:pt x="0" y="185"/>
                  </a:lnTo>
                  <a:lnTo>
                    <a:pt x="0" y="187"/>
                  </a:lnTo>
                  <a:lnTo>
                    <a:pt x="0" y="191"/>
                  </a:lnTo>
                  <a:lnTo>
                    <a:pt x="4" y="194"/>
                  </a:lnTo>
                  <a:lnTo>
                    <a:pt x="5" y="194"/>
                  </a:lnTo>
                  <a:lnTo>
                    <a:pt x="8" y="193"/>
                  </a:lnTo>
                  <a:lnTo>
                    <a:pt x="8" y="193"/>
                  </a:lnTo>
                  <a:lnTo>
                    <a:pt x="20" y="185"/>
                  </a:lnTo>
                  <a:lnTo>
                    <a:pt x="31" y="174"/>
                  </a:lnTo>
                  <a:lnTo>
                    <a:pt x="54" y="153"/>
                  </a:lnTo>
                  <a:lnTo>
                    <a:pt x="74" y="131"/>
                  </a:lnTo>
                  <a:lnTo>
                    <a:pt x="94" y="109"/>
                  </a:lnTo>
                  <a:lnTo>
                    <a:pt x="94" y="109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50" y="43"/>
                  </a:lnTo>
                  <a:lnTo>
                    <a:pt x="162" y="30"/>
                  </a:lnTo>
                  <a:lnTo>
                    <a:pt x="169" y="24"/>
                  </a:lnTo>
                  <a:lnTo>
                    <a:pt x="175" y="17"/>
                  </a:lnTo>
                  <a:lnTo>
                    <a:pt x="183" y="13"/>
                  </a:lnTo>
                  <a:lnTo>
                    <a:pt x="190" y="11"/>
                  </a:lnTo>
                  <a:lnTo>
                    <a:pt x="190" y="11"/>
                  </a:lnTo>
                  <a:lnTo>
                    <a:pt x="191" y="9"/>
                  </a:lnTo>
                  <a:lnTo>
                    <a:pt x="192" y="8"/>
                  </a:lnTo>
                  <a:lnTo>
                    <a:pt x="194" y="7"/>
                  </a:lnTo>
                  <a:lnTo>
                    <a:pt x="194" y="4"/>
                  </a:lnTo>
                  <a:lnTo>
                    <a:pt x="191" y="0"/>
                  </a:lnTo>
                  <a:lnTo>
                    <a:pt x="188" y="0"/>
                  </a:lnTo>
                  <a:lnTo>
                    <a:pt x="186" y="0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1" name="Freeform 397"/>
            <p:cNvSpPr/>
            <p:nvPr/>
          </p:nvSpPr>
          <p:spPr bwMode="auto">
            <a:xfrm>
              <a:off x="5715001" y="1112838"/>
              <a:ext cx="82550" cy="103188"/>
            </a:xfrm>
            <a:custGeom>
              <a:avLst/>
              <a:gdLst/>
              <a:ahLst/>
              <a:cxnLst>
                <a:cxn ang="0">
                  <a:pos x="195" y="1"/>
                </a:cxn>
                <a:cxn ang="0">
                  <a:pos x="195" y="1"/>
                </a:cxn>
                <a:cxn ang="0">
                  <a:pos x="170" y="28"/>
                </a:cxn>
                <a:cxn ang="0">
                  <a:pos x="145" y="57"/>
                </a:cxn>
                <a:cxn ang="0">
                  <a:pos x="121" y="87"/>
                </a:cxn>
                <a:cxn ang="0">
                  <a:pos x="99" y="116"/>
                </a:cxn>
                <a:cxn ang="0">
                  <a:pos x="99" y="116"/>
                </a:cxn>
                <a:cxn ang="0">
                  <a:pos x="72" y="154"/>
                </a:cxn>
                <a:cxn ang="0">
                  <a:pos x="59" y="173"/>
                </a:cxn>
                <a:cxn ang="0">
                  <a:pos x="44" y="192"/>
                </a:cxn>
                <a:cxn ang="0">
                  <a:pos x="44" y="192"/>
                </a:cxn>
                <a:cxn ang="0">
                  <a:pos x="34" y="207"/>
                </a:cxn>
                <a:cxn ang="0">
                  <a:pos x="23" y="223"/>
                </a:cxn>
                <a:cxn ang="0">
                  <a:pos x="13" y="238"/>
                </a:cxn>
                <a:cxn ang="0">
                  <a:pos x="1" y="252"/>
                </a:cxn>
                <a:cxn ang="0">
                  <a:pos x="1" y="252"/>
                </a:cxn>
                <a:cxn ang="0">
                  <a:pos x="0" y="255"/>
                </a:cxn>
                <a:cxn ang="0">
                  <a:pos x="0" y="257"/>
                </a:cxn>
                <a:cxn ang="0">
                  <a:pos x="1" y="260"/>
                </a:cxn>
                <a:cxn ang="0">
                  <a:pos x="5" y="262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9" y="248"/>
                </a:cxn>
                <a:cxn ang="0">
                  <a:pos x="28" y="235"/>
                </a:cxn>
                <a:cxn ang="0">
                  <a:pos x="36" y="222"/>
                </a:cxn>
                <a:cxn ang="0">
                  <a:pos x="46" y="209"/>
                </a:cxn>
                <a:cxn ang="0">
                  <a:pos x="46" y="209"/>
                </a:cxn>
                <a:cxn ang="0">
                  <a:pos x="69" y="179"/>
                </a:cxn>
                <a:cxn ang="0">
                  <a:pos x="90" y="147"/>
                </a:cxn>
                <a:cxn ang="0">
                  <a:pos x="90" y="147"/>
                </a:cxn>
                <a:cxn ang="0">
                  <a:pos x="116" y="111"/>
                </a:cxn>
                <a:cxn ang="0">
                  <a:pos x="144" y="75"/>
                </a:cxn>
                <a:cxn ang="0">
                  <a:pos x="172" y="41"/>
                </a:cxn>
                <a:cxn ang="0">
                  <a:pos x="204" y="9"/>
                </a:cxn>
                <a:cxn ang="0">
                  <a:pos x="204" y="9"/>
                </a:cxn>
                <a:cxn ang="0">
                  <a:pos x="205" y="7"/>
                </a:cxn>
                <a:cxn ang="0">
                  <a:pos x="205" y="5"/>
                </a:cxn>
                <a:cxn ang="0">
                  <a:pos x="204" y="1"/>
                </a:cxn>
                <a:cxn ang="0">
                  <a:pos x="200" y="0"/>
                </a:cxn>
                <a:cxn ang="0">
                  <a:pos x="197" y="0"/>
                </a:cxn>
                <a:cxn ang="0">
                  <a:pos x="195" y="1"/>
                </a:cxn>
                <a:cxn ang="0">
                  <a:pos x="195" y="1"/>
                </a:cxn>
              </a:cxnLst>
              <a:rect l="0" t="0" r="r" b="b"/>
              <a:pathLst>
                <a:path w="205" h="262">
                  <a:moveTo>
                    <a:pt x="195" y="1"/>
                  </a:moveTo>
                  <a:lnTo>
                    <a:pt x="195" y="1"/>
                  </a:lnTo>
                  <a:lnTo>
                    <a:pt x="170" y="28"/>
                  </a:lnTo>
                  <a:lnTo>
                    <a:pt x="145" y="57"/>
                  </a:lnTo>
                  <a:lnTo>
                    <a:pt x="121" y="87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72" y="154"/>
                  </a:lnTo>
                  <a:lnTo>
                    <a:pt x="59" y="173"/>
                  </a:lnTo>
                  <a:lnTo>
                    <a:pt x="44" y="192"/>
                  </a:lnTo>
                  <a:lnTo>
                    <a:pt x="44" y="192"/>
                  </a:lnTo>
                  <a:lnTo>
                    <a:pt x="34" y="207"/>
                  </a:lnTo>
                  <a:lnTo>
                    <a:pt x="23" y="223"/>
                  </a:lnTo>
                  <a:lnTo>
                    <a:pt x="13" y="238"/>
                  </a:lnTo>
                  <a:lnTo>
                    <a:pt x="1" y="252"/>
                  </a:lnTo>
                  <a:lnTo>
                    <a:pt x="1" y="252"/>
                  </a:lnTo>
                  <a:lnTo>
                    <a:pt x="0" y="255"/>
                  </a:lnTo>
                  <a:lnTo>
                    <a:pt x="0" y="257"/>
                  </a:lnTo>
                  <a:lnTo>
                    <a:pt x="1" y="260"/>
                  </a:lnTo>
                  <a:lnTo>
                    <a:pt x="5" y="262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9" y="248"/>
                  </a:lnTo>
                  <a:lnTo>
                    <a:pt x="28" y="235"/>
                  </a:lnTo>
                  <a:lnTo>
                    <a:pt x="36" y="222"/>
                  </a:lnTo>
                  <a:lnTo>
                    <a:pt x="46" y="209"/>
                  </a:lnTo>
                  <a:lnTo>
                    <a:pt x="46" y="209"/>
                  </a:lnTo>
                  <a:lnTo>
                    <a:pt x="69" y="179"/>
                  </a:lnTo>
                  <a:lnTo>
                    <a:pt x="90" y="147"/>
                  </a:lnTo>
                  <a:lnTo>
                    <a:pt x="90" y="147"/>
                  </a:lnTo>
                  <a:lnTo>
                    <a:pt x="116" y="111"/>
                  </a:lnTo>
                  <a:lnTo>
                    <a:pt x="144" y="75"/>
                  </a:lnTo>
                  <a:lnTo>
                    <a:pt x="172" y="41"/>
                  </a:lnTo>
                  <a:lnTo>
                    <a:pt x="204" y="9"/>
                  </a:lnTo>
                  <a:lnTo>
                    <a:pt x="204" y="9"/>
                  </a:lnTo>
                  <a:lnTo>
                    <a:pt x="205" y="7"/>
                  </a:lnTo>
                  <a:lnTo>
                    <a:pt x="205" y="5"/>
                  </a:lnTo>
                  <a:lnTo>
                    <a:pt x="204" y="1"/>
                  </a:lnTo>
                  <a:lnTo>
                    <a:pt x="200" y="0"/>
                  </a:lnTo>
                  <a:lnTo>
                    <a:pt x="197" y="0"/>
                  </a:lnTo>
                  <a:lnTo>
                    <a:pt x="195" y="1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2" name="Freeform 398"/>
            <p:cNvSpPr/>
            <p:nvPr/>
          </p:nvSpPr>
          <p:spPr bwMode="auto">
            <a:xfrm>
              <a:off x="5797551" y="1162051"/>
              <a:ext cx="90488" cy="42863"/>
            </a:xfrm>
            <a:custGeom>
              <a:avLst/>
              <a:gdLst/>
              <a:ahLst/>
              <a:cxnLst>
                <a:cxn ang="0">
                  <a:pos x="221" y="0"/>
                </a:cxn>
                <a:cxn ang="0">
                  <a:pos x="221" y="0"/>
                </a:cxn>
                <a:cxn ang="0">
                  <a:pos x="170" y="20"/>
                </a:cxn>
                <a:cxn ang="0">
                  <a:pos x="145" y="30"/>
                </a:cxn>
                <a:cxn ang="0">
                  <a:pos x="122" y="42"/>
                </a:cxn>
                <a:cxn ang="0">
                  <a:pos x="122" y="42"/>
                </a:cxn>
                <a:cxn ang="0">
                  <a:pos x="107" y="47"/>
                </a:cxn>
                <a:cxn ang="0">
                  <a:pos x="94" y="52"/>
                </a:cxn>
                <a:cxn ang="0">
                  <a:pos x="81" y="58"/>
                </a:cxn>
                <a:cxn ang="0">
                  <a:pos x="68" y="64"/>
                </a:cxn>
                <a:cxn ang="0">
                  <a:pos x="68" y="64"/>
                </a:cxn>
                <a:cxn ang="0">
                  <a:pos x="54" y="73"/>
                </a:cxn>
                <a:cxn ang="0">
                  <a:pos x="38" y="84"/>
                </a:cxn>
                <a:cxn ang="0">
                  <a:pos x="31" y="88"/>
                </a:cxn>
                <a:cxn ang="0">
                  <a:pos x="22" y="93"/>
                </a:cxn>
                <a:cxn ang="0">
                  <a:pos x="14" y="96"/>
                </a:cxn>
                <a:cxn ang="0">
                  <a:pos x="5" y="97"/>
                </a:cxn>
                <a:cxn ang="0">
                  <a:pos x="5" y="97"/>
                </a:cxn>
                <a:cxn ang="0">
                  <a:pos x="3" y="98"/>
                </a:cxn>
                <a:cxn ang="0">
                  <a:pos x="1" y="99"/>
                </a:cxn>
                <a:cxn ang="0">
                  <a:pos x="0" y="103"/>
                </a:cxn>
                <a:cxn ang="0">
                  <a:pos x="0" y="106"/>
                </a:cxn>
                <a:cxn ang="0">
                  <a:pos x="1" y="107"/>
                </a:cxn>
                <a:cxn ang="0">
                  <a:pos x="3" y="109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18" y="106"/>
                </a:cxn>
                <a:cxn ang="0">
                  <a:pos x="30" y="102"/>
                </a:cxn>
                <a:cxn ang="0">
                  <a:pos x="42" y="96"/>
                </a:cxn>
                <a:cxn ang="0">
                  <a:pos x="54" y="89"/>
                </a:cxn>
                <a:cxn ang="0">
                  <a:pos x="76" y="75"/>
                </a:cxn>
                <a:cxn ang="0">
                  <a:pos x="86" y="68"/>
                </a:cxn>
                <a:cxn ang="0">
                  <a:pos x="98" y="63"/>
                </a:cxn>
                <a:cxn ang="0">
                  <a:pos x="98" y="63"/>
                </a:cxn>
                <a:cxn ang="0">
                  <a:pos x="161" y="37"/>
                </a:cxn>
                <a:cxn ang="0">
                  <a:pos x="192" y="24"/>
                </a:cxn>
                <a:cxn ang="0">
                  <a:pos x="224" y="12"/>
                </a:cxn>
                <a:cxn ang="0">
                  <a:pos x="224" y="12"/>
                </a:cxn>
                <a:cxn ang="0">
                  <a:pos x="226" y="11"/>
                </a:cxn>
                <a:cxn ang="0">
                  <a:pos x="228" y="8"/>
                </a:cxn>
                <a:cxn ang="0">
                  <a:pos x="228" y="4"/>
                </a:cxn>
                <a:cxn ang="0">
                  <a:pos x="226" y="1"/>
                </a:cxn>
                <a:cxn ang="0">
                  <a:pos x="225" y="0"/>
                </a:cxn>
                <a:cxn ang="0">
                  <a:pos x="224" y="0"/>
                </a:cxn>
                <a:cxn ang="0">
                  <a:pos x="221" y="0"/>
                </a:cxn>
                <a:cxn ang="0">
                  <a:pos x="221" y="0"/>
                </a:cxn>
              </a:cxnLst>
              <a:rect l="0" t="0" r="r" b="b"/>
              <a:pathLst>
                <a:path w="228" h="109">
                  <a:moveTo>
                    <a:pt x="221" y="0"/>
                  </a:moveTo>
                  <a:lnTo>
                    <a:pt x="221" y="0"/>
                  </a:lnTo>
                  <a:lnTo>
                    <a:pt x="170" y="20"/>
                  </a:lnTo>
                  <a:lnTo>
                    <a:pt x="145" y="30"/>
                  </a:lnTo>
                  <a:lnTo>
                    <a:pt x="122" y="42"/>
                  </a:lnTo>
                  <a:lnTo>
                    <a:pt x="122" y="42"/>
                  </a:lnTo>
                  <a:lnTo>
                    <a:pt x="107" y="47"/>
                  </a:lnTo>
                  <a:lnTo>
                    <a:pt x="94" y="52"/>
                  </a:lnTo>
                  <a:lnTo>
                    <a:pt x="81" y="58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54" y="73"/>
                  </a:lnTo>
                  <a:lnTo>
                    <a:pt x="38" y="84"/>
                  </a:lnTo>
                  <a:lnTo>
                    <a:pt x="31" y="88"/>
                  </a:lnTo>
                  <a:lnTo>
                    <a:pt x="22" y="93"/>
                  </a:lnTo>
                  <a:lnTo>
                    <a:pt x="14" y="96"/>
                  </a:lnTo>
                  <a:lnTo>
                    <a:pt x="5" y="97"/>
                  </a:lnTo>
                  <a:lnTo>
                    <a:pt x="5" y="97"/>
                  </a:lnTo>
                  <a:lnTo>
                    <a:pt x="3" y="98"/>
                  </a:lnTo>
                  <a:lnTo>
                    <a:pt x="1" y="99"/>
                  </a:lnTo>
                  <a:lnTo>
                    <a:pt x="0" y="103"/>
                  </a:lnTo>
                  <a:lnTo>
                    <a:pt x="0" y="106"/>
                  </a:lnTo>
                  <a:lnTo>
                    <a:pt x="1" y="107"/>
                  </a:lnTo>
                  <a:lnTo>
                    <a:pt x="3" y="109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18" y="106"/>
                  </a:lnTo>
                  <a:lnTo>
                    <a:pt x="30" y="102"/>
                  </a:lnTo>
                  <a:lnTo>
                    <a:pt x="42" y="96"/>
                  </a:lnTo>
                  <a:lnTo>
                    <a:pt x="54" y="89"/>
                  </a:lnTo>
                  <a:lnTo>
                    <a:pt x="76" y="75"/>
                  </a:lnTo>
                  <a:lnTo>
                    <a:pt x="86" y="68"/>
                  </a:lnTo>
                  <a:lnTo>
                    <a:pt x="98" y="63"/>
                  </a:lnTo>
                  <a:lnTo>
                    <a:pt x="98" y="63"/>
                  </a:lnTo>
                  <a:lnTo>
                    <a:pt x="161" y="37"/>
                  </a:lnTo>
                  <a:lnTo>
                    <a:pt x="192" y="24"/>
                  </a:lnTo>
                  <a:lnTo>
                    <a:pt x="224" y="12"/>
                  </a:lnTo>
                  <a:lnTo>
                    <a:pt x="224" y="12"/>
                  </a:lnTo>
                  <a:lnTo>
                    <a:pt x="226" y="11"/>
                  </a:lnTo>
                  <a:lnTo>
                    <a:pt x="228" y="8"/>
                  </a:lnTo>
                  <a:lnTo>
                    <a:pt x="228" y="4"/>
                  </a:lnTo>
                  <a:lnTo>
                    <a:pt x="226" y="1"/>
                  </a:lnTo>
                  <a:lnTo>
                    <a:pt x="225" y="0"/>
                  </a:lnTo>
                  <a:lnTo>
                    <a:pt x="224" y="0"/>
                  </a:lnTo>
                  <a:lnTo>
                    <a:pt x="221" y="0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3" name="Freeform 399"/>
            <p:cNvSpPr/>
            <p:nvPr/>
          </p:nvSpPr>
          <p:spPr bwMode="auto">
            <a:xfrm>
              <a:off x="5772151" y="1168401"/>
              <a:ext cx="136525" cy="65088"/>
            </a:xfrm>
            <a:custGeom>
              <a:avLst/>
              <a:gdLst/>
              <a:ahLst/>
              <a:cxnLst>
                <a:cxn ang="0">
                  <a:pos x="333" y="1"/>
                </a:cxn>
                <a:cxn ang="0">
                  <a:pos x="325" y="4"/>
                </a:cxn>
                <a:cxn ang="0">
                  <a:pos x="316" y="4"/>
                </a:cxn>
                <a:cxn ang="0">
                  <a:pos x="293" y="16"/>
                </a:cxn>
                <a:cxn ang="0">
                  <a:pos x="268" y="26"/>
                </a:cxn>
                <a:cxn ang="0">
                  <a:pos x="259" y="29"/>
                </a:cxn>
                <a:cxn ang="0">
                  <a:pos x="233" y="43"/>
                </a:cxn>
                <a:cxn ang="0">
                  <a:pos x="217" y="50"/>
                </a:cxn>
                <a:cxn ang="0">
                  <a:pos x="172" y="65"/>
                </a:cxn>
                <a:cxn ang="0">
                  <a:pos x="148" y="77"/>
                </a:cxn>
                <a:cxn ang="0">
                  <a:pos x="76" y="118"/>
                </a:cxn>
                <a:cxn ang="0">
                  <a:pos x="58" y="127"/>
                </a:cxn>
                <a:cxn ang="0">
                  <a:pos x="19" y="144"/>
                </a:cxn>
                <a:cxn ang="0">
                  <a:pos x="2" y="156"/>
                </a:cxn>
                <a:cxn ang="0">
                  <a:pos x="0" y="158"/>
                </a:cxn>
                <a:cxn ang="0">
                  <a:pos x="0" y="162"/>
                </a:cxn>
                <a:cxn ang="0">
                  <a:pos x="6" y="165"/>
                </a:cxn>
                <a:cxn ang="0">
                  <a:pos x="9" y="164"/>
                </a:cxn>
                <a:cxn ang="0">
                  <a:pos x="19" y="157"/>
                </a:cxn>
                <a:cxn ang="0">
                  <a:pos x="50" y="141"/>
                </a:cxn>
                <a:cxn ang="0">
                  <a:pos x="92" y="122"/>
                </a:cxn>
                <a:cxn ang="0">
                  <a:pos x="119" y="106"/>
                </a:cxn>
                <a:cxn ang="0">
                  <a:pos x="173" y="79"/>
                </a:cxn>
                <a:cxn ang="0">
                  <a:pos x="203" y="68"/>
                </a:cxn>
                <a:cxn ang="0">
                  <a:pos x="223" y="60"/>
                </a:cxn>
                <a:cxn ang="0">
                  <a:pos x="283" y="34"/>
                </a:cxn>
                <a:cxn ang="0">
                  <a:pos x="304" y="22"/>
                </a:cxn>
                <a:cxn ang="0">
                  <a:pos x="325" y="14"/>
                </a:cxn>
                <a:cxn ang="0">
                  <a:pos x="334" y="14"/>
                </a:cxn>
                <a:cxn ang="0">
                  <a:pos x="342" y="11"/>
                </a:cxn>
                <a:cxn ang="0">
                  <a:pos x="342" y="8"/>
                </a:cxn>
                <a:cxn ang="0">
                  <a:pos x="340" y="1"/>
                </a:cxn>
                <a:cxn ang="0">
                  <a:pos x="336" y="0"/>
                </a:cxn>
                <a:cxn ang="0">
                  <a:pos x="333" y="1"/>
                </a:cxn>
              </a:cxnLst>
              <a:rect l="0" t="0" r="r" b="b"/>
              <a:pathLst>
                <a:path w="343" h="165">
                  <a:moveTo>
                    <a:pt x="333" y="1"/>
                  </a:moveTo>
                  <a:lnTo>
                    <a:pt x="333" y="1"/>
                  </a:lnTo>
                  <a:lnTo>
                    <a:pt x="330" y="4"/>
                  </a:lnTo>
                  <a:lnTo>
                    <a:pt x="325" y="4"/>
                  </a:lnTo>
                  <a:lnTo>
                    <a:pt x="319" y="4"/>
                  </a:lnTo>
                  <a:lnTo>
                    <a:pt x="316" y="4"/>
                  </a:lnTo>
                  <a:lnTo>
                    <a:pt x="316" y="4"/>
                  </a:lnTo>
                  <a:lnTo>
                    <a:pt x="293" y="16"/>
                  </a:lnTo>
                  <a:lnTo>
                    <a:pt x="282" y="21"/>
                  </a:lnTo>
                  <a:lnTo>
                    <a:pt x="268" y="26"/>
                  </a:lnTo>
                  <a:lnTo>
                    <a:pt x="268" y="26"/>
                  </a:lnTo>
                  <a:lnTo>
                    <a:pt x="259" y="29"/>
                  </a:lnTo>
                  <a:lnTo>
                    <a:pt x="250" y="33"/>
                  </a:lnTo>
                  <a:lnTo>
                    <a:pt x="233" y="43"/>
                  </a:lnTo>
                  <a:lnTo>
                    <a:pt x="233" y="43"/>
                  </a:lnTo>
                  <a:lnTo>
                    <a:pt x="217" y="50"/>
                  </a:lnTo>
                  <a:lnTo>
                    <a:pt x="203" y="55"/>
                  </a:lnTo>
                  <a:lnTo>
                    <a:pt x="172" y="65"/>
                  </a:lnTo>
                  <a:lnTo>
                    <a:pt x="172" y="65"/>
                  </a:lnTo>
                  <a:lnTo>
                    <a:pt x="148" y="77"/>
                  </a:lnTo>
                  <a:lnTo>
                    <a:pt x="123" y="89"/>
                  </a:lnTo>
                  <a:lnTo>
                    <a:pt x="76" y="118"/>
                  </a:lnTo>
                  <a:lnTo>
                    <a:pt x="76" y="118"/>
                  </a:lnTo>
                  <a:lnTo>
                    <a:pt x="58" y="127"/>
                  </a:lnTo>
                  <a:lnTo>
                    <a:pt x="38" y="135"/>
                  </a:lnTo>
                  <a:lnTo>
                    <a:pt x="19" y="144"/>
                  </a:lnTo>
                  <a:lnTo>
                    <a:pt x="11" y="149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0" y="158"/>
                  </a:lnTo>
                  <a:lnTo>
                    <a:pt x="0" y="160"/>
                  </a:lnTo>
                  <a:lnTo>
                    <a:pt x="0" y="162"/>
                  </a:lnTo>
                  <a:lnTo>
                    <a:pt x="2" y="164"/>
                  </a:lnTo>
                  <a:lnTo>
                    <a:pt x="6" y="165"/>
                  </a:lnTo>
                  <a:lnTo>
                    <a:pt x="8" y="165"/>
                  </a:lnTo>
                  <a:lnTo>
                    <a:pt x="9" y="164"/>
                  </a:lnTo>
                  <a:lnTo>
                    <a:pt x="9" y="164"/>
                  </a:lnTo>
                  <a:lnTo>
                    <a:pt x="19" y="157"/>
                  </a:lnTo>
                  <a:lnTo>
                    <a:pt x="29" y="152"/>
                  </a:lnTo>
                  <a:lnTo>
                    <a:pt x="50" y="141"/>
                  </a:lnTo>
                  <a:lnTo>
                    <a:pt x="72" y="132"/>
                  </a:lnTo>
                  <a:lnTo>
                    <a:pt x="92" y="122"/>
                  </a:lnTo>
                  <a:lnTo>
                    <a:pt x="92" y="122"/>
                  </a:lnTo>
                  <a:lnTo>
                    <a:pt x="119" y="106"/>
                  </a:lnTo>
                  <a:lnTo>
                    <a:pt x="145" y="92"/>
                  </a:lnTo>
                  <a:lnTo>
                    <a:pt x="173" y="79"/>
                  </a:lnTo>
                  <a:lnTo>
                    <a:pt x="187" y="73"/>
                  </a:lnTo>
                  <a:lnTo>
                    <a:pt x="203" y="68"/>
                  </a:lnTo>
                  <a:lnTo>
                    <a:pt x="203" y="68"/>
                  </a:lnTo>
                  <a:lnTo>
                    <a:pt x="223" y="60"/>
                  </a:lnTo>
                  <a:lnTo>
                    <a:pt x="244" y="52"/>
                  </a:lnTo>
                  <a:lnTo>
                    <a:pt x="283" y="34"/>
                  </a:lnTo>
                  <a:lnTo>
                    <a:pt x="283" y="34"/>
                  </a:lnTo>
                  <a:lnTo>
                    <a:pt x="304" y="22"/>
                  </a:lnTo>
                  <a:lnTo>
                    <a:pt x="314" y="17"/>
                  </a:lnTo>
                  <a:lnTo>
                    <a:pt x="325" y="14"/>
                  </a:lnTo>
                  <a:lnTo>
                    <a:pt x="325" y="14"/>
                  </a:lnTo>
                  <a:lnTo>
                    <a:pt x="334" y="14"/>
                  </a:lnTo>
                  <a:lnTo>
                    <a:pt x="338" y="13"/>
                  </a:lnTo>
                  <a:lnTo>
                    <a:pt x="342" y="11"/>
                  </a:lnTo>
                  <a:lnTo>
                    <a:pt x="342" y="11"/>
                  </a:lnTo>
                  <a:lnTo>
                    <a:pt x="342" y="8"/>
                  </a:lnTo>
                  <a:lnTo>
                    <a:pt x="343" y="5"/>
                  </a:lnTo>
                  <a:lnTo>
                    <a:pt x="340" y="1"/>
                  </a:lnTo>
                  <a:lnTo>
                    <a:pt x="339" y="0"/>
                  </a:lnTo>
                  <a:lnTo>
                    <a:pt x="336" y="0"/>
                  </a:lnTo>
                  <a:lnTo>
                    <a:pt x="335" y="0"/>
                  </a:lnTo>
                  <a:lnTo>
                    <a:pt x="333" y="1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4" name="Freeform 400"/>
            <p:cNvSpPr/>
            <p:nvPr/>
          </p:nvSpPr>
          <p:spPr bwMode="auto">
            <a:xfrm>
              <a:off x="5813426" y="1204913"/>
              <a:ext cx="111125" cy="57150"/>
            </a:xfrm>
            <a:custGeom>
              <a:avLst/>
              <a:gdLst/>
              <a:ahLst/>
              <a:cxnLst>
                <a:cxn ang="0">
                  <a:pos x="270" y="0"/>
                </a:cxn>
                <a:cxn ang="0">
                  <a:pos x="270" y="0"/>
                </a:cxn>
                <a:cxn ang="0">
                  <a:pos x="238" y="18"/>
                </a:cxn>
                <a:cxn ang="0">
                  <a:pos x="204" y="35"/>
                </a:cxn>
                <a:cxn ang="0">
                  <a:pos x="137" y="68"/>
                </a:cxn>
                <a:cxn ang="0">
                  <a:pos x="69" y="99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3"/>
                </a:cxn>
                <a:cxn ang="0">
                  <a:pos x="0" y="134"/>
                </a:cxn>
                <a:cxn ang="0">
                  <a:pos x="0" y="137"/>
                </a:cxn>
                <a:cxn ang="0">
                  <a:pos x="0" y="140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7" y="141"/>
                </a:cxn>
                <a:cxn ang="0">
                  <a:pos x="7" y="141"/>
                </a:cxn>
                <a:cxn ang="0">
                  <a:pos x="76" y="109"/>
                </a:cxn>
                <a:cxn ang="0">
                  <a:pos x="142" y="77"/>
                </a:cxn>
                <a:cxn ang="0">
                  <a:pos x="210" y="45"/>
                </a:cxn>
                <a:cxn ang="0">
                  <a:pos x="243" y="28"/>
                </a:cxn>
                <a:cxn ang="0">
                  <a:pos x="276" y="10"/>
                </a:cxn>
                <a:cxn ang="0">
                  <a:pos x="276" y="10"/>
                </a:cxn>
                <a:cxn ang="0">
                  <a:pos x="278" y="9"/>
                </a:cxn>
                <a:cxn ang="0">
                  <a:pos x="278" y="6"/>
                </a:cxn>
                <a:cxn ang="0">
                  <a:pos x="278" y="2"/>
                </a:cxn>
                <a:cxn ang="0">
                  <a:pos x="274" y="0"/>
                </a:cxn>
                <a:cxn ang="0">
                  <a:pos x="273" y="0"/>
                </a:cxn>
                <a:cxn ang="0">
                  <a:pos x="270" y="0"/>
                </a:cxn>
                <a:cxn ang="0">
                  <a:pos x="270" y="0"/>
                </a:cxn>
              </a:cxnLst>
              <a:rect l="0" t="0" r="r" b="b"/>
              <a:pathLst>
                <a:path w="278" h="142">
                  <a:moveTo>
                    <a:pt x="270" y="0"/>
                  </a:moveTo>
                  <a:lnTo>
                    <a:pt x="270" y="0"/>
                  </a:lnTo>
                  <a:lnTo>
                    <a:pt x="238" y="18"/>
                  </a:lnTo>
                  <a:lnTo>
                    <a:pt x="204" y="35"/>
                  </a:lnTo>
                  <a:lnTo>
                    <a:pt x="137" y="68"/>
                  </a:lnTo>
                  <a:lnTo>
                    <a:pt x="69" y="99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3"/>
                  </a:lnTo>
                  <a:lnTo>
                    <a:pt x="0" y="134"/>
                  </a:lnTo>
                  <a:lnTo>
                    <a:pt x="0" y="137"/>
                  </a:lnTo>
                  <a:lnTo>
                    <a:pt x="0" y="140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7" y="141"/>
                  </a:lnTo>
                  <a:lnTo>
                    <a:pt x="7" y="141"/>
                  </a:lnTo>
                  <a:lnTo>
                    <a:pt x="76" y="109"/>
                  </a:lnTo>
                  <a:lnTo>
                    <a:pt x="142" y="77"/>
                  </a:lnTo>
                  <a:lnTo>
                    <a:pt x="210" y="45"/>
                  </a:lnTo>
                  <a:lnTo>
                    <a:pt x="243" y="28"/>
                  </a:lnTo>
                  <a:lnTo>
                    <a:pt x="276" y="10"/>
                  </a:lnTo>
                  <a:lnTo>
                    <a:pt x="276" y="10"/>
                  </a:lnTo>
                  <a:lnTo>
                    <a:pt x="278" y="9"/>
                  </a:lnTo>
                  <a:lnTo>
                    <a:pt x="278" y="6"/>
                  </a:lnTo>
                  <a:lnTo>
                    <a:pt x="278" y="2"/>
                  </a:lnTo>
                  <a:lnTo>
                    <a:pt x="274" y="0"/>
                  </a:lnTo>
                  <a:lnTo>
                    <a:pt x="273" y="0"/>
                  </a:lnTo>
                  <a:lnTo>
                    <a:pt x="270" y="0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5" name="Freeform 401"/>
            <p:cNvSpPr>
              <a:spLocks noEditPoints="1"/>
            </p:cNvSpPr>
            <p:nvPr/>
          </p:nvSpPr>
          <p:spPr bwMode="auto">
            <a:xfrm>
              <a:off x="5248276" y="1095376"/>
              <a:ext cx="727075" cy="561975"/>
            </a:xfrm>
            <a:custGeom>
              <a:avLst/>
              <a:gdLst/>
              <a:ahLst/>
              <a:cxnLst>
                <a:cxn ang="0">
                  <a:pos x="1801" y="361"/>
                </a:cxn>
                <a:cxn ang="0">
                  <a:pos x="1711" y="258"/>
                </a:cxn>
                <a:cxn ang="0">
                  <a:pos x="1610" y="119"/>
                </a:cxn>
                <a:cxn ang="0">
                  <a:pos x="1511" y="36"/>
                </a:cxn>
                <a:cxn ang="0">
                  <a:pos x="1477" y="7"/>
                </a:cxn>
                <a:cxn ang="0">
                  <a:pos x="1446" y="15"/>
                </a:cxn>
                <a:cxn ang="0">
                  <a:pos x="899" y="0"/>
                </a:cxn>
                <a:cxn ang="0">
                  <a:pos x="331" y="8"/>
                </a:cxn>
                <a:cxn ang="0">
                  <a:pos x="308" y="32"/>
                </a:cxn>
                <a:cxn ang="0">
                  <a:pos x="228" y="115"/>
                </a:cxn>
                <a:cxn ang="0">
                  <a:pos x="41" y="325"/>
                </a:cxn>
                <a:cxn ang="0">
                  <a:pos x="0" y="431"/>
                </a:cxn>
                <a:cxn ang="0">
                  <a:pos x="4" y="448"/>
                </a:cxn>
                <a:cxn ang="0">
                  <a:pos x="64" y="551"/>
                </a:cxn>
                <a:cxn ang="0">
                  <a:pos x="229" y="780"/>
                </a:cxn>
                <a:cxn ang="0">
                  <a:pos x="433" y="983"/>
                </a:cxn>
                <a:cxn ang="0">
                  <a:pos x="556" y="1103"/>
                </a:cxn>
                <a:cxn ang="0">
                  <a:pos x="729" y="1265"/>
                </a:cxn>
                <a:cxn ang="0">
                  <a:pos x="869" y="1377"/>
                </a:cxn>
                <a:cxn ang="0">
                  <a:pos x="914" y="1413"/>
                </a:cxn>
                <a:cxn ang="0">
                  <a:pos x="962" y="1400"/>
                </a:cxn>
                <a:cxn ang="0">
                  <a:pos x="1071" y="1317"/>
                </a:cxn>
                <a:cxn ang="0">
                  <a:pos x="1238" y="1188"/>
                </a:cxn>
                <a:cxn ang="0">
                  <a:pos x="1364" y="1054"/>
                </a:cxn>
                <a:cxn ang="0">
                  <a:pos x="1527" y="896"/>
                </a:cxn>
                <a:cxn ang="0">
                  <a:pos x="1677" y="741"/>
                </a:cxn>
                <a:cxn ang="0">
                  <a:pos x="1777" y="599"/>
                </a:cxn>
                <a:cxn ang="0">
                  <a:pos x="1825" y="518"/>
                </a:cxn>
                <a:cxn ang="0">
                  <a:pos x="1826" y="423"/>
                </a:cxn>
                <a:cxn ang="0">
                  <a:pos x="1756" y="547"/>
                </a:cxn>
                <a:cxn ang="0">
                  <a:pos x="1711" y="619"/>
                </a:cxn>
                <a:cxn ang="0">
                  <a:pos x="1541" y="819"/>
                </a:cxn>
                <a:cxn ang="0">
                  <a:pos x="1344" y="1009"/>
                </a:cxn>
                <a:cxn ang="0">
                  <a:pos x="1185" y="1173"/>
                </a:cxn>
                <a:cxn ang="0">
                  <a:pos x="980" y="1324"/>
                </a:cxn>
                <a:cxn ang="0">
                  <a:pos x="922" y="1355"/>
                </a:cxn>
                <a:cxn ang="0">
                  <a:pos x="911" y="1349"/>
                </a:cxn>
                <a:cxn ang="0">
                  <a:pos x="826" y="1286"/>
                </a:cxn>
                <a:cxn ang="0">
                  <a:pos x="699" y="1170"/>
                </a:cxn>
                <a:cxn ang="0">
                  <a:pos x="598" y="1075"/>
                </a:cxn>
                <a:cxn ang="0">
                  <a:pos x="530" y="1009"/>
                </a:cxn>
                <a:cxn ang="0">
                  <a:pos x="432" y="921"/>
                </a:cxn>
                <a:cxn ang="0">
                  <a:pos x="202" y="677"/>
                </a:cxn>
                <a:cxn ang="0">
                  <a:pos x="106" y="529"/>
                </a:cxn>
                <a:cxn ang="0">
                  <a:pos x="49" y="418"/>
                </a:cxn>
                <a:cxn ang="0">
                  <a:pos x="97" y="333"/>
                </a:cxn>
                <a:cxn ang="0">
                  <a:pos x="247" y="164"/>
                </a:cxn>
                <a:cxn ang="0">
                  <a:pos x="343" y="62"/>
                </a:cxn>
                <a:cxn ang="0">
                  <a:pos x="765" y="49"/>
                </a:cxn>
                <a:cxn ang="0">
                  <a:pos x="1316" y="58"/>
                </a:cxn>
                <a:cxn ang="0">
                  <a:pos x="1478" y="64"/>
                </a:cxn>
                <a:cxn ang="0">
                  <a:pos x="1586" y="163"/>
                </a:cxn>
                <a:cxn ang="0">
                  <a:pos x="1695" y="309"/>
                </a:cxn>
                <a:cxn ang="0">
                  <a:pos x="1765" y="389"/>
                </a:cxn>
                <a:cxn ang="0">
                  <a:pos x="1786" y="484"/>
                </a:cxn>
              </a:cxnLst>
              <a:rect l="0" t="0" r="r" b="b"/>
              <a:pathLst>
                <a:path w="1833" h="1415">
                  <a:moveTo>
                    <a:pt x="1812" y="374"/>
                  </a:moveTo>
                  <a:lnTo>
                    <a:pt x="1812" y="374"/>
                  </a:lnTo>
                  <a:lnTo>
                    <a:pt x="1808" y="367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795" y="351"/>
                  </a:lnTo>
                  <a:lnTo>
                    <a:pt x="1788" y="342"/>
                  </a:lnTo>
                  <a:lnTo>
                    <a:pt x="1773" y="322"/>
                  </a:lnTo>
                  <a:lnTo>
                    <a:pt x="1737" y="288"/>
                  </a:lnTo>
                  <a:lnTo>
                    <a:pt x="1737" y="288"/>
                  </a:lnTo>
                  <a:lnTo>
                    <a:pt x="1724" y="274"/>
                  </a:lnTo>
                  <a:lnTo>
                    <a:pt x="1711" y="258"/>
                  </a:lnTo>
                  <a:lnTo>
                    <a:pt x="1689" y="227"/>
                  </a:lnTo>
                  <a:lnTo>
                    <a:pt x="1668" y="193"/>
                  </a:lnTo>
                  <a:lnTo>
                    <a:pt x="1657" y="177"/>
                  </a:lnTo>
                  <a:lnTo>
                    <a:pt x="1646" y="161"/>
                  </a:lnTo>
                  <a:lnTo>
                    <a:pt x="1646" y="161"/>
                  </a:lnTo>
                  <a:lnTo>
                    <a:pt x="1629" y="140"/>
                  </a:lnTo>
                  <a:lnTo>
                    <a:pt x="1610" y="119"/>
                  </a:lnTo>
                  <a:lnTo>
                    <a:pt x="1591" y="100"/>
                  </a:lnTo>
                  <a:lnTo>
                    <a:pt x="1570" y="83"/>
                  </a:lnTo>
                  <a:lnTo>
                    <a:pt x="1570" y="83"/>
                  </a:lnTo>
                  <a:lnTo>
                    <a:pt x="1552" y="70"/>
                  </a:lnTo>
                  <a:lnTo>
                    <a:pt x="1531" y="53"/>
                  </a:lnTo>
                  <a:lnTo>
                    <a:pt x="1520" y="45"/>
                  </a:lnTo>
                  <a:lnTo>
                    <a:pt x="1511" y="36"/>
                  </a:lnTo>
                  <a:lnTo>
                    <a:pt x="1503" y="27"/>
                  </a:lnTo>
                  <a:lnTo>
                    <a:pt x="1497" y="19"/>
                  </a:lnTo>
                  <a:lnTo>
                    <a:pt x="1497" y="19"/>
                  </a:lnTo>
                  <a:lnTo>
                    <a:pt x="1494" y="13"/>
                  </a:lnTo>
                  <a:lnTo>
                    <a:pt x="1489" y="11"/>
                  </a:lnTo>
                  <a:lnTo>
                    <a:pt x="1484" y="8"/>
                  </a:lnTo>
                  <a:lnTo>
                    <a:pt x="1477" y="7"/>
                  </a:lnTo>
                  <a:lnTo>
                    <a:pt x="1463" y="7"/>
                  </a:lnTo>
                  <a:lnTo>
                    <a:pt x="1463" y="7"/>
                  </a:lnTo>
                  <a:lnTo>
                    <a:pt x="1457" y="8"/>
                  </a:lnTo>
                  <a:lnTo>
                    <a:pt x="1452" y="10"/>
                  </a:lnTo>
                  <a:lnTo>
                    <a:pt x="1448" y="12"/>
                  </a:lnTo>
                  <a:lnTo>
                    <a:pt x="1446" y="15"/>
                  </a:lnTo>
                  <a:lnTo>
                    <a:pt x="1446" y="15"/>
                  </a:lnTo>
                  <a:lnTo>
                    <a:pt x="1376" y="13"/>
                  </a:lnTo>
                  <a:lnTo>
                    <a:pt x="1308" y="12"/>
                  </a:lnTo>
                  <a:lnTo>
                    <a:pt x="1172" y="7"/>
                  </a:lnTo>
                  <a:lnTo>
                    <a:pt x="1036" y="2"/>
                  </a:lnTo>
                  <a:lnTo>
                    <a:pt x="967" y="0"/>
                  </a:lnTo>
                  <a:lnTo>
                    <a:pt x="899" y="0"/>
                  </a:lnTo>
                  <a:lnTo>
                    <a:pt x="899" y="0"/>
                  </a:lnTo>
                  <a:lnTo>
                    <a:pt x="832" y="0"/>
                  </a:lnTo>
                  <a:lnTo>
                    <a:pt x="765" y="3"/>
                  </a:lnTo>
                  <a:lnTo>
                    <a:pt x="699" y="6"/>
                  </a:lnTo>
                  <a:lnTo>
                    <a:pt x="632" y="7"/>
                  </a:lnTo>
                  <a:lnTo>
                    <a:pt x="335" y="7"/>
                  </a:lnTo>
                  <a:lnTo>
                    <a:pt x="335" y="7"/>
                  </a:lnTo>
                  <a:lnTo>
                    <a:pt x="331" y="8"/>
                  </a:lnTo>
                  <a:lnTo>
                    <a:pt x="327" y="8"/>
                  </a:lnTo>
                  <a:lnTo>
                    <a:pt x="321" y="13"/>
                  </a:lnTo>
                  <a:lnTo>
                    <a:pt x="321" y="13"/>
                  </a:lnTo>
                  <a:lnTo>
                    <a:pt x="318" y="16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08" y="32"/>
                  </a:lnTo>
                  <a:lnTo>
                    <a:pt x="298" y="45"/>
                  </a:lnTo>
                  <a:lnTo>
                    <a:pt x="288" y="58"/>
                  </a:lnTo>
                  <a:lnTo>
                    <a:pt x="275" y="70"/>
                  </a:lnTo>
                  <a:lnTo>
                    <a:pt x="251" y="92"/>
                  </a:lnTo>
                  <a:lnTo>
                    <a:pt x="238" y="104"/>
                  </a:lnTo>
                  <a:lnTo>
                    <a:pt x="228" y="115"/>
                  </a:lnTo>
                  <a:lnTo>
                    <a:pt x="228" y="115"/>
                  </a:lnTo>
                  <a:lnTo>
                    <a:pt x="171" y="177"/>
                  </a:lnTo>
                  <a:lnTo>
                    <a:pt x="114" y="236"/>
                  </a:lnTo>
                  <a:lnTo>
                    <a:pt x="114" y="236"/>
                  </a:lnTo>
                  <a:lnTo>
                    <a:pt x="96" y="255"/>
                  </a:lnTo>
                  <a:lnTo>
                    <a:pt x="77" y="278"/>
                  </a:lnTo>
                  <a:lnTo>
                    <a:pt x="59" y="301"/>
                  </a:lnTo>
                  <a:lnTo>
                    <a:pt x="41" y="325"/>
                  </a:lnTo>
                  <a:lnTo>
                    <a:pt x="26" y="351"/>
                  </a:lnTo>
                  <a:lnTo>
                    <a:pt x="20" y="364"/>
                  </a:lnTo>
                  <a:lnTo>
                    <a:pt x="13" y="377"/>
                  </a:lnTo>
                  <a:lnTo>
                    <a:pt x="8" y="390"/>
                  </a:lnTo>
                  <a:lnTo>
                    <a:pt x="5" y="403"/>
                  </a:lnTo>
                  <a:lnTo>
                    <a:pt x="3" y="4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3"/>
                  </a:lnTo>
                  <a:lnTo>
                    <a:pt x="0" y="436"/>
                  </a:lnTo>
                  <a:lnTo>
                    <a:pt x="0" y="436"/>
                  </a:lnTo>
                  <a:lnTo>
                    <a:pt x="1" y="442"/>
                  </a:lnTo>
                  <a:lnTo>
                    <a:pt x="4" y="448"/>
                  </a:lnTo>
                  <a:lnTo>
                    <a:pt x="4" y="448"/>
                  </a:lnTo>
                  <a:lnTo>
                    <a:pt x="8" y="462"/>
                  </a:lnTo>
                  <a:lnTo>
                    <a:pt x="15" y="475"/>
                  </a:lnTo>
                  <a:lnTo>
                    <a:pt x="22" y="490"/>
                  </a:lnTo>
                  <a:lnTo>
                    <a:pt x="30" y="503"/>
                  </a:lnTo>
                  <a:lnTo>
                    <a:pt x="47" y="527"/>
                  </a:lnTo>
                  <a:lnTo>
                    <a:pt x="64" y="551"/>
                  </a:lnTo>
                  <a:lnTo>
                    <a:pt x="64" y="551"/>
                  </a:lnTo>
                  <a:lnTo>
                    <a:pt x="90" y="590"/>
                  </a:lnTo>
                  <a:lnTo>
                    <a:pt x="115" y="629"/>
                  </a:lnTo>
                  <a:lnTo>
                    <a:pt x="141" y="667"/>
                  </a:lnTo>
                  <a:lnTo>
                    <a:pt x="169" y="705"/>
                  </a:lnTo>
                  <a:lnTo>
                    <a:pt x="169" y="705"/>
                  </a:lnTo>
                  <a:lnTo>
                    <a:pt x="198" y="743"/>
                  </a:lnTo>
                  <a:lnTo>
                    <a:pt x="229" y="780"/>
                  </a:lnTo>
                  <a:lnTo>
                    <a:pt x="260" y="816"/>
                  </a:lnTo>
                  <a:lnTo>
                    <a:pt x="293" y="850"/>
                  </a:lnTo>
                  <a:lnTo>
                    <a:pt x="327" y="886"/>
                  </a:lnTo>
                  <a:lnTo>
                    <a:pt x="362" y="918"/>
                  </a:lnTo>
                  <a:lnTo>
                    <a:pt x="398" y="951"/>
                  </a:lnTo>
                  <a:lnTo>
                    <a:pt x="433" y="983"/>
                  </a:lnTo>
                  <a:lnTo>
                    <a:pt x="433" y="983"/>
                  </a:lnTo>
                  <a:lnTo>
                    <a:pt x="449" y="998"/>
                  </a:lnTo>
                  <a:lnTo>
                    <a:pt x="465" y="1013"/>
                  </a:lnTo>
                  <a:lnTo>
                    <a:pt x="495" y="1044"/>
                  </a:lnTo>
                  <a:lnTo>
                    <a:pt x="525" y="1074"/>
                  </a:lnTo>
                  <a:lnTo>
                    <a:pt x="539" y="1090"/>
                  </a:lnTo>
                  <a:lnTo>
                    <a:pt x="556" y="1103"/>
                  </a:lnTo>
                  <a:lnTo>
                    <a:pt x="556" y="1103"/>
                  </a:lnTo>
                  <a:lnTo>
                    <a:pt x="593" y="1133"/>
                  </a:lnTo>
                  <a:lnTo>
                    <a:pt x="627" y="1164"/>
                  </a:lnTo>
                  <a:lnTo>
                    <a:pt x="661" y="1197"/>
                  </a:lnTo>
                  <a:lnTo>
                    <a:pt x="693" y="1231"/>
                  </a:lnTo>
                  <a:lnTo>
                    <a:pt x="693" y="1231"/>
                  </a:lnTo>
                  <a:lnTo>
                    <a:pt x="710" y="1248"/>
                  </a:lnTo>
                  <a:lnTo>
                    <a:pt x="729" y="1265"/>
                  </a:lnTo>
                  <a:lnTo>
                    <a:pt x="747" y="1281"/>
                  </a:lnTo>
                  <a:lnTo>
                    <a:pt x="765" y="1295"/>
                  </a:lnTo>
                  <a:lnTo>
                    <a:pt x="803" y="1324"/>
                  </a:lnTo>
                  <a:lnTo>
                    <a:pt x="841" y="1354"/>
                  </a:lnTo>
                  <a:lnTo>
                    <a:pt x="841" y="1354"/>
                  </a:lnTo>
                  <a:lnTo>
                    <a:pt x="853" y="1364"/>
                  </a:lnTo>
                  <a:lnTo>
                    <a:pt x="869" y="1377"/>
                  </a:lnTo>
                  <a:lnTo>
                    <a:pt x="884" y="1391"/>
                  </a:lnTo>
                  <a:lnTo>
                    <a:pt x="892" y="1396"/>
                  </a:lnTo>
                  <a:lnTo>
                    <a:pt x="900" y="1398"/>
                  </a:lnTo>
                  <a:lnTo>
                    <a:pt x="900" y="1398"/>
                  </a:lnTo>
                  <a:lnTo>
                    <a:pt x="904" y="1406"/>
                  </a:lnTo>
                  <a:lnTo>
                    <a:pt x="911" y="1411"/>
                  </a:lnTo>
                  <a:lnTo>
                    <a:pt x="914" y="1413"/>
                  </a:lnTo>
                  <a:lnTo>
                    <a:pt x="918" y="1414"/>
                  </a:lnTo>
                  <a:lnTo>
                    <a:pt x="922" y="1415"/>
                  </a:lnTo>
                  <a:lnTo>
                    <a:pt x="928" y="1414"/>
                  </a:lnTo>
                  <a:lnTo>
                    <a:pt x="928" y="1414"/>
                  </a:lnTo>
                  <a:lnTo>
                    <a:pt x="941" y="1411"/>
                  </a:lnTo>
                  <a:lnTo>
                    <a:pt x="951" y="1406"/>
                  </a:lnTo>
                  <a:lnTo>
                    <a:pt x="962" y="1400"/>
                  </a:lnTo>
                  <a:lnTo>
                    <a:pt x="972" y="1391"/>
                  </a:lnTo>
                  <a:lnTo>
                    <a:pt x="972" y="1391"/>
                  </a:lnTo>
                  <a:lnTo>
                    <a:pt x="996" y="1371"/>
                  </a:lnTo>
                  <a:lnTo>
                    <a:pt x="1020" y="1353"/>
                  </a:lnTo>
                  <a:lnTo>
                    <a:pt x="1045" y="1334"/>
                  </a:lnTo>
                  <a:lnTo>
                    <a:pt x="1071" y="1317"/>
                  </a:lnTo>
                  <a:lnTo>
                    <a:pt x="1071" y="1317"/>
                  </a:lnTo>
                  <a:lnTo>
                    <a:pt x="1092" y="1303"/>
                  </a:lnTo>
                  <a:lnTo>
                    <a:pt x="1115" y="1287"/>
                  </a:lnTo>
                  <a:lnTo>
                    <a:pt x="1155" y="1255"/>
                  </a:lnTo>
                  <a:lnTo>
                    <a:pt x="1196" y="1221"/>
                  </a:lnTo>
                  <a:lnTo>
                    <a:pt x="1217" y="1204"/>
                  </a:lnTo>
                  <a:lnTo>
                    <a:pt x="1238" y="1188"/>
                  </a:lnTo>
                  <a:lnTo>
                    <a:pt x="1238" y="1188"/>
                  </a:lnTo>
                  <a:lnTo>
                    <a:pt x="1256" y="1175"/>
                  </a:lnTo>
                  <a:lnTo>
                    <a:pt x="1273" y="1159"/>
                  </a:lnTo>
                  <a:lnTo>
                    <a:pt x="1289" y="1143"/>
                  </a:lnTo>
                  <a:lnTo>
                    <a:pt x="1304" y="1126"/>
                  </a:lnTo>
                  <a:lnTo>
                    <a:pt x="1336" y="1091"/>
                  </a:lnTo>
                  <a:lnTo>
                    <a:pt x="1364" y="1054"/>
                  </a:lnTo>
                  <a:lnTo>
                    <a:pt x="1364" y="1054"/>
                  </a:lnTo>
                  <a:lnTo>
                    <a:pt x="1379" y="1037"/>
                  </a:lnTo>
                  <a:lnTo>
                    <a:pt x="1395" y="1020"/>
                  </a:lnTo>
                  <a:lnTo>
                    <a:pt x="1426" y="990"/>
                  </a:lnTo>
                  <a:lnTo>
                    <a:pt x="1460" y="960"/>
                  </a:lnTo>
                  <a:lnTo>
                    <a:pt x="1494" y="929"/>
                  </a:lnTo>
                  <a:lnTo>
                    <a:pt x="1494" y="929"/>
                  </a:lnTo>
                  <a:lnTo>
                    <a:pt x="1527" y="896"/>
                  </a:lnTo>
                  <a:lnTo>
                    <a:pt x="1559" y="862"/>
                  </a:lnTo>
                  <a:lnTo>
                    <a:pt x="1592" y="830"/>
                  </a:lnTo>
                  <a:lnTo>
                    <a:pt x="1626" y="796"/>
                  </a:lnTo>
                  <a:lnTo>
                    <a:pt x="1626" y="796"/>
                  </a:lnTo>
                  <a:lnTo>
                    <a:pt x="1644" y="779"/>
                  </a:lnTo>
                  <a:lnTo>
                    <a:pt x="1661" y="759"/>
                  </a:lnTo>
                  <a:lnTo>
                    <a:pt x="1677" y="741"/>
                  </a:lnTo>
                  <a:lnTo>
                    <a:pt x="1691" y="720"/>
                  </a:lnTo>
                  <a:lnTo>
                    <a:pt x="1722" y="680"/>
                  </a:lnTo>
                  <a:lnTo>
                    <a:pt x="1752" y="640"/>
                  </a:lnTo>
                  <a:lnTo>
                    <a:pt x="1752" y="640"/>
                  </a:lnTo>
                  <a:lnTo>
                    <a:pt x="1761" y="627"/>
                  </a:lnTo>
                  <a:lnTo>
                    <a:pt x="1770" y="614"/>
                  </a:lnTo>
                  <a:lnTo>
                    <a:pt x="1777" y="599"/>
                  </a:lnTo>
                  <a:lnTo>
                    <a:pt x="1783" y="585"/>
                  </a:lnTo>
                  <a:lnTo>
                    <a:pt x="1783" y="585"/>
                  </a:lnTo>
                  <a:lnTo>
                    <a:pt x="1787" y="575"/>
                  </a:lnTo>
                  <a:lnTo>
                    <a:pt x="1794" y="565"/>
                  </a:lnTo>
                  <a:lnTo>
                    <a:pt x="1807" y="547"/>
                  </a:lnTo>
                  <a:lnTo>
                    <a:pt x="1818" y="527"/>
                  </a:lnTo>
                  <a:lnTo>
                    <a:pt x="1825" y="518"/>
                  </a:lnTo>
                  <a:lnTo>
                    <a:pt x="1829" y="507"/>
                  </a:lnTo>
                  <a:lnTo>
                    <a:pt x="1829" y="507"/>
                  </a:lnTo>
                  <a:lnTo>
                    <a:pt x="1831" y="491"/>
                  </a:lnTo>
                  <a:lnTo>
                    <a:pt x="1833" y="474"/>
                  </a:lnTo>
                  <a:lnTo>
                    <a:pt x="1833" y="457"/>
                  </a:lnTo>
                  <a:lnTo>
                    <a:pt x="1830" y="440"/>
                  </a:lnTo>
                  <a:lnTo>
                    <a:pt x="1826" y="423"/>
                  </a:lnTo>
                  <a:lnTo>
                    <a:pt x="1821" y="406"/>
                  </a:lnTo>
                  <a:lnTo>
                    <a:pt x="1812" y="374"/>
                  </a:lnTo>
                  <a:lnTo>
                    <a:pt x="1812" y="374"/>
                  </a:lnTo>
                  <a:close/>
                  <a:moveTo>
                    <a:pt x="1778" y="513"/>
                  </a:moveTo>
                  <a:lnTo>
                    <a:pt x="1778" y="513"/>
                  </a:lnTo>
                  <a:lnTo>
                    <a:pt x="1767" y="531"/>
                  </a:lnTo>
                  <a:lnTo>
                    <a:pt x="1756" y="547"/>
                  </a:lnTo>
                  <a:lnTo>
                    <a:pt x="1744" y="564"/>
                  </a:lnTo>
                  <a:lnTo>
                    <a:pt x="1739" y="572"/>
                  </a:lnTo>
                  <a:lnTo>
                    <a:pt x="1735" y="582"/>
                  </a:lnTo>
                  <a:lnTo>
                    <a:pt x="1735" y="582"/>
                  </a:lnTo>
                  <a:lnTo>
                    <a:pt x="1729" y="592"/>
                  </a:lnTo>
                  <a:lnTo>
                    <a:pt x="1724" y="601"/>
                  </a:lnTo>
                  <a:lnTo>
                    <a:pt x="1711" y="619"/>
                  </a:lnTo>
                  <a:lnTo>
                    <a:pt x="1684" y="656"/>
                  </a:lnTo>
                  <a:lnTo>
                    <a:pt x="1684" y="656"/>
                  </a:lnTo>
                  <a:lnTo>
                    <a:pt x="1657" y="690"/>
                  </a:lnTo>
                  <a:lnTo>
                    <a:pt x="1630" y="722"/>
                  </a:lnTo>
                  <a:lnTo>
                    <a:pt x="1601" y="755"/>
                  </a:lnTo>
                  <a:lnTo>
                    <a:pt x="1571" y="788"/>
                  </a:lnTo>
                  <a:lnTo>
                    <a:pt x="1541" y="819"/>
                  </a:lnTo>
                  <a:lnTo>
                    <a:pt x="1511" y="849"/>
                  </a:lnTo>
                  <a:lnTo>
                    <a:pt x="1448" y="909"/>
                  </a:lnTo>
                  <a:lnTo>
                    <a:pt x="1448" y="909"/>
                  </a:lnTo>
                  <a:lnTo>
                    <a:pt x="1395" y="958"/>
                  </a:lnTo>
                  <a:lnTo>
                    <a:pt x="1368" y="983"/>
                  </a:lnTo>
                  <a:lnTo>
                    <a:pt x="1344" y="1009"/>
                  </a:lnTo>
                  <a:lnTo>
                    <a:pt x="1344" y="1009"/>
                  </a:lnTo>
                  <a:lnTo>
                    <a:pt x="1313" y="1043"/>
                  </a:lnTo>
                  <a:lnTo>
                    <a:pt x="1285" y="1077"/>
                  </a:lnTo>
                  <a:lnTo>
                    <a:pt x="1256" y="1109"/>
                  </a:lnTo>
                  <a:lnTo>
                    <a:pt x="1240" y="1125"/>
                  </a:lnTo>
                  <a:lnTo>
                    <a:pt x="1225" y="1141"/>
                  </a:lnTo>
                  <a:lnTo>
                    <a:pt x="1225" y="1141"/>
                  </a:lnTo>
                  <a:lnTo>
                    <a:pt x="1185" y="1173"/>
                  </a:lnTo>
                  <a:lnTo>
                    <a:pt x="1146" y="1206"/>
                  </a:lnTo>
                  <a:lnTo>
                    <a:pt x="1065" y="1266"/>
                  </a:lnTo>
                  <a:lnTo>
                    <a:pt x="1065" y="1266"/>
                  </a:lnTo>
                  <a:lnTo>
                    <a:pt x="1044" y="1282"/>
                  </a:lnTo>
                  <a:lnTo>
                    <a:pt x="1023" y="1295"/>
                  </a:lnTo>
                  <a:lnTo>
                    <a:pt x="980" y="1324"/>
                  </a:lnTo>
                  <a:lnTo>
                    <a:pt x="980" y="1324"/>
                  </a:lnTo>
                  <a:lnTo>
                    <a:pt x="968" y="1333"/>
                  </a:lnTo>
                  <a:lnTo>
                    <a:pt x="956" y="1343"/>
                  </a:lnTo>
                  <a:lnTo>
                    <a:pt x="945" y="1354"/>
                  </a:lnTo>
                  <a:lnTo>
                    <a:pt x="931" y="1363"/>
                  </a:lnTo>
                  <a:lnTo>
                    <a:pt x="931" y="1363"/>
                  </a:lnTo>
                  <a:lnTo>
                    <a:pt x="928" y="1358"/>
                  </a:lnTo>
                  <a:lnTo>
                    <a:pt x="922" y="1355"/>
                  </a:lnTo>
                  <a:lnTo>
                    <a:pt x="916" y="1354"/>
                  </a:lnTo>
                  <a:lnTo>
                    <a:pt x="908" y="1355"/>
                  </a:lnTo>
                  <a:lnTo>
                    <a:pt x="908" y="1355"/>
                  </a:lnTo>
                  <a:lnTo>
                    <a:pt x="911" y="1354"/>
                  </a:lnTo>
                  <a:lnTo>
                    <a:pt x="912" y="1353"/>
                  </a:lnTo>
                  <a:lnTo>
                    <a:pt x="912" y="1350"/>
                  </a:lnTo>
                  <a:lnTo>
                    <a:pt x="911" y="1349"/>
                  </a:lnTo>
                  <a:lnTo>
                    <a:pt x="907" y="1343"/>
                  </a:lnTo>
                  <a:lnTo>
                    <a:pt x="901" y="1340"/>
                  </a:lnTo>
                  <a:lnTo>
                    <a:pt x="886" y="1329"/>
                  </a:lnTo>
                  <a:lnTo>
                    <a:pt x="874" y="1321"/>
                  </a:lnTo>
                  <a:lnTo>
                    <a:pt x="874" y="1321"/>
                  </a:lnTo>
                  <a:lnTo>
                    <a:pt x="850" y="1303"/>
                  </a:lnTo>
                  <a:lnTo>
                    <a:pt x="826" y="1286"/>
                  </a:lnTo>
                  <a:lnTo>
                    <a:pt x="826" y="1286"/>
                  </a:lnTo>
                  <a:lnTo>
                    <a:pt x="807" y="1274"/>
                  </a:lnTo>
                  <a:lnTo>
                    <a:pt x="790" y="1261"/>
                  </a:lnTo>
                  <a:lnTo>
                    <a:pt x="775" y="1247"/>
                  </a:lnTo>
                  <a:lnTo>
                    <a:pt x="759" y="1232"/>
                  </a:lnTo>
                  <a:lnTo>
                    <a:pt x="729" y="1202"/>
                  </a:lnTo>
                  <a:lnTo>
                    <a:pt x="699" y="1170"/>
                  </a:lnTo>
                  <a:lnTo>
                    <a:pt x="699" y="1170"/>
                  </a:lnTo>
                  <a:lnTo>
                    <a:pt x="676" y="1146"/>
                  </a:lnTo>
                  <a:lnTo>
                    <a:pt x="652" y="1120"/>
                  </a:lnTo>
                  <a:lnTo>
                    <a:pt x="638" y="1107"/>
                  </a:lnTo>
                  <a:lnTo>
                    <a:pt x="625" y="1095"/>
                  </a:lnTo>
                  <a:lnTo>
                    <a:pt x="612" y="1085"/>
                  </a:lnTo>
                  <a:lnTo>
                    <a:pt x="598" y="1075"/>
                  </a:lnTo>
                  <a:lnTo>
                    <a:pt x="598" y="1075"/>
                  </a:lnTo>
                  <a:lnTo>
                    <a:pt x="587" y="1069"/>
                  </a:lnTo>
                  <a:lnTo>
                    <a:pt x="578" y="1062"/>
                  </a:lnTo>
                  <a:lnTo>
                    <a:pt x="561" y="1045"/>
                  </a:lnTo>
                  <a:lnTo>
                    <a:pt x="546" y="1027"/>
                  </a:lnTo>
                  <a:lnTo>
                    <a:pt x="530" y="1009"/>
                  </a:lnTo>
                  <a:lnTo>
                    <a:pt x="530" y="1009"/>
                  </a:lnTo>
                  <a:lnTo>
                    <a:pt x="523" y="1000"/>
                  </a:lnTo>
                  <a:lnTo>
                    <a:pt x="516" y="993"/>
                  </a:lnTo>
                  <a:lnTo>
                    <a:pt x="500" y="979"/>
                  </a:lnTo>
                  <a:lnTo>
                    <a:pt x="482" y="964"/>
                  </a:lnTo>
                  <a:lnTo>
                    <a:pt x="466" y="951"/>
                  </a:lnTo>
                  <a:lnTo>
                    <a:pt x="466" y="951"/>
                  </a:lnTo>
                  <a:lnTo>
                    <a:pt x="432" y="921"/>
                  </a:lnTo>
                  <a:lnTo>
                    <a:pt x="399" y="890"/>
                  </a:lnTo>
                  <a:lnTo>
                    <a:pt x="366" y="858"/>
                  </a:lnTo>
                  <a:lnTo>
                    <a:pt x="335" y="826"/>
                  </a:lnTo>
                  <a:lnTo>
                    <a:pt x="275" y="759"/>
                  </a:lnTo>
                  <a:lnTo>
                    <a:pt x="215" y="691"/>
                  </a:lnTo>
                  <a:lnTo>
                    <a:pt x="215" y="691"/>
                  </a:lnTo>
                  <a:lnTo>
                    <a:pt x="202" y="677"/>
                  </a:lnTo>
                  <a:lnTo>
                    <a:pt x="190" y="661"/>
                  </a:lnTo>
                  <a:lnTo>
                    <a:pt x="166" y="628"/>
                  </a:lnTo>
                  <a:lnTo>
                    <a:pt x="145" y="594"/>
                  </a:lnTo>
                  <a:lnTo>
                    <a:pt x="127" y="559"/>
                  </a:lnTo>
                  <a:lnTo>
                    <a:pt x="127" y="559"/>
                  </a:lnTo>
                  <a:lnTo>
                    <a:pt x="118" y="543"/>
                  </a:lnTo>
                  <a:lnTo>
                    <a:pt x="106" y="529"/>
                  </a:lnTo>
                  <a:lnTo>
                    <a:pt x="83" y="497"/>
                  </a:lnTo>
                  <a:lnTo>
                    <a:pt x="71" y="482"/>
                  </a:lnTo>
                  <a:lnTo>
                    <a:pt x="60" y="466"/>
                  </a:lnTo>
                  <a:lnTo>
                    <a:pt x="52" y="449"/>
                  </a:lnTo>
                  <a:lnTo>
                    <a:pt x="46" y="432"/>
                  </a:lnTo>
                  <a:lnTo>
                    <a:pt x="46" y="432"/>
                  </a:lnTo>
                  <a:lnTo>
                    <a:pt x="49" y="418"/>
                  </a:lnTo>
                  <a:lnTo>
                    <a:pt x="51" y="404"/>
                  </a:lnTo>
                  <a:lnTo>
                    <a:pt x="56" y="391"/>
                  </a:lnTo>
                  <a:lnTo>
                    <a:pt x="63" y="380"/>
                  </a:lnTo>
                  <a:lnTo>
                    <a:pt x="71" y="368"/>
                  </a:lnTo>
                  <a:lnTo>
                    <a:pt x="79" y="356"/>
                  </a:lnTo>
                  <a:lnTo>
                    <a:pt x="97" y="333"/>
                  </a:lnTo>
                  <a:lnTo>
                    <a:pt x="97" y="333"/>
                  </a:lnTo>
                  <a:lnTo>
                    <a:pt x="120" y="302"/>
                  </a:lnTo>
                  <a:lnTo>
                    <a:pt x="145" y="272"/>
                  </a:lnTo>
                  <a:lnTo>
                    <a:pt x="171" y="245"/>
                  </a:lnTo>
                  <a:lnTo>
                    <a:pt x="199" y="216"/>
                  </a:lnTo>
                  <a:lnTo>
                    <a:pt x="199" y="216"/>
                  </a:lnTo>
                  <a:lnTo>
                    <a:pt x="224" y="191"/>
                  </a:lnTo>
                  <a:lnTo>
                    <a:pt x="247" y="164"/>
                  </a:lnTo>
                  <a:lnTo>
                    <a:pt x="270" y="138"/>
                  </a:lnTo>
                  <a:lnTo>
                    <a:pt x="294" y="112"/>
                  </a:lnTo>
                  <a:lnTo>
                    <a:pt x="294" y="112"/>
                  </a:lnTo>
                  <a:lnTo>
                    <a:pt x="315" y="91"/>
                  </a:lnTo>
                  <a:lnTo>
                    <a:pt x="336" y="71"/>
                  </a:lnTo>
                  <a:lnTo>
                    <a:pt x="336" y="71"/>
                  </a:lnTo>
                  <a:lnTo>
                    <a:pt x="343" y="62"/>
                  </a:lnTo>
                  <a:lnTo>
                    <a:pt x="345" y="57"/>
                  </a:lnTo>
                  <a:lnTo>
                    <a:pt x="345" y="54"/>
                  </a:lnTo>
                  <a:lnTo>
                    <a:pt x="343" y="53"/>
                  </a:lnTo>
                  <a:lnTo>
                    <a:pt x="632" y="53"/>
                  </a:lnTo>
                  <a:lnTo>
                    <a:pt x="632" y="53"/>
                  </a:lnTo>
                  <a:lnTo>
                    <a:pt x="699" y="51"/>
                  </a:lnTo>
                  <a:lnTo>
                    <a:pt x="765" y="49"/>
                  </a:lnTo>
                  <a:lnTo>
                    <a:pt x="832" y="46"/>
                  </a:lnTo>
                  <a:lnTo>
                    <a:pt x="899" y="45"/>
                  </a:lnTo>
                  <a:lnTo>
                    <a:pt x="899" y="45"/>
                  </a:lnTo>
                  <a:lnTo>
                    <a:pt x="968" y="46"/>
                  </a:lnTo>
                  <a:lnTo>
                    <a:pt x="1037" y="47"/>
                  </a:lnTo>
                  <a:lnTo>
                    <a:pt x="1176" y="53"/>
                  </a:lnTo>
                  <a:lnTo>
                    <a:pt x="1316" y="58"/>
                  </a:lnTo>
                  <a:lnTo>
                    <a:pt x="1385" y="61"/>
                  </a:lnTo>
                  <a:lnTo>
                    <a:pt x="1455" y="61"/>
                  </a:lnTo>
                  <a:lnTo>
                    <a:pt x="1455" y="61"/>
                  </a:lnTo>
                  <a:lnTo>
                    <a:pt x="1463" y="59"/>
                  </a:lnTo>
                  <a:lnTo>
                    <a:pt x="1468" y="57"/>
                  </a:lnTo>
                  <a:lnTo>
                    <a:pt x="1468" y="57"/>
                  </a:lnTo>
                  <a:lnTo>
                    <a:pt x="1478" y="64"/>
                  </a:lnTo>
                  <a:lnTo>
                    <a:pt x="1489" y="72"/>
                  </a:lnTo>
                  <a:lnTo>
                    <a:pt x="1489" y="72"/>
                  </a:lnTo>
                  <a:lnTo>
                    <a:pt x="1515" y="93"/>
                  </a:lnTo>
                  <a:lnTo>
                    <a:pt x="1540" y="114"/>
                  </a:lnTo>
                  <a:lnTo>
                    <a:pt x="1563" y="138"/>
                  </a:lnTo>
                  <a:lnTo>
                    <a:pt x="1586" y="163"/>
                  </a:lnTo>
                  <a:lnTo>
                    <a:pt x="1586" y="163"/>
                  </a:lnTo>
                  <a:lnTo>
                    <a:pt x="1609" y="191"/>
                  </a:lnTo>
                  <a:lnTo>
                    <a:pt x="1633" y="221"/>
                  </a:lnTo>
                  <a:lnTo>
                    <a:pt x="1654" y="251"/>
                  </a:lnTo>
                  <a:lnTo>
                    <a:pt x="1674" y="283"/>
                  </a:lnTo>
                  <a:lnTo>
                    <a:pt x="1674" y="283"/>
                  </a:lnTo>
                  <a:lnTo>
                    <a:pt x="1685" y="296"/>
                  </a:lnTo>
                  <a:lnTo>
                    <a:pt x="1695" y="309"/>
                  </a:lnTo>
                  <a:lnTo>
                    <a:pt x="1720" y="333"/>
                  </a:lnTo>
                  <a:lnTo>
                    <a:pt x="1732" y="344"/>
                  </a:lnTo>
                  <a:lnTo>
                    <a:pt x="1744" y="357"/>
                  </a:lnTo>
                  <a:lnTo>
                    <a:pt x="1753" y="370"/>
                  </a:lnTo>
                  <a:lnTo>
                    <a:pt x="1762" y="384"/>
                  </a:lnTo>
                  <a:lnTo>
                    <a:pt x="1762" y="384"/>
                  </a:lnTo>
                  <a:lnTo>
                    <a:pt x="1765" y="389"/>
                  </a:lnTo>
                  <a:lnTo>
                    <a:pt x="1770" y="393"/>
                  </a:lnTo>
                  <a:lnTo>
                    <a:pt x="1770" y="393"/>
                  </a:lnTo>
                  <a:lnTo>
                    <a:pt x="1778" y="421"/>
                  </a:lnTo>
                  <a:lnTo>
                    <a:pt x="1782" y="437"/>
                  </a:lnTo>
                  <a:lnTo>
                    <a:pt x="1784" y="453"/>
                  </a:lnTo>
                  <a:lnTo>
                    <a:pt x="1786" y="469"/>
                  </a:lnTo>
                  <a:lnTo>
                    <a:pt x="1786" y="484"/>
                  </a:lnTo>
                  <a:lnTo>
                    <a:pt x="1783" y="500"/>
                  </a:lnTo>
                  <a:lnTo>
                    <a:pt x="1778" y="513"/>
                  </a:lnTo>
                  <a:lnTo>
                    <a:pt x="1778" y="51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6" name="Freeform 402"/>
            <p:cNvSpPr/>
            <p:nvPr/>
          </p:nvSpPr>
          <p:spPr bwMode="auto">
            <a:xfrm>
              <a:off x="5257801" y="1255713"/>
              <a:ext cx="703263" cy="26988"/>
            </a:xfrm>
            <a:custGeom>
              <a:avLst/>
              <a:gdLst/>
              <a:ahLst/>
              <a:cxnLst>
                <a:cxn ang="0">
                  <a:pos x="1763" y="29"/>
                </a:cxn>
                <a:cxn ang="0">
                  <a:pos x="1744" y="21"/>
                </a:cxn>
                <a:cxn ang="0">
                  <a:pos x="1720" y="18"/>
                </a:cxn>
                <a:cxn ang="0">
                  <a:pos x="1673" y="20"/>
                </a:cxn>
                <a:cxn ang="0">
                  <a:pos x="1592" y="22"/>
                </a:cxn>
                <a:cxn ang="0">
                  <a:pos x="1510" y="22"/>
                </a:cxn>
                <a:cxn ang="0">
                  <a:pos x="1451" y="21"/>
                </a:cxn>
                <a:cxn ang="0">
                  <a:pos x="1332" y="13"/>
                </a:cxn>
                <a:cxn ang="0">
                  <a:pos x="1273" y="12"/>
                </a:cxn>
                <a:cxn ang="0">
                  <a:pos x="1145" y="15"/>
                </a:cxn>
                <a:cxn ang="0">
                  <a:pos x="1016" y="16"/>
                </a:cxn>
                <a:cxn ang="0">
                  <a:pos x="769" y="13"/>
                </a:cxn>
                <a:cxn ang="0">
                  <a:pos x="273" y="3"/>
                </a:cxn>
                <a:cxn ang="0">
                  <a:pos x="26" y="0"/>
                </a:cxn>
                <a:cxn ang="0">
                  <a:pos x="20" y="0"/>
                </a:cxn>
                <a:cxn ang="0">
                  <a:pos x="10" y="4"/>
                </a:cxn>
                <a:cxn ang="0">
                  <a:pos x="4" y="11"/>
                </a:cxn>
                <a:cxn ang="0">
                  <a:pos x="0" y="18"/>
                </a:cxn>
                <a:cxn ang="0">
                  <a:pos x="0" y="28"/>
                </a:cxn>
                <a:cxn ang="0">
                  <a:pos x="4" y="35"/>
                </a:cxn>
                <a:cxn ang="0">
                  <a:pos x="10" y="42"/>
                </a:cxn>
                <a:cxn ang="0">
                  <a:pos x="20" y="45"/>
                </a:cxn>
                <a:cxn ang="0">
                  <a:pos x="26" y="46"/>
                </a:cxn>
                <a:cxn ang="0">
                  <a:pos x="256" y="49"/>
                </a:cxn>
                <a:cxn ang="0">
                  <a:pos x="717" y="59"/>
                </a:cxn>
                <a:cxn ang="0">
                  <a:pos x="947" y="60"/>
                </a:cxn>
                <a:cxn ang="0">
                  <a:pos x="1009" y="60"/>
                </a:cxn>
                <a:cxn ang="0">
                  <a:pos x="1196" y="55"/>
                </a:cxn>
                <a:cxn ang="0">
                  <a:pos x="1320" y="56"/>
                </a:cxn>
                <a:cxn ang="0">
                  <a:pos x="1413" y="62"/>
                </a:cxn>
                <a:cxn ang="0">
                  <a:pos x="1443" y="66"/>
                </a:cxn>
                <a:cxn ang="0">
                  <a:pos x="1527" y="69"/>
                </a:cxn>
                <a:cxn ang="0">
                  <a:pos x="1610" y="68"/>
                </a:cxn>
                <a:cxn ang="0">
                  <a:pos x="1673" y="66"/>
                </a:cxn>
                <a:cxn ang="0">
                  <a:pos x="1707" y="67"/>
                </a:cxn>
                <a:cxn ang="0">
                  <a:pos x="1727" y="64"/>
                </a:cxn>
                <a:cxn ang="0">
                  <a:pos x="1725" y="62"/>
                </a:cxn>
                <a:cxn ang="0">
                  <a:pos x="1731" y="66"/>
                </a:cxn>
                <a:cxn ang="0">
                  <a:pos x="1741" y="68"/>
                </a:cxn>
                <a:cxn ang="0">
                  <a:pos x="1750" y="68"/>
                </a:cxn>
                <a:cxn ang="0">
                  <a:pos x="1763" y="62"/>
                </a:cxn>
                <a:cxn ang="0">
                  <a:pos x="1770" y="50"/>
                </a:cxn>
                <a:cxn ang="0">
                  <a:pos x="1771" y="42"/>
                </a:cxn>
                <a:cxn ang="0">
                  <a:pos x="1767" y="34"/>
                </a:cxn>
                <a:cxn ang="0">
                  <a:pos x="1763" y="29"/>
                </a:cxn>
              </a:cxnLst>
              <a:rect l="0" t="0" r="r" b="b"/>
              <a:pathLst>
                <a:path w="1771" h="69">
                  <a:moveTo>
                    <a:pt x="1763" y="29"/>
                  </a:moveTo>
                  <a:lnTo>
                    <a:pt x="1763" y="29"/>
                  </a:lnTo>
                  <a:lnTo>
                    <a:pt x="1754" y="24"/>
                  </a:lnTo>
                  <a:lnTo>
                    <a:pt x="1744" y="21"/>
                  </a:lnTo>
                  <a:lnTo>
                    <a:pt x="1732" y="18"/>
                  </a:lnTo>
                  <a:lnTo>
                    <a:pt x="1720" y="18"/>
                  </a:lnTo>
                  <a:lnTo>
                    <a:pt x="1695" y="18"/>
                  </a:lnTo>
                  <a:lnTo>
                    <a:pt x="1673" y="20"/>
                  </a:lnTo>
                  <a:lnTo>
                    <a:pt x="1673" y="20"/>
                  </a:lnTo>
                  <a:lnTo>
                    <a:pt x="1592" y="22"/>
                  </a:lnTo>
                  <a:lnTo>
                    <a:pt x="1510" y="22"/>
                  </a:lnTo>
                  <a:lnTo>
                    <a:pt x="1510" y="22"/>
                  </a:lnTo>
                  <a:lnTo>
                    <a:pt x="1481" y="22"/>
                  </a:lnTo>
                  <a:lnTo>
                    <a:pt x="1451" y="21"/>
                  </a:lnTo>
                  <a:lnTo>
                    <a:pt x="1392" y="17"/>
                  </a:lnTo>
                  <a:lnTo>
                    <a:pt x="1332" y="13"/>
                  </a:lnTo>
                  <a:lnTo>
                    <a:pt x="1303" y="12"/>
                  </a:lnTo>
                  <a:lnTo>
                    <a:pt x="1273" y="12"/>
                  </a:lnTo>
                  <a:lnTo>
                    <a:pt x="1273" y="12"/>
                  </a:lnTo>
                  <a:lnTo>
                    <a:pt x="1145" y="15"/>
                  </a:lnTo>
                  <a:lnTo>
                    <a:pt x="1016" y="16"/>
                  </a:lnTo>
                  <a:lnTo>
                    <a:pt x="1016" y="16"/>
                  </a:lnTo>
                  <a:lnTo>
                    <a:pt x="893" y="15"/>
                  </a:lnTo>
                  <a:lnTo>
                    <a:pt x="769" y="13"/>
                  </a:lnTo>
                  <a:lnTo>
                    <a:pt x="521" y="8"/>
                  </a:lnTo>
                  <a:lnTo>
                    <a:pt x="273" y="3"/>
                  </a:lnTo>
                  <a:lnTo>
                    <a:pt x="149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14" y="1"/>
                  </a:lnTo>
                  <a:lnTo>
                    <a:pt x="10" y="4"/>
                  </a:lnTo>
                  <a:lnTo>
                    <a:pt x="7" y="7"/>
                  </a:lnTo>
                  <a:lnTo>
                    <a:pt x="4" y="11"/>
                  </a:lnTo>
                  <a:lnTo>
                    <a:pt x="1" y="15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1" y="32"/>
                  </a:lnTo>
                  <a:lnTo>
                    <a:pt x="4" y="35"/>
                  </a:lnTo>
                  <a:lnTo>
                    <a:pt x="7" y="38"/>
                  </a:lnTo>
                  <a:lnTo>
                    <a:pt x="10" y="42"/>
                  </a:lnTo>
                  <a:lnTo>
                    <a:pt x="14" y="43"/>
                  </a:lnTo>
                  <a:lnTo>
                    <a:pt x="20" y="45"/>
                  </a:lnTo>
                  <a:lnTo>
                    <a:pt x="26" y="46"/>
                  </a:lnTo>
                  <a:lnTo>
                    <a:pt x="26" y="46"/>
                  </a:lnTo>
                  <a:lnTo>
                    <a:pt x="141" y="46"/>
                  </a:lnTo>
                  <a:lnTo>
                    <a:pt x="256" y="49"/>
                  </a:lnTo>
                  <a:lnTo>
                    <a:pt x="487" y="54"/>
                  </a:lnTo>
                  <a:lnTo>
                    <a:pt x="717" y="59"/>
                  </a:lnTo>
                  <a:lnTo>
                    <a:pt x="832" y="60"/>
                  </a:lnTo>
                  <a:lnTo>
                    <a:pt x="947" y="60"/>
                  </a:lnTo>
                  <a:lnTo>
                    <a:pt x="947" y="60"/>
                  </a:lnTo>
                  <a:lnTo>
                    <a:pt x="1009" y="60"/>
                  </a:lnTo>
                  <a:lnTo>
                    <a:pt x="1071" y="59"/>
                  </a:lnTo>
                  <a:lnTo>
                    <a:pt x="1196" y="55"/>
                  </a:lnTo>
                  <a:lnTo>
                    <a:pt x="1258" y="55"/>
                  </a:lnTo>
                  <a:lnTo>
                    <a:pt x="1320" y="56"/>
                  </a:lnTo>
                  <a:lnTo>
                    <a:pt x="1381" y="59"/>
                  </a:lnTo>
                  <a:lnTo>
                    <a:pt x="1413" y="62"/>
                  </a:lnTo>
                  <a:lnTo>
                    <a:pt x="1443" y="66"/>
                  </a:lnTo>
                  <a:lnTo>
                    <a:pt x="1443" y="66"/>
                  </a:lnTo>
                  <a:lnTo>
                    <a:pt x="1485" y="68"/>
                  </a:lnTo>
                  <a:lnTo>
                    <a:pt x="1527" y="69"/>
                  </a:lnTo>
                  <a:lnTo>
                    <a:pt x="1568" y="69"/>
                  </a:lnTo>
                  <a:lnTo>
                    <a:pt x="1610" y="68"/>
                  </a:lnTo>
                  <a:lnTo>
                    <a:pt x="1610" y="68"/>
                  </a:lnTo>
                  <a:lnTo>
                    <a:pt x="1673" y="66"/>
                  </a:lnTo>
                  <a:lnTo>
                    <a:pt x="1673" y="66"/>
                  </a:lnTo>
                  <a:lnTo>
                    <a:pt x="1707" y="67"/>
                  </a:lnTo>
                  <a:lnTo>
                    <a:pt x="1723" y="66"/>
                  </a:lnTo>
                  <a:lnTo>
                    <a:pt x="1727" y="64"/>
                  </a:lnTo>
                  <a:lnTo>
                    <a:pt x="1727" y="63"/>
                  </a:lnTo>
                  <a:lnTo>
                    <a:pt x="1725" y="62"/>
                  </a:lnTo>
                  <a:lnTo>
                    <a:pt x="1725" y="62"/>
                  </a:lnTo>
                  <a:lnTo>
                    <a:pt x="1731" y="66"/>
                  </a:lnTo>
                  <a:lnTo>
                    <a:pt x="1736" y="67"/>
                  </a:lnTo>
                  <a:lnTo>
                    <a:pt x="1741" y="68"/>
                  </a:lnTo>
                  <a:lnTo>
                    <a:pt x="1745" y="68"/>
                  </a:lnTo>
                  <a:lnTo>
                    <a:pt x="1750" y="68"/>
                  </a:lnTo>
                  <a:lnTo>
                    <a:pt x="1755" y="66"/>
                  </a:lnTo>
                  <a:lnTo>
                    <a:pt x="1763" y="62"/>
                  </a:lnTo>
                  <a:lnTo>
                    <a:pt x="1769" y="54"/>
                  </a:lnTo>
                  <a:lnTo>
                    <a:pt x="1770" y="50"/>
                  </a:lnTo>
                  <a:lnTo>
                    <a:pt x="1771" y="46"/>
                  </a:lnTo>
                  <a:lnTo>
                    <a:pt x="1771" y="42"/>
                  </a:lnTo>
                  <a:lnTo>
                    <a:pt x="1770" y="38"/>
                  </a:lnTo>
                  <a:lnTo>
                    <a:pt x="1767" y="34"/>
                  </a:lnTo>
                  <a:lnTo>
                    <a:pt x="1763" y="29"/>
                  </a:lnTo>
                  <a:lnTo>
                    <a:pt x="1763" y="2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7" name="Freeform 403"/>
            <p:cNvSpPr/>
            <p:nvPr/>
          </p:nvSpPr>
          <p:spPr bwMode="auto">
            <a:xfrm>
              <a:off x="5435601" y="1260476"/>
              <a:ext cx="180975" cy="381000"/>
            </a:xfrm>
            <a:custGeom>
              <a:avLst/>
              <a:gdLst/>
              <a:ahLst/>
              <a:cxnLst>
                <a:cxn ang="0">
                  <a:pos x="454" y="924"/>
                </a:cxn>
                <a:cxn ang="0">
                  <a:pos x="432" y="877"/>
                </a:cxn>
                <a:cxn ang="0">
                  <a:pos x="394" y="782"/>
                </a:cxn>
                <a:cxn ang="0">
                  <a:pos x="373" y="735"/>
                </a:cxn>
                <a:cxn ang="0">
                  <a:pos x="343" y="672"/>
                </a:cxn>
                <a:cxn ang="0">
                  <a:pos x="245" y="488"/>
                </a:cxn>
                <a:cxn ang="0">
                  <a:pos x="232" y="464"/>
                </a:cxn>
                <a:cxn ang="0">
                  <a:pos x="187" y="395"/>
                </a:cxn>
                <a:cxn ang="0">
                  <a:pos x="160" y="348"/>
                </a:cxn>
                <a:cxn ang="0">
                  <a:pos x="135" y="298"/>
                </a:cxn>
                <a:cxn ang="0">
                  <a:pos x="122" y="264"/>
                </a:cxn>
                <a:cxn ang="0">
                  <a:pos x="100" y="193"/>
                </a:cxn>
                <a:cxn ang="0">
                  <a:pos x="87" y="158"/>
                </a:cxn>
                <a:cxn ang="0">
                  <a:pos x="62" y="91"/>
                </a:cxn>
                <a:cxn ang="0">
                  <a:pos x="51" y="57"/>
                </a:cxn>
                <a:cxn ang="0">
                  <a:pos x="46" y="22"/>
                </a:cxn>
                <a:cxn ang="0">
                  <a:pos x="45" y="17"/>
                </a:cxn>
                <a:cxn ang="0">
                  <a:pos x="41" y="9"/>
                </a:cxn>
                <a:cxn ang="0">
                  <a:pos x="34" y="4"/>
                </a:cxn>
                <a:cxn ang="0">
                  <a:pos x="23" y="0"/>
                </a:cxn>
                <a:cxn ang="0">
                  <a:pos x="10" y="4"/>
                </a:cxn>
                <a:cxn ang="0">
                  <a:pos x="4" y="9"/>
                </a:cxn>
                <a:cxn ang="0">
                  <a:pos x="0" y="17"/>
                </a:cxn>
                <a:cxn ang="0">
                  <a:pos x="0" y="22"/>
                </a:cxn>
                <a:cxn ang="0">
                  <a:pos x="4" y="52"/>
                </a:cxn>
                <a:cxn ang="0">
                  <a:pos x="19" y="108"/>
                </a:cxn>
                <a:cxn ang="0">
                  <a:pos x="29" y="136"/>
                </a:cxn>
                <a:cxn ang="0">
                  <a:pos x="51" y="199"/>
                </a:cxn>
                <a:cxn ang="0">
                  <a:pos x="71" y="261"/>
                </a:cxn>
                <a:cxn ang="0">
                  <a:pos x="81" y="289"/>
                </a:cxn>
                <a:cxn ang="0">
                  <a:pos x="118" y="369"/>
                </a:cxn>
                <a:cxn ang="0">
                  <a:pos x="126" y="383"/>
                </a:cxn>
                <a:cxn ang="0">
                  <a:pos x="152" y="422"/>
                </a:cxn>
                <a:cxn ang="0">
                  <a:pos x="178" y="462"/>
                </a:cxn>
                <a:cxn ang="0">
                  <a:pos x="186" y="475"/>
                </a:cxn>
                <a:cxn ang="0">
                  <a:pos x="220" y="539"/>
                </a:cxn>
                <a:cxn ang="0">
                  <a:pos x="254" y="601"/>
                </a:cxn>
                <a:cxn ang="0">
                  <a:pos x="269" y="635"/>
                </a:cxn>
                <a:cxn ang="0">
                  <a:pos x="291" y="690"/>
                </a:cxn>
                <a:cxn ang="0">
                  <a:pos x="309" y="724"/>
                </a:cxn>
                <a:cxn ang="0">
                  <a:pos x="320" y="739"/>
                </a:cxn>
                <a:cxn ang="0">
                  <a:pos x="333" y="758"/>
                </a:cxn>
                <a:cxn ang="0">
                  <a:pos x="339" y="781"/>
                </a:cxn>
                <a:cxn ang="0">
                  <a:pos x="351" y="812"/>
                </a:cxn>
                <a:cxn ang="0">
                  <a:pos x="356" y="821"/>
                </a:cxn>
                <a:cxn ang="0">
                  <a:pos x="373" y="851"/>
                </a:cxn>
                <a:cxn ang="0">
                  <a:pos x="388" y="883"/>
                </a:cxn>
                <a:cxn ang="0">
                  <a:pos x="407" y="931"/>
                </a:cxn>
                <a:cxn ang="0">
                  <a:pos x="415" y="947"/>
                </a:cxn>
                <a:cxn ang="0">
                  <a:pos x="420" y="955"/>
                </a:cxn>
                <a:cxn ang="0">
                  <a:pos x="428" y="958"/>
                </a:cxn>
                <a:cxn ang="0">
                  <a:pos x="437" y="958"/>
                </a:cxn>
                <a:cxn ang="0">
                  <a:pos x="452" y="949"/>
                </a:cxn>
                <a:cxn ang="0">
                  <a:pos x="456" y="941"/>
                </a:cxn>
                <a:cxn ang="0">
                  <a:pos x="457" y="934"/>
                </a:cxn>
                <a:cxn ang="0">
                  <a:pos x="454" y="924"/>
                </a:cxn>
              </a:cxnLst>
              <a:rect l="0" t="0" r="r" b="b"/>
              <a:pathLst>
                <a:path w="457" h="958">
                  <a:moveTo>
                    <a:pt x="454" y="924"/>
                  </a:moveTo>
                  <a:lnTo>
                    <a:pt x="454" y="924"/>
                  </a:lnTo>
                  <a:lnTo>
                    <a:pt x="442" y="901"/>
                  </a:lnTo>
                  <a:lnTo>
                    <a:pt x="432" y="877"/>
                  </a:lnTo>
                  <a:lnTo>
                    <a:pt x="412" y="830"/>
                  </a:lnTo>
                  <a:lnTo>
                    <a:pt x="394" y="782"/>
                  </a:lnTo>
                  <a:lnTo>
                    <a:pt x="384" y="758"/>
                  </a:lnTo>
                  <a:lnTo>
                    <a:pt x="373" y="735"/>
                  </a:lnTo>
                  <a:lnTo>
                    <a:pt x="373" y="735"/>
                  </a:lnTo>
                  <a:lnTo>
                    <a:pt x="343" y="672"/>
                  </a:lnTo>
                  <a:lnTo>
                    <a:pt x="310" y="611"/>
                  </a:lnTo>
                  <a:lnTo>
                    <a:pt x="245" y="488"/>
                  </a:lnTo>
                  <a:lnTo>
                    <a:pt x="245" y="488"/>
                  </a:lnTo>
                  <a:lnTo>
                    <a:pt x="232" y="464"/>
                  </a:lnTo>
                  <a:lnTo>
                    <a:pt x="217" y="441"/>
                  </a:lnTo>
                  <a:lnTo>
                    <a:pt x="187" y="395"/>
                  </a:lnTo>
                  <a:lnTo>
                    <a:pt x="173" y="371"/>
                  </a:lnTo>
                  <a:lnTo>
                    <a:pt x="160" y="348"/>
                  </a:lnTo>
                  <a:lnTo>
                    <a:pt x="147" y="324"/>
                  </a:lnTo>
                  <a:lnTo>
                    <a:pt x="135" y="298"/>
                  </a:lnTo>
                  <a:lnTo>
                    <a:pt x="135" y="298"/>
                  </a:lnTo>
                  <a:lnTo>
                    <a:pt x="122" y="264"/>
                  </a:lnTo>
                  <a:lnTo>
                    <a:pt x="110" y="229"/>
                  </a:lnTo>
                  <a:lnTo>
                    <a:pt x="100" y="193"/>
                  </a:lnTo>
                  <a:lnTo>
                    <a:pt x="87" y="158"/>
                  </a:lnTo>
                  <a:lnTo>
                    <a:pt x="87" y="158"/>
                  </a:lnTo>
                  <a:lnTo>
                    <a:pt x="74" y="125"/>
                  </a:lnTo>
                  <a:lnTo>
                    <a:pt x="62" y="91"/>
                  </a:lnTo>
                  <a:lnTo>
                    <a:pt x="55" y="74"/>
                  </a:lnTo>
                  <a:lnTo>
                    <a:pt x="51" y="57"/>
                  </a:lnTo>
                  <a:lnTo>
                    <a:pt x="47" y="40"/>
                  </a:lnTo>
                  <a:lnTo>
                    <a:pt x="46" y="22"/>
                  </a:lnTo>
                  <a:lnTo>
                    <a:pt x="46" y="22"/>
                  </a:lnTo>
                  <a:lnTo>
                    <a:pt x="45" y="17"/>
                  </a:lnTo>
                  <a:lnTo>
                    <a:pt x="44" y="13"/>
                  </a:lnTo>
                  <a:lnTo>
                    <a:pt x="41" y="9"/>
                  </a:lnTo>
                  <a:lnTo>
                    <a:pt x="38" y="5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3" y="0"/>
                  </a:lnTo>
                  <a:lnTo>
                    <a:pt x="13" y="1"/>
                  </a:lnTo>
                  <a:lnTo>
                    <a:pt x="10" y="4"/>
                  </a:lnTo>
                  <a:lnTo>
                    <a:pt x="7" y="5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36"/>
                  </a:lnTo>
                  <a:lnTo>
                    <a:pt x="4" y="52"/>
                  </a:lnTo>
                  <a:lnTo>
                    <a:pt x="10" y="80"/>
                  </a:lnTo>
                  <a:lnTo>
                    <a:pt x="19" y="108"/>
                  </a:lnTo>
                  <a:lnTo>
                    <a:pt x="29" y="136"/>
                  </a:lnTo>
                  <a:lnTo>
                    <a:pt x="29" y="136"/>
                  </a:lnTo>
                  <a:lnTo>
                    <a:pt x="41" y="167"/>
                  </a:lnTo>
                  <a:lnTo>
                    <a:pt x="51" y="199"/>
                  </a:lnTo>
                  <a:lnTo>
                    <a:pt x="61" y="230"/>
                  </a:lnTo>
                  <a:lnTo>
                    <a:pt x="71" y="261"/>
                  </a:lnTo>
                  <a:lnTo>
                    <a:pt x="71" y="261"/>
                  </a:lnTo>
                  <a:lnTo>
                    <a:pt x="81" y="289"/>
                  </a:lnTo>
                  <a:lnTo>
                    <a:pt x="93" y="315"/>
                  </a:lnTo>
                  <a:lnTo>
                    <a:pt x="118" y="369"/>
                  </a:lnTo>
                  <a:lnTo>
                    <a:pt x="118" y="369"/>
                  </a:lnTo>
                  <a:lnTo>
                    <a:pt x="126" y="383"/>
                  </a:lnTo>
                  <a:lnTo>
                    <a:pt x="134" y="396"/>
                  </a:lnTo>
                  <a:lnTo>
                    <a:pt x="152" y="422"/>
                  </a:lnTo>
                  <a:lnTo>
                    <a:pt x="170" y="448"/>
                  </a:lnTo>
                  <a:lnTo>
                    <a:pt x="178" y="462"/>
                  </a:lnTo>
                  <a:lnTo>
                    <a:pt x="186" y="475"/>
                  </a:lnTo>
                  <a:lnTo>
                    <a:pt x="186" y="475"/>
                  </a:lnTo>
                  <a:lnTo>
                    <a:pt x="202" y="507"/>
                  </a:lnTo>
                  <a:lnTo>
                    <a:pt x="220" y="539"/>
                  </a:lnTo>
                  <a:lnTo>
                    <a:pt x="254" y="601"/>
                  </a:lnTo>
                  <a:lnTo>
                    <a:pt x="254" y="601"/>
                  </a:lnTo>
                  <a:lnTo>
                    <a:pt x="262" y="617"/>
                  </a:lnTo>
                  <a:lnTo>
                    <a:pt x="269" y="635"/>
                  </a:lnTo>
                  <a:lnTo>
                    <a:pt x="283" y="672"/>
                  </a:lnTo>
                  <a:lnTo>
                    <a:pt x="291" y="690"/>
                  </a:lnTo>
                  <a:lnTo>
                    <a:pt x="300" y="709"/>
                  </a:lnTo>
                  <a:lnTo>
                    <a:pt x="309" y="724"/>
                  </a:lnTo>
                  <a:lnTo>
                    <a:pt x="320" y="739"/>
                  </a:lnTo>
                  <a:lnTo>
                    <a:pt x="320" y="739"/>
                  </a:lnTo>
                  <a:lnTo>
                    <a:pt x="326" y="748"/>
                  </a:lnTo>
                  <a:lnTo>
                    <a:pt x="333" y="758"/>
                  </a:lnTo>
                  <a:lnTo>
                    <a:pt x="337" y="770"/>
                  </a:lnTo>
                  <a:lnTo>
                    <a:pt x="339" y="781"/>
                  </a:lnTo>
                  <a:lnTo>
                    <a:pt x="346" y="802"/>
                  </a:lnTo>
                  <a:lnTo>
                    <a:pt x="351" y="812"/>
                  </a:lnTo>
                  <a:lnTo>
                    <a:pt x="356" y="821"/>
                  </a:lnTo>
                  <a:lnTo>
                    <a:pt x="356" y="821"/>
                  </a:lnTo>
                  <a:lnTo>
                    <a:pt x="365" y="836"/>
                  </a:lnTo>
                  <a:lnTo>
                    <a:pt x="373" y="851"/>
                  </a:lnTo>
                  <a:lnTo>
                    <a:pt x="381" y="867"/>
                  </a:lnTo>
                  <a:lnTo>
                    <a:pt x="388" y="883"/>
                  </a:lnTo>
                  <a:lnTo>
                    <a:pt x="399" y="915"/>
                  </a:lnTo>
                  <a:lnTo>
                    <a:pt x="407" y="931"/>
                  </a:lnTo>
                  <a:lnTo>
                    <a:pt x="415" y="947"/>
                  </a:lnTo>
                  <a:lnTo>
                    <a:pt x="415" y="947"/>
                  </a:lnTo>
                  <a:lnTo>
                    <a:pt x="418" y="951"/>
                  </a:lnTo>
                  <a:lnTo>
                    <a:pt x="420" y="955"/>
                  </a:lnTo>
                  <a:lnTo>
                    <a:pt x="424" y="957"/>
                  </a:lnTo>
                  <a:lnTo>
                    <a:pt x="428" y="958"/>
                  </a:lnTo>
                  <a:lnTo>
                    <a:pt x="433" y="958"/>
                  </a:lnTo>
                  <a:lnTo>
                    <a:pt x="437" y="958"/>
                  </a:lnTo>
                  <a:lnTo>
                    <a:pt x="445" y="955"/>
                  </a:lnTo>
                  <a:lnTo>
                    <a:pt x="452" y="949"/>
                  </a:lnTo>
                  <a:lnTo>
                    <a:pt x="454" y="945"/>
                  </a:lnTo>
                  <a:lnTo>
                    <a:pt x="456" y="941"/>
                  </a:lnTo>
                  <a:lnTo>
                    <a:pt x="457" y="938"/>
                  </a:lnTo>
                  <a:lnTo>
                    <a:pt x="457" y="934"/>
                  </a:lnTo>
                  <a:lnTo>
                    <a:pt x="456" y="928"/>
                  </a:lnTo>
                  <a:lnTo>
                    <a:pt x="454" y="924"/>
                  </a:lnTo>
                  <a:lnTo>
                    <a:pt x="454" y="92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8" name="Freeform 404"/>
            <p:cNvSpPr/>
            <p:nvPr/>
          </p:nvSpPr>
          <p:spPr bwMode="auto">
            <a:xfrm>
              <a:off x="5607051" y="1260476"/>
              <a:ext cx="146050" cy="387350"/>
            </a:xfrm>
            <a:custGeom>
              <a:avLst/>
              <a:gdLst/>
              <a:ahLst/>
              <a:cxnLst>
                <a:cxn ang="0">
                  <a:pos x="321" y="22"/>
                </a:cxn>
                <a:cxn ang="0">
                  <a:pos x="310" y="85"/>
                </a:cxn>
                <a:cxn ang="0">
                  <a:pos x="292" y="148"/>
                </a:cxn>
                <a:cxn ang="0">
                  <a:pos x="249" y="271"/>
                </a:cxn>
                <a:cxn ang="0">
                  <a:pos x="229" y="333"/>
                </a:cxn>
                <a:cxn ang="0">
                  <a:pos x="189" y="458"/>
                </a:cxn>
                <a:cxn ang="0">
                  <a:pos x="173" y="520"/>
                </a:cxn>
                <a:cxn ang="0">
                  <a:pos x="166" y="553"/>
                </a:cxn>
                <a:cxn ang="0">
                  <a:pos x="148" y="617"/>
                </a:cxn>
                <a:cxn ang="0">
                  <a:pos x="126" y="680"/>
                </a:cxn>
                <a:cxn ang="0">
                  <a:pos x="98" y="741"/>
                </a:cxn>
                <a:cxn ang="0">
                  <a:pos x="84" y="771"/>
                </a:cxn>
                <a:cxn ang="0">
                  <a:pos x="59" y="812"/>
                </a:cxn>
                <a:cxn ang="0">
                  <a:pos x="30" y="856"/>
                </a:cxn>
                <a:cxn ang="0">
                  <a:pos x="12" y="893"/>
                </a:cxn>
                <a:cxn ang="0">
                  <a:pos x="4" y="917"/>
                </a:cxn>
                <a:cxn ang="0">
                  <a:pos x="0" y="939"/>
                </a:cxn>
                <a:cxn ang="0">
                  <a:pos x="2" y="951"/>
                </a:cxn>
                <a:cxn ang="0">
                  <a:pos x="4" y="960"/>
                </a:cxn>
                <a:cxn ang="0">
                  <a:pos x="11" y="968"/>
                </a:cxn>
                <a:cxn ang="0">
                  <a:pos x="26" y="973"/>
                </a:cxn>
                <a:cxn ang="0">
                  <a:pos x="38" y="969"/>
                </a:cxn>
                <a:cxn ang="0">
                  <a:pos x="45" y="964"/>
                </a:cxn>
                <a:cxn ang="0">
                  <a:pos x="47" y="956"/>
                </a:cxn>
                <a:cxn ang="0">
                  <a:pos x="47" y="951"/>
                </a:cxn>
                <a:cxn ang="0">
                  <a:pos x="50" y="928"/>
                </a:cxn>
                <a:cxn ang="0">
                  <a:pos x="59" y="905"/>
                </a:cxn>
                <a:cxn ang="0">
                  <a:pos x="84" y="862"/>
                </a:cxn>
                <a:cxn ang="0">
                  <a:pos x="119" y="802"/>
                </a:cxn>
                <a:cxn ang="0">
                  <a:pos x="151" y="739"/>
                </a:cxn>
                <a:cxn ang="0">
                  <a:pos x="164" y="713"/>
                </a:cxn>
                <a:cxn ang="0">
                  <a:pos x="185" y="658"/>
                </a:cxn>
                <a:cxn ang="0">
                  <a:pos x="202" y="601"/>
                </a:cxn>
                <a:cxn ang="0">
                  <a:pos x="221" y="515"/>
                </a:cxn>
                <a:cxn ang="0">
                  <a:pos x="229" y="484"/>
                </a:cxn>
                <a:cxn ang="0">
                  <a:pos x="246" y="421"/>
                </a:cxn>
                <a:cxn ang="0">
                  <a:pos x="278" y="328"/>
                </a:cxn>
                <a:cxn ang="0">
                  <a:pos x="299" y="265"/>
                </a:cxn>
                <a:cxn ang="0">
                  <a:pos x="339" y="145"/>
                </a:cxn>
                <a:cxn ang="0">
                  <a:pos x="357" y="84"/>
                </a:cxn>
                <a:cxn ang="0">
                  <a:pos x="367" y="22"/>
                </a:cxn>
                <a:cxn ang="0">
                  <a:pos x="367" y="17"/>
                </a:cxn>
                <a:cxn ang="0">
                  <a:pos x="364" y="9"/>
                </a:cxn>
                <a:cxn ang="0">
                  <a:pos x="357" y="4"/>
                </a:cxn>
                <a:cxn ang="0">
                  <a:pos x="346" y="0"/>
                </a:cxn>
                <a:cxn ang="0">
                  <a:pos x="333" y="4"/>
                </a:cxn>
                <a:cxn ang="0">
                  <a:pos x="326" y="9"/>
                </a:cxn>
                <a:cxn ang="0">
                  <a:pos x="322" y="17"/>
                </a:cxn>
                <a:cxn ang="0">
                  <a:pos x="321" y="22"/>
                </a:cxn>
              </a:cxnLst>
              <a:rect l="0" t="0" r="r" b="b"/>
              <a:pathLst>
                <a:path w="367" h="973">
                  <a:moveTo>
                    <a:pt x="321" y="22"/>
                  </a:moveTo>
                  <a:lnTo>
                    <a:pt x="321" y="22"/>
                  </a:lnTo>
                  <a:lnTo>
                    <a:pt x="317" y="53"/>
                  </a:lnTo>
                  <a:lnTo>
                    <a:pt x="310" y="85"/>
                  </a:lnTo>
                  <a:lnTo>
                    <a:pt x="302" y="116"/>
                  </a:lnTo>
                  <a:lnTo>
                    <a:pt x="292" y="148"/>
                  </a:lnTo>
                  <a:lnTo>
                    <a:pt x="270" y="210"/>
                  </a:lnTo>
                  <a:lnTo>
                    <a:pt x="249" y="271"/>
                  </a:lnTo>
                  <a:lnTo>
                    <a:pt x="249" y="271"/>
                  </a:lnTo>
                  <a:lnTo>
                    <a:pt x="229" y="333"/>
                  </a:lnTo>
                  <a:lnTo>
                    <a:pt x="208" y="395"/>
                  </a:lnTo>
                  <a:lnTo>
                    <a:pt x="189" y="458"/>
                  </a:lnTo>
                  <a:lnTo>
                    <a:pt x="181" y="489"/>
                  </a:lnTo>
                  <a:lnTo>
                    <a:pt x="173" y="520"/>
                  </a:lnTo>
                  <a:lnTo>
                    <a:pt x="173" y="520"/>
                  </a:lnTo>
                  <a:lnTo>
                    <a:pt x="166" y="553"/>
                  </a:lnTo>
                  <a:lnTo>
                    <a:pt x="157" y="586"/>
                  </a:lnTo>
                  <a:lnTo>
                    <a:pt x="148" y="617"/>
                  </a:lnTo>
                  <a:lnTo>
                    <a:pt x="138" y="650"/>
                  </a:lnTo>
                  <a:lnTo>
                    <a:pt x="126" y="680"/>
                  </a:lnTo>
                  <a:lnTo>
                    <a:pt x="113" y="711"/>
                  </a:lnTo>
                  <a:lnTo>
                    <a:pt x="98" y="741"/>
                  </a:lnTo>
                  <a:lnTo>
                    <a:pt x="84" y="771"/>
                  </a:lnTo>
                  <a:lnTo>
                    <a:pt x="84" y="771"/>
                  </a:lnTo>
                  <a:lnTo>
                    <a:pt x="72" y="791"/>
                  </a:lnTo>
                  <a:lnTo>
                    <a:pt x="59" y="812"/>
                  </a:lnTo>
                  <a:lnTo>
                    <a:pt x="45" y="834"/>
                  </a:lnTo>
                  <a:lnTo>
                    <a:pt x="30" y="856"/>
                  </a:lnTo>
                  <a:lnTo>
                    <a:pt x="17" y="880"/>
                  </a:lnTo>
                  <a:lnTo>
                    <a:pt x="12" y="893"/>
                  </a:lnTo>
                  <a:lnTo>
                    <a:pt x="8" y="905"/>
                  </a:lnTo>
                  <a:lnTo>
                    <a:pt x="4" y="917"/>
                  </a:lnTo>
                  <a:lnTo>
                    <a:pt x="2" y="928"/>
                  </a:lnTo>
                  <a:lnTo>
                    <a:pt x="0" y="939"/>
                  </a:lnTo>
                  <a:lnTo>
                    <a:pt x="2" y="951"/>
                  </a:lnTo>
                  <a:lnTo>
                    <a:pt x="2" y="951"/>
                  </a:lnTo>
                  <a:lnTo>
                    <a:pt x="3" y="956"/>
                  </a:lnTo>
                  <a:lnTo>
                    <a:pt x="4" y="960"/>
                  </a:lnTo>
                  <a:lnTo>
                    <a:pt x="7" y="964"/>
                  </a:lnTo>
                  <a:lnTo>
                    <a:pt x="11" y="968"/>
                  </a:lnTo>
                  <a:lnTo>
                    <a:pt x="17" y="972"/>
                  </a:lnTo>
                  <a:lnTo>
                    <a:pt x="26" y="973"/>
                  </a:lnTo>
                  <a:lnTo>
                    <a:pt x="34" y="972"/>
                  </a:lnTo>
                  <a:lnTo>
                    <a:pt x="38" y="969"/>
                  </a:lnTo>
                  <a:lnTo>
                    <a:pt x="42" y="968"/>
                  </a:lnTo>
                  <a:lnTo>
                    <a:pt x="45" y="964"/>
                  </a:lnTo>
                  <a:lnTo>
                    <a:pt x="46" y="960"/>
                  </a:lnTo>
                  <a:lnTo>
                    <a:pt x="47" y="956"/>
                  </a:lnTo>
                  <a:lnTo>
                    <a:pt x="47" y="951"/>
                  </a:lnTo>
                  <a:lnTo>
                    <a:pt x="47" y="951"/>
                  </a:lnTo>
                  <a:lnTo>
                    <a:pt x="47" y="940"/>
                  </a:lnTo>
                  <a:lnTo>
                    <a:pt x="50" y="928"/>
                  </a:lnTo>
                  <a:lnTo>
                    <a:pt x="54" y="917"/>
                  </a:lnTo>
                  <a:lnTo>
                    <a:pt x="59" y="905"/>
                  </a:lnTo>
                  <a:lnTo>
                    <a:pt x="72" y="881"/>
                  </a:lnTo>
                  <a:lnTo>
                    <a:pt x="84" y="862"/>
                  </a:lnTo>
                  <a:lnTo>
                    <a:pt x="84" y="862"/>
                  </a:lnTo>
                  <a:lnTo>
                    <a:pt x="119" y="802"/>
                  </a:lnTo>
                  <a:lnTo>
                    <a:pt x="135" y="770"/>
                  </a:lnTo>
                  <a:lnTo>
                    <a:pt x="151" y="739"/>
                  </a:lnTo>
                  <a:lnTo>
                    <a:pt x="151" y="739"/>
                  </a:lnTo>
                  <a:lnTo>
                    <a:pt x="164" y="713"/>
                  </a:lnTo>
                  <a:lnTo>
                    <a:pt x="174" y="685"/>
                  </a:lnTo>
                  <a:lnTo>
                    <a:pt x="185" y="658"/>
                  </a:lnTo>
                  <a:lnTo>
                    <a:pt x="193" y="629"/>
                  </a:lnTo>
                  <a:lnTo>
                    <a:pt x="202" y="601"/>
                  </a:lnTo>
                  <a:lnTo>
                    <a:pt x="208" y="573"/>
                  </a:lnTo>
                  <a:lnTo>
                    <a:pt x="221" y="515"/>
                  </a:lnTo>
                  <a:lnTo>
                    <a:pt x="221" y="515"/>
                  </a:lnTo>
                  <a:lnTo>
                    <a:pt x="229" y="484"/>
                  </a:lnTo>
                  <a:lnTo>
                    <a:pt x="237" y="452"/>
                  </a:lnTo>
                  <a:lnTo>
                    <a:pt x="246" y="421"/>
                  </a:lnTo>
                  <a:lnTo>
                    <a:pt x="257" y="390"/>
                  </a:lnTo>
                  <a:lnTo>
                    <a:pt x="278" y="328"/>
                  </a:lnTo>
                  <a:lnTo>
                    <a:pt x="299" y="265"/>
                  </a:lnTo>
                  <a:lnTo>
                    <a:pt x="299" y="265"/>
                  </a:lnTo>
                  <a:lnTo>
                    <a:pt x="320" y="207"/>
                  </a:lnTo>
                  <a:lnTo>
                    <a:pt x="339" y="145"/>
                  </a:lnTo>
                  <a:lnTo>
                    <a:pt x="350" y="115"/>
                  </a:lnTo>
                  <a:lnTo>
                    <a:pt x="357" y="84"/>
                  </a:lnTo>
                  <a:lnTo>
                    <a:pt x="363" y="53"/>
                  </a:lnTo>
                  <a:lnTo>
                    <a:pt x="367" y="22"/>
                  </a:lnTo>
                  <a:lnTo>
                    <a:pt x="367" y="22"/>
                  </a:lnTo>
                  <a:lnTo>
                    <a:pt x="367" y="17"/>
                  </a:lnTo>
                  <a:lnTo>
                    <a:pt x="365" y="13"/>
                  </a:lnTo>
                  <a:lnTo>
                    <a:pt x="364" y="9"/>
                  </a:lnTo>
                  <a:lnTo>
                    <a:pt x="361" y="5"/>
                  </a:lnTo>
                  <a:lnTo>
                    <a:pt x="357" y="4"/>
                  </a:lnTo>
                  <a:lnTo>
                    <a:pt x="354" y="1"/>
                  </a:lnTo>
                  <a:lnTo>
                    <a:pt x="346" y="0"/>
                  </a:lnTo>
                  <a:lnTo>
                    <a:pt x="337" y="1"/>
                  </a:lnTo>
                  <a:lnTo>
                    <a:pt x="333" y="4"/>
                  </a:lnTo>
                  <a:lnTo>
                    <a:pt x="330" y="5"/>
                  </a:lnTo>
                  <a:lnTo>
                    <a:pt x="326" y="9"/>
                  </a:lnTo>
                  <a:lnTo>
                    <a:pt x="323" y="13"/>
                  </a:lnTo>
                  <a:lnTo>
                    <a:pt x="322" y="17"/>
                  </a:lnTo>
                  <a:lnTo>
                    <a:pt x="321" y="22"/>
                  </a:lnTo>
                  <a:lnTo>
                    <a:pt x="321" y="2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9" name="Freeform 405"/>
            <p:cNvSpPr/>
            <p:nvPr/>
          </p:nvSpPr>
          <p:spPr bwMode="auto">
            <a:xfrm>
              <a:off x="5372101" y="1096963"/>
              <a:ext cx="247650" cy="176213"/>
            </a:xfrm>
            <a:custGeom>
              <a:avLst/>
              <a:gdLst/>
              <a:ahLst/>
              <a:cxnLst>
                <a:cxn ang="0">
                  <a:pos x="586" y="6"/>
                </a:cxn>
                <a:cxn ang="0">
                  <a:pos x="529" y="63"/>
                </a:cxn>
                <a:cxn ang="0">
                  <a:pos x="407" y="169"/>
                </a:cxn>
                <a:cxn ang="0">
                  <a:pos x="346" y="220"/>
                </a:cxn>
                <a:cxn ang="0">
                  <a:pos x="321" y="243"/>
                </a:cxn>
                <a:cxn ang="0">
                  <a:pos x="276" y="293"/>
                </a:cxn>
                <a:cxn ang="0">
                  <a:pos x="253" y="316"/>
                </a:cxn>
                <a:cxn ang="0">
                  <a:pos x="241" y="328"/>
                </a:cxn>
                <a:cxn ang="0">
                  <a:pos x="210" y="367"/>
                </a:cxn>
                <a:cxn ang="0">
                  <a:pos x="198" y="379"/>
                </a:cxn>
                <a:cxn ang="0">
                  <a:pos x="186" y="390"/>
                </a:cxn>
                <a:cxn ang="0">
                  <a:pos x="180" y="384"/>
                </a:cxn>
                <a:cxn ang="0">
                  <a:pos x="169" y="341"/>
                </a:cxn>
                <a:cxn ang="0">
                  <a:pos x="146" y="256"/>
                </a:cxn>
                <a:cxn ang="0">
                  <a:pos x="131" y="216"/>
                </a:cxn>
                <a:cxn ang="0">
                  <a:pos x="92" y="115"/>
                </a:cxn>
                <a:cxn ang="0">
                  <a:pos x="70" y="64"/>
                </a:cxn>
                <a:cxn ang="0">
                  <a:pos x="44" y="20"/>
                </a:cxn>
                <a:cxn ang="0">
                  <a:pos x="41" y="16"/>
                </a:cxn>
                <a:cxn ang="0">
                  <a:pos x="33" y="10"/>
                </a:cxn>
                <a:cxn ang="0">
                  <a:pos x="24" y="9"/>
                </a:cxn>
                <a:cxn ang="0">
                  <a:pos x="12" y="13"/>
                </a:cxn>
                <a:cxn ang="0">
                  <a:pos x="3" y="21"/>
                </a:cxn>
                <a:cxn ang="0">
                  <a:pos x="0" y="29"/>
                </a:cxn>
                <a:cxn ang="0">
                  <a:pos x="2" y="38"/>
                </a:cxn>
                <a:cxn ang="0">
                  <a:pos x="4" y="42"/>
                </a:cxn>
                <a:cxn ang="0">
                  <a:pos x="28" y="84"/>
                </a:cxn>
                <a:cxn ang="0">
                  <a:pos x="45" y="128"/>
                </a:cxn>
                <a:cxn ang="0">
                  <a:pos x="71" y="196"/>
                </a:cxn>
                <a:cxn ang="0">
                  <a:pos x="82" y="217"/>
                </a:cxn>
                <a:cxn ang="0">
                  <a:pos x="102" y="264"/>
                </a:cxn>
                <a:cxn ang="0">
                  <a:pos x="117" y="315"/>
                </a:cxn>
                <a:cxn ang="0">
                  <a:pos x="139" y="417"/>
                </a:cxn>
                <a:cxn ang="0">
                  <a:pos x="142" y="422"/>
                </a:cxn>
                <a:cxn ang="0">
                  <a:pos x="148" y="430"/>
                </a:cxn>
                <a:cxn ang="0">
                  <a:pos x="157" y="434"/>
                </a:cxn>
                <a:cxn ang="0">
                  <a:pos x="168" y="433"/>
                </a:cxn>
                <a:cxn ang="0">
                  <a:pos x="173" y="430"/>
                </a:cxn>
                <a:cxn ang="0">
                  <a:pos x="181" y="438"/>
                </a:cxn>
                <a:cxn ang="0">
                  <a:pos x="191" y="442"/>
                </a:cxn>
                <a:cxn ang="0">
                  <a:pos x="203" y="439"/>
                </a:cxn>
                <a:cxn ang="0">
                  <a:pos x="211" y="430"/>
                </a:cxn>
                <a:cxn ang="0">
                  <a:pos x="215" y="425"/>
                </a:cxn>
                <a:cxn ang="0">
                  <a:pos x="231" y="408"/>
                </a:cxn>
                <a:cxn ang="0">
                  <a:pos x="252" y="387"/>
                </a:cxn>
                <a:cxn ang="0">
                  <a:pos x="274" y="361"/>
                </a:cxn>
                <a:cxn ang="0">
                  <a:pos x="299" y="336"/>
                </a:cxn>
                <a:cxn ang="0">
                  <a:pos x="312" y="326"/>
                </a:cxn>
                <a:cxn ang="0">
                  <a:pos x="344" y="289"/>
                </a:cxn>
                <a:cxn ang="0">
                  <a:pos x="378" y="252"/>
                </a:cxn>
                <a:cxn ang="0">
                  <a:pos x="392" y="241"/>
                </a:cxn>
                <a:cxn ang="0">
                  <a:pos x="508" y="142"/>
                </a:cxn>
                <a:cxn ang="0">
                  <a:pos x="619" y="39"/>
                </a:cxn>
                <a:cxn ang="0">
                  <a:pos x="622" y="35"/>
                </a:cxn>
                <a:cxn ang="0">
                  <a:pos x="626" y="27"/>
                </a:cxn>
                <a:cxn ang="0">
                  <a:pos x="624" y="18"/>
                </a:cxn>
                <a:cxn ang="0">
                  <a:pos x="619" y="8"/>
                </a:cxn>
                <a:cxn ang="0">
                  <a:pos x="607" y="1"/>
                </a:cxn>
                <a:cxn ang="0">
                  <a:pos x="600" y="0"/>
                </a:cxn>
                <a:cxn ang="0">
                  <a:pos x="590" y="4"/>
                </a:cxn>
                <a:cxn ang="0">
                  <a:pos x="586" y="6"/>
                </a:cxn>
              </a:cxnLst>
              <a:rect l="0" t="0" r="r" b="b"/>
              <a:pathLst>
                <a:path w="626" h="442">
                  <a:moveTo>
                    <a:pt x="586" y="6"/>
                  </a:moveTo>
                  <a:lnTo>
                    <a:pt x="586" y="6"/>
                  </a:lnTo>
                  <a:lnTo>
                    <a:pt x="558" y="35"/>
                  </a:lnTo>
                  <a:lnTo>
                    <a:pt x="529" y="63"/>
                  </a:lnTo>
                  <a:lnTo>
                    <a:pt x="469" y="116"/>
                  </a:lnTo>
                  <a:lnTo>
                    <a:pt x="407" y="169"/>
                  </a:lnTo>
                  <a:lnTo>
                    <a:pt x="346" y="220"/>
                  </a:lnTo>
                  <a:lnTo>
                    <a:pt x="346" y="220"/>
                  </a:lnTo>
                  <a:lnTo>
                    <a:pt x="333" y="231"/>
                  </a:lnTo>
                  <a:lnTo>
                    <a:pt x="321" y="243"/>
                  </a:lnTo>
                  <a:lnTo>
                    <a:pt x="299" y="268"/>
                  </a:lnTo>
                  <a:lnTo>
                    <a:pt x="276" y="293"/>
                  </a:lnTo>
                  <a:lnTo>
                    <a:pt x="265" y="305"/>
                  </a:lnTo>
                  <a:lnTo>
                    <a:pt x="253" y="316"/>
                  </a:lnTo>
                  <a:lnTo>
                    <a:pt x="253" y="316"/>
                  </a:lnTo>
                  <a:lnTo>
                    <a:pt x="241" y="328"/>
                  </a:lnTo>
                  <a:lnTo>
                    <a:pt x="231" y="341"/>
                  </a:lnTo>
                  <a:lnTo>
                    <a:pt x="210" y="367"/>
                  </a:lnTo>
                  <a:lnTo>
                    <a:pt x="210" y="367"/>
                  </a:lnTo>
                  <a:lnTo>
                    <a:pt x="198" y="379"/>
                  </a:lnTo>
                  <a:lnTo>
                    <a:pt x="186" y="390"/>
                  </a:lnTo>
                  <a:lnTo>
                    <a:pt x="186" y="390"/>
                  </a:lnTo>
                  <a:lnTo>
                    <a:pt x="184" y="387"/>
                  </a:lnTo>
                  <a:lnTo>
                    <a:pt x="180" y="384"/>
                  </a:lnTo>
                  <a:lnTo>
                    <a:pt x="180" y="384"/>
                  </a:lnTo>
                  <a:lnTo>
                    <a:pt x="169" y="341"/>
                  </a:lnTo>
                  <a:lnTo>
                    <a:pt x="159" y="298"/>
                  </a:lnTo>
                  <a:lnTo>
                    <a:pt x="146" y="256"/>
                  </a:lnTo>
                  <a:lnTo>
                    <a:pt x="131" y="216"/>
                  </a:lnTo>
                  <a:lnTo>
                    <a:pt x="131" y="216"/>
                  </a:lnTo>
                  <a:lnTo>
                    <a:pt x="112" y="166"/>
                  </a:lnTo>
                  <a:lnTo>
                    <a:pt x="92" y="115"/>
                  </a:lnTo>
                  <a:lnTo>
                    <a:pt x="82" y="89"/>
                  </a:lnTo>
                  <a:lnTo>
                    <a:pt x="70" y="64"/>
                  </a:lnTo>
                  <a:lnTo>
                    <a:pt x="58" y="40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1" y="16"/>
                  </a:lnTo>
                  <a:lnTo>
                    <a:pt x="37" y="12"/>
                  </a:lnTo>
                  <a:lnTo>
                    <a:pt x="33" y="10"/>
                  </a:lnTo>
                  <a:lnTo>
                    <a:pt x="28" y="9"/>
                  </a:lnTo>
                  <a:lnTo>
                    <a:pt x="24" y="9"/>
                  </a:lnTo>
                  <a:lnTo>
                    <a:pt x="20" y="9"/>
                  </a:lnTo>
                  <a:lnTo>
                    <a:pt x="12" y="13"/>
                  </a:lnTo>
                  <a:lnTo>
                    <a:pt x="6" y="18"/>
                  </a:lnTo>
                  <a:lnTo>
                    <a:pt x="3" y="21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34"/>
                  </a:lnTo>
                  <a:lnTo>
                    <a:pt x="2" y="38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17" y="63"/>
                  </a:lnTo>
                  <a:lnTo>
                    <a:pt x="28" y="84"/>
                  </a:lnTo>
                  <a:lnTo>
                    <a:pt x="37" y="106"/>
                  </a:lnTo>
                  <a:lnTo>
                    <a:pt x="45" y="128"/>
                  </a:lnTo>
                  <a:lnTo>
                    <a:pt x="62" y="174"/>
                  </a:lnTo>
                  <a:lnTo>
                    <a:pt x="71" y="196"/>
                  </a:lnTo>
                  <a:lnTo>
                    <a:pt x="82" y="217"/>
                  </a:lnTo>
                  <a:lnTo>
                    <a:pt x="82" y="217"/>
                  </a:lnTo>
                  <a:lnTo>
                    <a:pt x="92" y="239"/>
                  </a:lnTo>
                  <a:lnTo>
                    <a:pt x="102" y="264"/>
                  </a:lnTo>
                  <a:lnTo>
                    <a:pt x="110" y="289"/>
                  </a:lnTo>
                  <a:lnTo>
                    <a:pt x="117" y="315"/>
                  </a:lnTo>
                  <a:lnTo>
                    <a:pt x="130" y="367"/>
                  </a:lnTo>
                  <a:lnTo>
                    <a:pt x="139" y="417"/>
                  </a:lnTo>
                  <a:lnTo>
                    <a:pt x="139" y="417"/>
                  </a:lnTo>
                  <a:lnTo>
                    <a:pt x="142" y="422"/>
                  </a:lnTo>
                  <a:lnTo>
                    <a:pt x="144" y="426"/>
                  </a:lnTo>
                  <a:lnTo>
                    <a:pt x="148" y="430"/>
                  </a:lnTo>
                  <a:lnTo>
                    <a:pt x="152" y="433"/>
                  </a:lnTo>
                  <a:lnTo>
                    <a:pt x="157" y="434"/>
                  </a:lnTo>
                  <a:lnTo>
                    <a:pt x="163" y="434"/>
                  </a:lnTo>
                  <a:lnTo>
                    <a:pt x="168" y="433"/>
                  </a:lnTo>
                  <a:lnTo>
                    <a:pt x="173" y="430"/>
                  </a:lnTo>
                  <a:lnTo>
                    <a:pt x="173" y="430"/>
                  </a:lnTo>
                  <a:lnTo>
                    <a:pt x="177" y="435"/>
                  </a:lnTo>
                  <a:lnTo>
                    <a:pt x="181" y="438"/>
                  </a:lnTo>
                  <a:lnTo>
                    <a:pt x="186" y="441"/>
                  </a:lnTo>
                  <a:lnTo>
                    <a:pt x="191" y="442"/>
                  </a:lnTo>
                  <a:lnTo>
                    <a:pt x="198" y="441"/>
                  </a:lnTo>
                  <a:lnTo>
                    <a:pt x="203" y="439"/>
                  </a:lnTo>
                  <a:lnTo>
                    <a:pt x="207" y="435"/>
                  </a:lnTo>
                  <a:lnTo>
                    <a:pt x="211" y="430"/>
                  </a:lnTo>
                  <a:lnTo>
                    <a:pt x="211" y="430"/>
                  </a:lnTo>
                  <a:lnTo>
                    <a:pt x="215" y="425"/>
                  </a:lnTo>
                  <a:lnTo>
                    <a:pt x="220" y="420"/>
                  </a:lnTo>
                  <a:lnTo>
                    <a:pt x="231" y="408"/>
                  </a:lnTo>
                  <a:lnTo>
                    <a:pt x="242" y="397"/>
                  </a:lnTo>
                  <a:lnTo>
                    <a:pt x="252" y="387"/>
                  </a:lnTo>
                  <a:lnTo>
                    <a:pt x="252" y="387"/>
                  </a:lnTo>
                  <a:lnTo>
                    <a:pt x="274" y="361"/>
                  </a:lnTo>
                  <a:lnTo>
                    <a:pt x="287" y="348"/>
                  </a:lnTo>
                  <a:lnTo>
                    <a:pt x="299" y="336"/>
                  </a:lnTo>
                  <a:lnTo>
                    <a:pt x="299" y="336"/>
                  </a:lnTo>
                  <a:lnTo>
                    <a:pt x="312" y="326"/>
                  </a:lnTo>
                  <a:lnTo>
                    <a:pt x="322" y="314"/>
                  </a:lnTo>
                  <a:lnTo>
                    <a:pt x="344" y="289"/>
                  </a:lnTo>
                  <a:lnTo>
                    <a:pt x="367" y="264"/>
                  </a:lnTo>
                  <a:lnTo>
                    <a:pt x="378" y="252"/>
                  </a:lnTo>
                  <a:lnTo>
                    <a:pt x="392" y="241"/>
                  </a:lnTo>
                  <a:lnTo>
                    <a:pt x="392" y="241"/>
                  </a:lnTo>
                  <a:lnTo>
                    <a:pt x="450" y="192"/>
                  </a:lnTo>
                  <a:lnTo>
                    <a:pt x="508" y="142"/>
                  </a:lnTo>
                  <a:lnTo>
                    <a:pt x="564" y="91"/>
                  </a:lnTo>
                  <a:lnTo>
                    <a:pt x="619" y="39"/>
                  </a:lnTo>
                  <a:lnTo>
                    <a:pt x="619" y="39"/>
                  </a:lnTo>
                  <a:lnTo>
                    <a:pt x="622" y="35"/>
                  </a:lnTo>
                  <a:lnTo>
                    <a:pt x="624" y="31"/>
                  </a:lnTo>
                  <a:lnTo>
                    <a:pt x="626" y="27"/>
                  </a:lnTo>
                  <a:lnTo>
                    <a:pt x="626" y="22"/>
                  </a:lnTo>
                  <a:lnTo>
                    <a:pt x="624" y="18"/>
                  </a:lnTo>
                  <a:lnTo>
                    <a:pt x="623" y="14"/>
                  </a:lnTo>
                  <a:lnTo>
                    <a:pt x="619" y="8"/>
                  </a:lnTo>
                  <a:lnTo>
                    <a:pt x="611" y="3"/>
                  </a:lnTo>
                  <a:lnTo>
                    <a:pt x="607" y="1"/>
                  </a:lnTo>
                  <a:lnTo>
                    <a:pt x="603" y="0"/>
                  </a:lnTo>
                  <a:lnTo>
                    <a:pt x="600" y="0"/>
                  </a:lnTo>
                  <a:lnTo>
                    <a:pt x="596" y="1"/>
                  </a:lnTo>
                  <a:lnTo>
                    <a:pt x="590" y="4"/>
                  </a:lnTo>
                  <a:lnTo>
                    <a:pt x="586" y="6"/>
                  </a:lnTo>
                  <a:lnTo>
                    <a:pt x="586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90" name="Freeform 407"/>
            <p:cNvSpPr/>
            <p:nvPr/>
          </p:nvSpPr>
          <p:spPr bwMode="auto">
            <a:xfrm>
              <a:off x="5599113" y="1095375"/>
              <a:ext cx="249238" cy="177800"/>
            </a:xfrm>
            <a:custGeom>
              <a:avLst/>
              <a:gdLst/>
              <a:ahLst/>
              <a:cxnLst>
                <a:cxn ang="0">
                  <a:pos x="577" y="76"/>
                </a:cxn>
                <a:cxn ang="0">
                  <a:pos x="538" y="154"/>
                </a:cxn>
                <a:cxn ang="0">
                  <a:pos x="474" y="255"/>
                </a:cxn>
                <a:cxn ang="0">
                  <a:pos x="426" y="320"/>
                </a:cxn>
                <a:cxn ang="0">
                  <a:pos x="403" y="358"/>
                </a:cxn>
                <a:cxn ang="0">
                  <a:pos x="382" y="385"/>
                </a:cxn>
                <a:cxn ang="0">
                  <a:pos x="367" y="394"/>
                </a:cxn>
                <a:cxn ang="0">
                  <a:pos x="348" y="386"/>
                </a:cxn>
                <a:cxn ang="0">
                  <a:pos x="317" y="344"/>
                </a:cxn>
                <a:cxn ang="0">
                  <a:pos x="278" y="286"/>
                </a:cxn>
                <a:cxn ang="0">
                  <a:pos x="224" y="225"/>
                </a:cxn>
                <a:cxn ang="0">
                  <a:pos x="151" y="140"/>
                </a:cxn>
                <a:cxn ang="0">
                  <a:pos x="99" y="72"/>
                </a:cxn>
                <a:cxn ang="0">
                  <a:pos x="59" y="35"/>
                </a:cxn>
                <a:cxn ang="0">
                  <a:pos x="49" y="22"/>
                </a:cxn>
                <a:cxn ang="0">
                  <a:pos x="38" y="8"/>
                </a:cxn>
                <a:cxn ang="0">
                  <a:pos x="27" y="0"/>
                </a:cxn>
                <a:cxn ang="0">
                  <a:pos x="15" y="1"/>
                </a:cxn>
                <a:cxn ang="0">
                  <a:pos x="2" y="18"/>
                </a:cxn>
                <a:cxn ang="0">
                  <a:pos x="2" y="31"/>
                </a:cxn>
                <a:cxn ang="0">
                  <a:pos x="6" y="39"/>
                </a:cxn>
                <a:cxn ang="0">
                  <a:pos x="122" y="178"/>
                </a:cxn>
                <a:cxn ang="0">
                  <a:pos x="182" y="247"/>
                </a:cxn>
                <a:cxn ang="0">
                  <a:pos x="246" y="319"/>
                </a:cxn>
                <a:cxn ang="0">
                  <a:pos x="266" y="352"/>
                </a:cxn>
                <a:cxn ang="0">
                  <a:pos x="287" y="387"/>
                </a:cxn>
                <a:cxn ang="0">
                  <a:pos x="326" y="430"/>
                </a:cxn>
                <a:cxn ang="0">
                  <a:pos x="346" y="446"/>
                </a:cxn>
                <a:cxn ang="0">
                  <a:pos x="359" y="449"/>
                </a:cxn>
                <a:cxn ang="0">
                  <a:pos x="375" y="441"/>
                </a:cxn>
                <a:cxn ang="0">
                  <a:pos x="392" y="438"/>
                </a:cxn>
                <a:cxn ang="0">
                  <a:pos x="401" y="430"/>
                </a:cxn>
                <a:cxn ang="0">
                  <a:pos x="411" y="419"/>
                </a:cxn>
                <a:cxn ang="0">
                  <a:pos x="435" y="390"/>
                </a:cxn>
                <a:cxn ang="0">
                  <a:pos x="499" y="301"/>
                </a:cxn>
                <a:cxn ang="0">
                  <a:pos x="535" y="243"/>
                </a:cxn>
                <a:cxn ang="0">
                  <a:pos x="606" y="124"/>
                </a:cxn>
                <a:cxn ang="0">
                  <a:pos x="631" y="60"/>
                </a:cxn>
                <a:cxn ang="0">
                  <a:pos x="631" y="50"/>
                </a:cxn>
                <a:cxn ang="0">
                  <a:pos x="626" y="39"/>
                </a:cxn>
                <a:cxn ang="0">
                  <a:pos x="606" y="31"/>
                </a:cxn>
                <a:cxn ang="0">
                  <a:pos x="594" y="35"/>
                </a:cxn>
                <a:cxn ang="0">
                  <a:pos x="586" y="48"/>
                </a:cxn>
              </a:cxnLst>
              <a:rect l="0" t="0" r="r" b="b"/>
              <a:pathLst>
                <a:path w="631" h="449">
                  <a:moveTo>
                    <a:pt x="586" y="48"/>
                  </a:moveTo>
                  <a:lnTo>
                    <a:pt x="586" y="48"/>
                  </a:lnTo>
                  <a:lnTo>
                    <a:pt x="577" y="76"/>
                  </a:lnTo>
                  <a:lnTo>
                    <a:pt x="567" y="102"/>
                  </a:lnTo>
                  <a:lnTo>
                    <a:pt x="552" y="130"/>
                  </a:lnTo>
                  <a:lnTo>
                    <a:pt x="538" y="154"/>
                  </a:lnTo>
                  <a:lnTo>
                    <a:pt x="507" y="205"/>
                  </a:lnTo>
                  <a:lnTo>
                    <a:pt x="474" y="255"/>
                  </a:lnTo>
                  <a:lnTo>
                    <a:pt x="474" y="255"/>
                  </a:lnTo>
                  <a:lnTo>
                    <a:pt x="463" y="272"/>
                  </a:lnTo>
                  <a:lnTo>
                    <a:pt x="452" y="288"/>
                  </a:lnTo>
                  <a:lnTo>
                    <a:pt x="426" y="320"/>
                  </a:lnTo>
                  <a:lnTo>
                    <a:pt x="426" y="320"/>
                  </a:lnTo>
                  <a:lnTo>
                    <a:pt x="415" y="337"/>
                  </a:lnTo>
                  <a:lnTo>
                    <a:pt x="403" y="358"/>
                  </a:lnTo>
                  <a:lnTo>
                    <a:pt x="397" y="369"/>
                  </a:lnTo>
                  <a:lnTo>
                    <a:pt x="389" y="378"/>
                  </a:lnTo>
                  <a:lnTo>
                    <a:pt x="382" y="385"/>
                  </a:lnTo>
                  <a:lnTo>
                    <a:pt x="375" y="390"/>
                  </a:lnTo>
                  <a:lnTo>
                    <a:pt x="375" y="390"/>
                  </a:lnTo>
                  <a:lnTo>
                    <a:pt x="367" y="394"/>
                  </a:lnTo>
                  <a:lnTo>
                    <a:pt x="361" y="399"/>
                  </a:lnTo>
                  <a:lnTo>
                    <a:pt x="361" y="399"/>
                  </a:lnTo>
                  <a:lnTo>
                    <a:pt x="348" y="386"/>
                  </a:lnTo>
                  <a:lnTo>
                    <a:pt x="338" y="373"/>
                  </a:lnTo>
                  <a:lnTo>
                    <a:pt x="327" y="358"/>
                  </a:lnTo>
                  <a:lnTo>
                    <a:pt x="317" y="344"/>
                  </a:lnTo>
                  <a:lnTo>
                    <a:pt x="299" y="315"/>
                  </a:lnTo>
                  <a:lnTo>
                    <a:pt x="278" y="286"/>
                  </a:lnTo>
                  <a:lnTo>
                    <a:pt x="278" y="286"/>
                  </a:lnTo>
                  <a:lnTo>
                    <a:pt x="261" y="266"/>
                  </a:lnTo>
                  <a:lnTo>
                    <a:pt x="242" y="246"/>
                  </a:lnTo>
                  <a:lnTo>
                    <a:pt x="224" y="225"/>
                  </a:lnTo>
                  <a:lnTo>
                    <a:pt x="206" y="205"/>
                  </a:lnTo>
                  <a:lnTo>
                    <a:pt x="206" y="205"/>
                  </a:lnTo>
                  <a:lnTo>
                    <a:pt x="151" y="140"/>
                  </a:lnTo>
                  <a:lnTo>
                    <a:pt x="125" y="106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89" y="60"/>
                  </a:lnTo>
                  <a:lnTo>
                    <a:pt x="82" y="52"/>
                  </a:lnTo>
                  <a:lnTo>
                    <a:pt x="59" y="35"/>
                  </a:lnTo>
                  <a:lnTo>
                    <a:pt x="59" y="35"/>
                  </a:lnTo>
                  <a:lnTo>
                    <a:pt x="54" y="29"/>
                  </a:lnTo>
                  <a:lnTo>
                    <a:pt x="49" y="22"/>
                  </a:lnTo>
                  <a:lnTo>
                    <a:pt x="44" y="14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7" y="0"/>
                  </a:lnTo>
                  <a:lnTo>
                    <a:pt x="23" y="0"/>
                  </a:lnTo>
                  <a:lnTo>
                    <a:pt x="19" y="0"/>
                  </a:lnTo>
                  <a:lnTo>
                    <a:pt x="15" y="1"/>
                  </a:lnTo>
                  <a:lnTo>
                    <a:pt x="8" y="7"/>
                  </a:lnTo>
                  <a:lnTo>
                    <a:pt x="3" y="14"/>
                  </a:lnTo>
                  <a:lnTo>
                    <a:pt x="2" y="18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2" y="31"/>
                  </a:lnTo>
                  <a:lnTo>
                    <a:pt x="3" y="35"/>
                  </a:lnTo>
                  <a:lnTo>
                    <a:pt x="6" y="39"/>
                  </a:lnTo>
                  <a:lnTo>
                    <a:pt x="6" y="39"/>
                  </a:lnTo>
                  <a:lnTo>
                    <a:pt x="44" y="84"/>
                  </a:lnTo>
                  <a:lnTo>
                    <a:pt x="83" y="130"/>
                  </a:lnTo>
                  <a:lnTo>
                    <a:pt x="122" y="178"/>
                  </a:lnTo>
                  <a:lnTo>
                    <a:pt x="161" y="224"/>
                  </a:lnTo>
                  <a:lnTo>
                    <a:pt x="161" y="224"/>
                  </a:lnTo>
                  <a:lnTo>
                    <a:pt x="182" y="247"/>
                  </a:lnTo>
                  <a:lnTo>
                    <a:pt x="204" y="271"/>
                  </a:lnTo>
                  <a:lnTo>
                    <a:pt x="225" y="294"/>
                  </a:lnTo>
                  <a:lnTo>
                    <a:pt x="246" y="319"/>
                  </a:lnTo>
                  <a:lnTo>
                    <a:pt x="246" y="319"/>
                  </a:lnTo>
                  <a:lnTo>
                    <a:pt x="257" y="335"/>
                  </a:lnTo>
                  <a:lnTo>
                    <a:pt x="266" y="352"/>
                  </a:lnTo>
                  <a:lnTo>
                    <a:pt x="276" y="370"/>
                  </a:lnTo>
                  <a:lnTo>
                    <a:pt x="287" y="387"/>
                  </a:lnTo>
                  <a:lnTo>
                    <a:pt x="287" y="387"/>
                  </a:lnTo>
                  <a:lnTo>
                    <a:pt x="299" y="403"/>
                  </a:lnTo>
                  <a:lnTo>
                    <a:pt x="312" y="417"/>
                  </a:lnTo>
                  <a:lnTo>
                    <a:pt x="326" y="430"/>
                  </a:lnTo>
                  <a:lnTo>
                    <a:pt x="341" y="443"/>
                  </a:lnTo>
                  <a:lnTo>
                    <a:pt x="341" y="443"/>
                  </a:lnTo>
                  <a:lnTo>
                    <a:pt x="346" y="446"/>
                  </a:lnTo>
                  <a:lnTo>
                    <a:pt x="350" y="447"/>
                  </a:lnTo>
                  <a:lnTo>
                    <a:pt x="355" y="449"/>
                  </a:lnTo>
                  <a:lnTo>
                    <a:pt x="359" y="449"/>
                  </a:lnTo>
                  <a:lnTo>
                    <a:pt x="363" y="447"/>
                  </a:lnTo>
                  <a:lnTo>
                    <a:pt x="368" y="446"/>
                  </a:lnTo>
                  <a:lnTo>
                    <a:pt x="375" y="441"/>
                  </a:lnTo>
                  <a:lnTo>
                    <a:pt x="375" y="441"/>
                  </a:lnTo>
                  <a:lnTo>
                    <a:pt x="384" y="441"/>
                  </a:lnTo>
                  <a:lnTo>
                    <a:pt x="392" y="438"/>
                  </a:lnTo>
                  <a:lnTo>
                    <a:pt x="395" y="437"/>
                  </a:lnTo>
                  <a:lnTo>
                    <a:pt x="398" y="433"/>
                  </a:lnTo>
                  <a:lnTo>
                    <a:pt x="401" y="430"/>
                  </a:lnTo>
                  <a:lnTo>
                    <a:pt x="402" y="425"/>
                  </a:lnTo>
                  <a:lnTo>
                    <a:pt x="402" y="425"/>
                  </a:lnTo>
                  <a:lnTo>
                    <a:pt x="411" y="419"/>
                  </a:lnTo>
                  <a:lnTo>
                    <a:pt x="419" y="409"/>
                  </a:lnTo>
                  <a:lnTo>
                    <a:pt x="435" y="390"/>
                  </a:lnTo>
                  <a:lnTo>
                    <a:pt x="435" y="390"/>
                  </a:lnTo>
                  <a:lnTo>
                    <a:pt x="467" y="347"/>
                  </a:lnTo>
                  <a:lnTo>
                    <a:pt x="484" y="324"/>
                  </a:lnTo>
                  <a:lnTo>
                    <a:pt x="499" y="301"/>
                  </a:lnTo>
                  <a:lnTo>
                    <a:pt x="499" y="301"/>
                  </a:lnTo>
                  <a:lnTo>
                    <a:pt x="517" y="272"/>
                  </a:lnTo>
                  <a:lnTo>
                    <a:pt x="535" y="243"/>
                  </a:lnTo>
                  <a:lnTo>
                    <a:pt x="573" y="184"/>
                  </a:lnTo>
                  <a:lnTo>
                    <a:pt x="590" y="154"/>
                  </a:lnTo>
                  <a:lnTo>
                    <a:pt x="606" y="124"/>
                  </a:lnTo>
                  <a:lnTo>
                    <a:pt x="620" y="93"/>
                  </a:lnTo>
                  <a:lnTo>
                    <a:pt x="626" y="76"/>
                  </a:lnTo>
                  <a:lnTo>
                    <a:pt x="631" y="60"/>
                  </a:lnTo>
                  <a:lnTo>
                    <a:pt x="631" y="60"/>
                  </a:lnTo>
                  <a:lnTo>
                    <a:pt x="631" y="55"/>
                  </a:lnTo>
                  <a:lnTo>
                    <a:pt x="631" y="50"/>
                  </a:lnTo>
                  <a:lnTo>
                    <a:pt x="630" y="46"/>
                  </a:lnTo>
                  <a:lnTo>
                    <a:pt x="628" y="42"/>
                  </a:lnTo>
                  <a:lnTo>
                    <a:pt x="626" y="39"/>
                  </a:lnTo>
                  <a:lnTo>
                    <a:pt x="622" y="37"/>
                  </a:lnTo>
                  <a:lnTo>
                    <a:pt x="614" y="33"/>
                  </a:lnTo>
                  <a:lnTo>
                    <a:pt x="606" y="31"/>
                  </a:lnTo>
                  <a:lnTo>
                    <a:pt x="602" y="33"/>
                  </a:lnTo>
                  <a:lnTo>
                    <a:pt x="598" y="34"/>
                  </a:lnTo>
                  <a:lnTo>
                    <a:pt x="594" y="35"/>
                  </a:lnTo>
                  <a:lnTo>
                    <a:pt x="590" y="39"/>
                  </a:lnTo>
                  <a:lnTo>
                    <a:pt x="588" y="43"/>
                  </a:lnTo>
                  <a:lnTo>
                    <a:pt x="586" y="48"/>
                  </a:lnTo>
                  <a:lnTo>
                    <a:pt x="586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61" name="文本框 160"/>
          <p:cNvSpPr txBox="1"/>
          <p:nvPr/>
        </p:nvSpPr>
        <p:spPr>
          <a:xfrm>
            <a:off x="6637671" y="3140572"/>
            <a:ext cx="1553157" cy="46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第</a:t>
            </a:r>
            <a:r>
              <a:rPr lang="en-US" altLang="zh-CN" sz="2440">
                <a:solidFill>
                  <a:schemeClr val="bg1"/>
                </a:solidFill>
                <a:cs typeface="+mn-ea"/>
                <a:sym typeface="+mn-lt"/>
              </a:rPr>
              <a:t>0</a:t>
            </a:r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章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0" grpId="0"/>
      <p:bldP spid="16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846931" y="7103836"/>
            <a:ext cx="8931275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bg1"/>
                </a:solidFill>
              </a:rPr>
              <a:t>本教程中，将学习使用Qt</a:t>
            </a:r>
            <a:r>
              <a:rPr lang="en-US" altLang="zh-CN" sz="2000" dirty="0">
                <a:solidFill>
                  <a:schemeClr val="bg1"/>
                </a:solidFill>
              </a:rPr>
              <a:t>6</a:t>
            </a:r>
            <a:r>
              <a:rPr lang="zh-CN" altLang="en-US" sz="2000" dirty="0">
                <a:solidFill>
                  <a:schemeClr val="bg1"/>
                </a:solidFill>
              </a:rPr>
              <a:t>和C++进行</a:t>
            </a:r>
            <a:r>
              <a:rPr lang="zh-CN" altLang="en-US" sz="2000" dirty="0">
                <a:solidFill>
                  <a:schemeClr val="bg1"/>
                </a:solidFill>
                <a:highlight>
                  <a:srgbClr val="0000FF"/>
                </a:highlight>
              </a:rPr>
              <a:t>GUI编程的基础</a:t>
            </a:r>
            <a:r>
              <a:rPr lang="zh-CN" altLang="en-US" sz="2000">
                <a:solidFill>
                  <a:schemeClr val="bg1"/>
                </a:solidFill>
                <a:highlight>
                  <a:srgbClr val="0000FF"/>
                </a:highlight>
              </a:rPr>
              <a:t>知识。</a:t>
            </a:r>
            <a:endParaRPr lang="en-US" altLang="zh-CN" sz="2000">
              <a:solidFill>
                <a:schemeClr val="bg1"/>
              </a:solidFill>
              <a:highlight>
                <a:srgbClr val="0000FF"/>
              </a:highligh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bg1"/>
                </a:solidFill>
              </a:rPr>
              <a:t>我的开发环境</a:t>
            </a:r>
            <a:r>
              <a:rPr lang="en-US" altLang="zh-CN" sz="2000">
                <a:solidFill>
                  <a:schemeClr val="bg1"/>
                </a:solidFill>
              </a:rPr>
              <a:t>Win10,</a:t>
            </a:r>
            <a:r>
              <a:rPr lang="zh-CN" altLang="en-US" sz="2000">
                <a:solidFill>
                  <a:schemeClr val="bg1"/>
                </a:solidFill>
              </a:rPr>
              <a:t>，</a:t>
            </a:r>
            <a:r>
              <a:rPr lang="en-US" altLang="zh-CN" sz="2000">
                <a:solidFill>
                  <a:schemeClr val="bg1"/>
                </a:solidFill>
              </a:rPr>
              <a:t>Qt6.3.1</a:t>
            </a:r>
            <a:r>
              <a:rPr lang="zh-CN" altLang="en-US" sz="2000">
                <a:solidFill>
                  <a:schemeClr val="bg1"/>
                </a:solidFill>
              </a:rPr>
              <a:t>，</a:t>
            </a:r>
            <a:r>
              <a:rPr lang="en-US" altLang="zh-CN" sz="2000">
                <a:solidFill>
                  <a:schemeClr val="bg1"/>
                </a:solidFill>
              </a:rPr>
              <a:t>Creator7.0.2</a:t>
            </a:r>
            <a:r>
              <a:rPr lang="zh-CN" altLang="en-US" sz="2000">
                <a:solidFill>
                  <a:schemeClr val="bg1"/>
                </a:solidFill>
              </a:rPr>
              <a:t>，</a:t>
            </a:r>
            <a:r>
              <a:rPr lang="en-US" altLang="zh-CN" sz="2000">
                <a:solidFill>
                  <a:schemeClr val="bg1"/>
                </a:solidFill>
              </a:rPr>
              <a:t>MinGW11.2.0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A7A9E53-8EC5-5992-D310-566A65C9305D}"/>
              </a:ext>
            </a:extLst>
          </p:cNvPr>
          <p:cNvSpPr txBox="1"/>
          <p:nvPr/>
        </p:nvSpPr>
        <p:spPr>
          <a:xfrm>
            <a:off x="4707275" y="312995"/>
            <a:ext cx="7008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chemeClr val="accent3"/>
                </a:solidFill>
              </a:rPr>
              <a:t>介绍</a:t>
            </a:r>
            <a:endParaRPr lang="zh-CN" altLang="en-US" sz="2000" b="1" dirty="0">
              <a:solidFill>
                <a:schemeClr val="accent3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08278C-0086-BECD-1578-E0B86D51E12A}"/>
              </a:ext>
            </a:extLst>
          </p:cNvPr>
          <p:cNvSpPr txBox="1"/>
          <p:nvPr/>
        </p:nvSpPr>
        <p:spPr>
          <a:xfrm>
            <a:off x="777226" y="754710"/>
            <a:ext cx="5654054" cy="12003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>
                <a:highlight>
                  <a:srgbClr val="00FF00"/>
                </a:highlight>
              </a:rPr>
              <a:t>什么是</a:t>
            </a:r>
            <a:r>
              <a:rPr lang="en-US" altLang="zh-CN" b="1">
                <a:highlight>
                  <a:srgbClr val="00FF00"/>
                </a:highlight>
              </a:rPr>
              <a:t>Qt</a:t>
            </a:r>
            <a:r>
              <a:rPr lang="zh-CN" altLang="en-US" b="1">
                <a:highlight>
                  <a:srgbClr val="00FF00"/>
                </a:highlight>
              </a:rPr>
              <a:t>？</a:t>
            </a:r>
            <a:endParaRPr lang="en-US" altLang="zh-CN" b="1">
              <a:highlight>
                <a:srgbClr val="00FF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Qt</a:t>
            </a:r>
            <a:r>
              <a:rPr lang="zh-CN" altLang="en-US"/>
              <a:t>是一个</a:t>
            </a:r>
            <a:r>
              <a:rPr lang="zh-CN" altLang="en-US" b="1">
                <a:solidFill>
                  <a:schemeClr val="accent6"/>
                </a:solidFill>
              </a:rPr>
              <a:t>跨平台</a:t>
            </a:r>
            <a:r>
              <a:rPr lang="zh-CN" altLang="en-US"/>
              <a:t>的应用程序开发</a:t>
            </a:r>
            <a:r>
              <a:rPr lang="zh-CN" altLang="en-US" b="1">
                <a:solidFill>
                  <a:schemeClr val="accent6"/>
                </a:solidFill>
              </a:rPr>
              <a:t>框架</a:t>
            </a:r>
            <a:r>
              <a:rPr lang="zh-CN" altLang="en-US"/>
              <a:t>。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Qt</a:t>
            </a:r>
            <a:r>
              <a:rPr lang="zh-CN" altLang="en-US"/>
              <a:t>于</a:t>
            </a:r>
            <a:r>
              <a:rPr lang="en-US" altLang="zh-CN"/>
              <a:t>1995</a:t>
            </a:r>
            <a:r>
              <a:rPr lang="zh-CN" altLang="en-US"/>
              <a:t>年</a:t>
            </a:r>
            <a:r>
              <a:rPr lang="en-US" altLang="zh-CN"/>
              <a:t>5</a:t>
            </a:r>
            <a:r>
              <a:rPr lang="zh-CN" altLang="en-US"/>
              <a:t>月首次公开发布。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Qt</a:t>
            </a:r>
            <a:r>
              <a:rPr lang="zh-CN" altLang="en-US"/>
              <a:t>官网：</a:t>
            </a:r>
            <a:r>
              <a:rPr lang="en-US" altLang="zh-CN">
                <a:hlinkClick r:id="rId2"/>
              </a:rPr>
              <a:t>www.qt.io</a:t>
            </a:r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36AFAAA-8C1D-EB8B-E2C0-D5B589BADE0D}"/>
              </a:ext>
            </a:extLst>
          </p:cNvPr>
          <p:cNvSpPr txBox="1"/>
          <p:nvPr/>
        </p:nvSpPr>
        <p:spPr>
          <a:xfrm>
            <a:off x="739775" y="10908779"/>
            <a:ext cx="8821420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>
                <a:highlight>
                  <a:srgbClr val="00FF00"/>
                </a:highlight>
              </a:rPr>
              <a:t>需要哪些预备知识</a:t>
            </a:r>
            <a:r>
              <a:rPr lang="en-US" altLang="zh-CN" b="1">
                <a:highlight>
                  <a:srgbClr val="00FF00"/>
                </a:highlight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了解</a:t>
            </a:r>
            <a:r>
              <a:rPr lang="en-US" altLang="zh-CN"/>
              <a:t>C++</a:t>
            </a:r>
            <a:r>
              <a:rPr lang="zh-CN" altLang="en-US"/>
              <a:t>基本语法，</a:t>
            </a:r>
            <a:r>
              <a:rPr lang="en-US" altLang="zh-CN"/>
              <a:t>C++</a:t>
            </a:r>
            <a:r>
              <a:rPr lang="zh-CN" altLang="en-US"/>
              <a:t>标准库，熟悉面向对象编程</a:t>
            </a:r>
            <a:endParaRPr lang="en-US" altLang="zh-CN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79C322BE-7AC2-CB11-D771-7B2C223FA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587" y="10601390"/>
            <a:ext cx="901118" cy="114409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CFE9209-3E08-54B8-7C31-F31157C0A261}"/>
              </a:ext>
            </a:extLst>
          </p:cNvPr>
          <p:cNvSpPr/>
          <p:nvPr/>
        </p:nvSpPr>
        <p:spPr>
          <a:xfrm>
            <a:off x="926861" y="2492845"/>
            <a:ext cx="8463280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latin typeface="+mj-ea"/>
                <a:ea typeface="+mj-ea"/>
              </a:rPr>
              <a:t>应用程序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72A5E9B-E0B4-2F1F-F14C-53208BE2B173}"/>
              </a:ext>
            </a:extLst>
          </p:cNvPr>
          <p:cNvSpPr/>
          <p:nvPr/>
        </p:nvSpPr>
        <p:spPr>
          <a:xfrm>
            <a:off x="926862" y="3176257"/>
            <a:ext cx="4206239" cy="219542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>
                <a:solidFill>
                  <a:schemeClr val="tx1"/>
                </a:solidFill>
                <a:latin typeface="+mj-ea"/>
                <a:ea typeface="+mj-ea"/>
              </a:rPr>
              <a:t>类库</a:t>
            </a:r>
            <a:endParaRPr lang="en-US" altLang="zh-CN" sz="2000" b="1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Core / Network / GUI /QML / JavaStript / QtQuick / QtQuickControls /QtGraphicalEffects / XML / Database /Multimedia /WebEngine / WebSockets / Widgets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FFAB6E6-C375-03E6-655A-DC8539D2D9B5}"/>
              </a:ext>
            </a:extLst>
          </p:cNvPr>
          <p:cNvSpPr/>
          <p:nvPr/>
        </p:nvSpPr>
        <p:spPr>
          <a:xfrm>
            <a:off x="5187870" y="3176256"/>
            <a:ext cx="4202271" cy="219542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>
                <a:solidFill>
                  <a:schemeClr val="tx1"/>
                </a:solidFill>
                <a:latin typeface="+mj-ea"/>
                <a:ea typeface="+mj-ea"/>
              </a:rPr>
              <a:t>开发工具</a:t>
            </a:r>
            <a:endParaRPr lang="en-US" altLang="zh-CN" sz="2000" b="1">
              <a:solidFill>
                <a:schemeClr val="tx1"/>
              </a:solidFill>
              <a:latin typeface="+mj-ea"/>
              <a:ea typeface="+mj-ea"/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</a:rPr>
              <a:t>QtCreator - </a:t>
            </a:r>
            <a:r>
              <a:rPr lang="zh-CN" altLang="en-US">
                <a:solidFill>
                  <a:schemeClr val="tx1"/>
                </a:solidFill>
              </a:rPr>
              <a:t>款平台</a:t>
            </a:r>
            <a:r>
              <a:rPr lang="en-US" altLang="zh-CN">
                <a:solidFill>
                  <a:schemeClr val="tx1"/>
                </a:solidFill>
              </a:rPr>
              <a:t>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</a:rPr>
              <a:t>GUI Designer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</a:rPr>
              <a:t>Help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</a:rPr>
              <a:t>I18N</a:t>
            </a:r>
            <a:r>
              <a:rPr lang="zh-CN" altLang="en-US">
                <a:solidFill>
                  <a:schemeClr val="tx1"/>
                </a:solidFill>
              </a:rPr>
              <a:t>（国际化） </a:t>
            </a:r>
            <a:r>
              <a:rPr lang="en-US" altLang="zh-CN">
                <a:solidFill>
                  <a:schemeClr val="tx1"/>
                </a:solidFill>
              </a:rPr>
              <a:t>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</a:rPr>
              <a:t>Build Tool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F21BA16-4B85-76AB-3A3E-D39385B89169}"/>
              </a:ext>
            </a:extLst>
          </p:cNvPr>
          <p:cNvSpPr/>
          <p:nvPr/>
        </p:nvSpPr>
        <p:spPr>
          <a:xfrm>
            <a:off x="926861" y="5445843"/>
            <a:ext cx="8463280" cy="140920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>
                <a:latin typeface="+mj-ea"/>
                <a:ea typeface="+mj-ea"/>
              </a:rPr>
              <a:t>支持跨平台</a:t>
            </a:r>
            <a:endParaRPr lang="en-US" altLang="zh-CN" sz="2000" b="1">
              <a:latin typeface="+mj-ea"/>
              <a:ea typeface="+mj-ea"/>
            </a:endParaRPr>
          </a:p>
          <a:p>
            <a:pPr algn="ctr"/>
            <a:endParaRPr lang="en-US" altLang="zh-CN"/>
          </a:p>
          <a:p>
            <a:pPr algn="ctr"/>
            <a:endParaRPr lang="en-US" altLang="zh-CN"/>
          </a:p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DC74647-9484-5CFC-84BF-2B755C360312}"/>
              </a:ext>
            </a:extLst>
          </p:cNvPr>
          <p:cNvSpPr/>
          <p:nvPr/>
        </p:nvSpPr>
        <p:spPr>
          <a:xfrm>
            <a:off x="1221501" y="5947765"/>
            <a:ext cx="1818640" cy="4094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Windows</a:t>
            </a:r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59A3209-83FA-08CE-D193-7CACE00BE04E}"/>
              </a:ext>
            </a:extLst>
          </p:cNvPr>
          <p:cNvSpPr/>
          <p:nvPr/>
        </p:nvSpPr>
        <p:spPr>
          <a:xfrm>
            <a:off x="3270434" y="5947765"/>
            <a:ext cx="1818640" cy="4094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Mac</a:t>
            </a:r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97C8B72-7A4A-7DAA-A595-3579BEF349CE}"/>
              </a:ext>
            </a:extLst>
          </p:cNvPr>
          <p:cNvSpPr/>
          <p:nvPr/>
        </p:nvSpPr>
        <p:spPr>
          <a:xfrm>
            <a:off x="5319367" y="5947765"/>
            <a:ext cx="1818640" cy="4094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Linux</a:t>
            </a:r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E681FEB-EBCE-3ACF-0862-54FB9C1C0FE2}"/>
              </a:ext>
            </a:extLst>
          </p:cNvPr>
          <p:cNvSpPr/>
          <p:nvPr/>
        </p:nvSpPr>
        <p:spPr>
          <a:xfrm>
            <a:off x="7368301" y="5947765"/>
            <a:ext cx="1818640" cy="4094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Android</a:t>
            </a:r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236E984-7866-4CB9-E46D-AFA0721FF9DE}"/>
              </a:ext>
            </a:extLst>
          </p:cNvPr>
          <p:cNvSpPr/>
          <p:nvPr/>
        </p:nvSpPr>
        <p:spPr>
          <a:xfrm>
            <a:off x="1221508" y="6386575"/>
            <a:ext cx="1818640" cy="4094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Windows Phone</a:t>
            </a:r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6CE32C1-2E20-50EC-7A1A-A21B22BB04AA}"/>
              </a:ext>
            </a:extLst>
          </p:cNvPr>
          <p:cNvSpPr/>
          <p:nvPr/>
        </p:nvSpPr>
        <p:spPr>
          <a:xfrm>
            <a:off x="3275777" y="6386575"/>
            <a:ext cx="1818640" cy="4094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iOS</a:t>
            </a:r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F764C40-2765-5D03-B19B-22CEC11727A1}"/>
              </a:ext>
            </a:extLst>
          </p:cNvPr>
          <p:cNvSpPr/>
          <p:nvPr/>
        </p:nvSpPr>
        <p:spPr>
          <a:xfrm>
            <a:off x="5330046" y="6386575"/>
            <a:ext cx="1818640" cy="4094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QNX</a:t>
            </a:r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6A71F53-F261-0F55-AC4B-B8A5FDB42332}"/>
              </a:ext>
            </a:extLst>
          </p:cNvPr>
          <p:cNvSpPr/>
          <p:nvPr/>
        </p:nvSpPr>
        <p:spPr>
          <a:xfrm>
            <a:off x="7384315" y="6386575"/>
            <a:ext cx="1818640" cy="4094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C71A241-A461-3C50-BBB5-888BCFAFD586}"/>
              </a:ext>
            </a:extLst>
          </p:cNvPr>
          <p:cNvSpPr txBox="1"/>
          <p:nvPr/>
        </p:nvSpPr>
        <p:spPr>
          <a:xfrm>
            <a:off x="739775" y="2067334"/>
            <a:ext cx="5828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Qt</a:t>
            </a:r>
            <a:r>
              <a:rPr lang="zh-CN" altLang="en-US">
                <a:solidFill>
                  <a:schemeClr val="bg1"/>
                </a:solidFill>
                <a:highlight>
                  <a:srgbClr val="FF0000"/>
                </a:highlight>
              </a:rPr>
              <a:t>具有其他编程语言的扩展，但Qt本身是用C++开发的。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A38023F-6D69-27DA-7751-8D5D90B024C1}"/>
              </a:ext>
            </a:extLst>
          </p:cNvPr>
          <p:cNvSpPr txBox="1"/>
          <p:nvPr/>
        </p:nvSpPr>
        <p:spPr>
          <a:xfrm>
            <a:off x="819812" y="7978445"/>
            <a:ext cx="8505385" cy="25840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/>
              <a:t>QT C++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Qt通过内省数据的使用而启用了许多现代语言特性，从而丰富了C++。这是通过使用QObject基类实现的。这使得我们可以动态获取对象的属性和可用方法。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Qt使用元信息来支持信号和插槽机制（非常松散的回调）。发出信号的对象不需要知道关于拥有槽的对象的任何信息，反之亦然。每个信号可以连接到任意数量的插槽，甚至可以连接到其他信号。</a:t>
            </a:r>
          </a:p>
        </p:txBody>
      </p:sp>
      <p:pic>
        <p:nvPicPr>
          <p:cNvPr id="1026" name="Picture 2" descr="查看源图像">
            <a:extLst>
              <a:ext uri="{FF2B5EF4-FFF2-40B4-BE49-F238E27FC236}">
                <a16:creationId xmlns:a16="http://schemas.microsoft.com/office/drawing/2014/main" id="{343711C7-1F1D-91E7-C947-EABB39615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4853" y="767850"/>
            <a:ext cx="2082923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查看源图像">
            <a:extLst>
              <a:ext uri="{FF2B5EF4-FFF2-40B4-BE49-F238E27FC236}">
                <a16:creationId xmlns:a16="http://schemas.microsoft.com/office/drawing/2014/main" id="{A1FBE995-85E1-AD1E-14E5-32D843D95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2883" y="738136"/>
            <a:ext cx="2057754" cy="1395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查看源图像">
            <a:extLst>
              <a:ext uri="{FF2B5EF4-FFF2-40B4-BE49-F238E27FC236}">
                <a16:creationId xmlns:a16="http://schemas.microsoft.com/office/drawing/2014/main" id="{A654DE6F-E0FD-78D3-F6FC-9C9407E42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852" y="748986"/>
            <a:ext cx="2466497" cy="1497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92681F0A-8B97-FFAA-895B-FF8811E5D658}"/>
              </a:ext>
            </a:extLst>
          </p:cNvPr>
          <p:cNvSpPr/>
          <p:nvPr/>
        </p:nvSpPr>
        <p:spPr>
          <a:xfrm>
            <a:off x="800371" y="3176256"/>
            <a:ext cx="9272905" cy="2195427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0411C39-063C-F843-3A13-8BC1ABE3E031}"/>
              </a:ext>
            </a:extLst>
          </p:cNvPr>
          <p:cNvSpPr txBox="1"/>
          <p:nvPr/>
        </p:nvSpPr>
        <p:spPr>
          <a:xfrm>
            <a:off x="9678509" y="3176255"/>
            <a:ext cx="476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highlight>
                  <a:srgbClr val="00FF00"/>
                </a:highlight>
              </a:rPr>
              <a:t>QT</a:t>
            </a:r>
            <a:endParaRPr lang="zh-CN" altLang="en-US" sz="2000" dirty="0">
              <a:highlight>
                <a:srgbClr val="00FF00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A7A9E53-8EC5-5992-D310-566A65C9305D}"/>
              </a:ext>
            </a:extLst>
          </p:cNvPr>
          <p:cNvSpPr txBox="1"/>
          <p:nvPr/>
        </p:nvSpPr>
        <p:spPr>
          <a:xfrm>
            <a:off x="4611736" y="209863"/>
            <a:ext cx="7008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chemeClr val="accent3"/>
                </a:solidFill>
              </a:rPr>
              <a:t>安装</a:t>
            </a:r>
            <a:endParaRPr lang="zh-CN" altLang="en-US" sz="2000" b="1" dirty="0">
              <a:solidFill>
                <a:schemeClr val="accent3"/>
              </a:solidFill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852290E3-A20C-66AE-A6BC-54C7C2F65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843" y="2547084"/>
            <a:ext cx="3661882" cy="2739459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E23E46EB-E963-3BFC-F16F-FC3B55CAE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79" y="2432784"/>
            <a:ext cx="4965859" cy="2819183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E9A8BAE1-DD33-20C5-738F-B9A2076FBF71}"/>
              </a:ext>
            </a:extLst>
          </p:cNvPr>
          <p:cNvSpPr txBox="1"/>
          <p:nvPr/>
        </p:nvSpPr>
        <p:spPr>
          <a:xfrm>
            <a:off x="1590516" y="5812417"/>
            <a:ext cx="7334250" cy="175432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>
                <a:solidFill>
                  <a:srgbClr val="000080"/>
                </a:solidFill>
                <a:effectLst/>
              </a:rPr>
              <a:t>#include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08000"/>
                </a:solidFill>
                <a:effectLst/>
              </a:rPr>
              <a:t>&lt;QCoreApplication&gt;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000080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&lt;iostream&gt;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	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std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E5C00"/>
                </a:solidFill>
                <a:effectLst/>
                <a:latin typeface="Arial Unicode MS"/>
              </a:rPr>
              <a:t>cout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"Qt version: 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qVersion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&lt;&lt;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std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endl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4DA291F-B87A-0EA4-5428-567B8485E233}"/>
              </a:ext>
            </a:extLst>
          </p:cNvPr>
          <p:cNvSpPr txBox="1"/>
          <p:nvPr/>
        </p:nvSpPr>
        <p:spPr>
          <a:xfrm>
            <a:off x="899160" y="5367776"/>
            <a:ext cx="893127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在</a:t>
            </a:r>
            <a:r>
              <a:rPr lang="en-US" altLang="zh-CN" sz="2000">
                <a:solidFill>
                  <a:schemeClr val="bg1"/>
                </a:solidFill>
              </a:rPr>
              <a:t>Qt Creator</a:t>
            </a:r>
            <a:r>
              <a:rPr lang="zh-CN" altLang="en-US" sz="2000">
                <a:solidFill>
                  <a:schemeClr val="bg1"/>
                </a:solidFill>
              </a:rPr>
              <a:t>中创建一个控制台程序，输入代码进行测试：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AC1EE46-BF88-66E2-2FBB-E70E93CF28BA}"/>
              </a:ext>
            </a:extLst>
          </p:cNvPr>
          <p:cNvSpPr txBox="1"/>
          <p:nvPr/>
        </p:nvSpPr>
        <p:spPr>
          <a:xfrm>
            <a:off x="1590516" y="8011384"/>
            <a:ext cx="7334250" cy="286232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" panose="020B0604020202020204" pitchFamily="34" charset="0"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" panose="020B0604020202020204" pitchFamily="34" charset="0"/>
              </a:rPr>
              <a:t>&lt;QApplication&gt;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>
                <a:solidFill>
                  <a:srgbClr val="000080"/>
                </a:solidFill>
                <a:effectLst/>
              </a:rPr>
              <a:t>#include</a:t>
            </a:r>
            <a:r>
              <a:rPr lang="en-US" altLang="zh-CN">
                <a:solidFill>
                  <a:srgbClr val="C0C0C0"/>
                </a:solidFill>
                <a:effectLst/>
              </a:rPr>
              <a:t> </a:t>
            </a:r>
            <a:r>
              <a:rPr lang="en-US" altLang="zh-CN">
                <a:solidFill>
                  <a:srgbClr val="008000"/>
                </a:solidFill>
                <a:effectLst/>
              </a:rPr>
              <a:t>"mainwindow.h"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argc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char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argv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[])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QApplication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app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argc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argv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lang="en-US" altLang="zh-CN">
                <a:solidFill>
                  <a:srgbClr val="800080"/>
                </a:solidFill>
                <a:effectLst/>
              </a:rPr>
              <a:t>MainWindow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resize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250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150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setWindowTitle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"Simple example"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show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return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app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exec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2833A6F-342F-DA49-373C-5D71F02EEA78}"/>
              </a:ext>
            </a:extLst>
          </p:cNvPr>
          <p:cNvSpPr txBox="1"/>
          <p:nvPr/>
        </p:nvSpPr>
        <p:spPr>
          <a:xfrm>
            <a:off x="911463" y="7611274"/>
            <a:ext cx="893127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在</a:t>
            </a:r>
            <a:r>
              <a:rPr lang="en-US" altLang="zh-CN" sz="2000">
                <a:solidFill>
                  <a:schemeClr val="bg1"/>
                </a:solidFill>
              </a:rPr>
              <a:t>Qt Creator</a:t>
            </a:r>
            <a:r>
              <a:rPr lang="zh-CN" altLang="en-US" sz="2000">
                <a:solidFill>
                  <a:schemeClr val="bg1"/>
                </a:solidFill>
              </a:rPr>
              <a:t>中创建一个应用程序，输入代码进行测试：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pic>
        <p:nvPicPr>
          <p:cNvPr id="1029" name="图片 1028">
            <a:extLst>
              <a:ext uri="{FF2B5EF4-FFF2-40B4-BE49-F238E27FC236}">
                <a16:creationId xmlns:a16="http://schemas.microsoft.com/office/drawing/2014/main" id="{799EB360-864E-D1A3-5B8A-A7BFACAB15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9961" y="8411494"/>
            <a:ext cx="2307591" cy="1611531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CF79EBA0-A402-FECA-763A-111036F1D33C}"/>
              </a:ext>
            </a:extLst>
          </p:cNvPr>
          <p:cNvSpPr txBox="1"/>
          <p:nvPr/>
        </p:nvSpPr>
        <p:spPr>
          <a:xfrm>
            <a:off x="901859" y="884216"/>
            <a:ext cx="8821420" cy="12003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b="1">
                <a:highlight>
                  <a:srgbClr val="00FF00"/>
                </a:highlight>
              </a:rPr>
              <a:t>Qt6</a:t>
            </a:r>
            <a:r>
              <a:rPr lang="zh-CN" altLang="en-US" b="1">
                <a:highlight>
                  <a:srgbClr val="00FF00"/>
                </a:highlight>
              </a:rPr>
              <a:t>如何安装</a:t>
            </a:r>
            <a:r>
              <a:rPr lang="en-US" altLang="zh-CN" b="1">
                <a:highlight>
                  <a:srgbClr val="00FF00"/>
                </a:highlight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在线安装包下载地址：</a:t>
            </a:r>
            <a:r>
              <a:rPr lang="en-US" altLang="zh-CN">
                <a:hlinkClick r:id="rId5"/>
              </a:rPr>
              <a:t>Index of /official_releases/online_installers (qt.io)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只需要安装需要使用的组件，后期可以添加删除。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运行</a:t>
            </a:r>
            <a:r>
              <a:rPr lang="en-US" altLang="zh-CN"/>
              <a:t>Qt Creator</a:t>
            </a:r>
            <a:r>
              <a:rPr lang="zh-CN" altLang="en-US"/>
              <a:t>，打开一个自带例子进行测试。</a:t>
            </a:r>
            <a:endParaRPr lang="en-US" altLang="zh-CN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EB2DA5F-A852-74F0-BC3C-BAD7B515A6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1404" y="774618"/>
            <a:ext cx="3571875" cy="37147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7A76388-A4FF-7EE1-EA1F-5BFD941182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7754" y="1494332"/>
            <a:ext cx="2295525" cy="304800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14639B45-D67C-7978-F045-5B1FE177B049}"/>
              </a:ext>
            </a:extLst>
          </p:cNvPr>
          <p:cNvCxnSpPr/>
          <p:nvPr/>
        </p:nvCxnSpPr>
        <p:spPr>
          <a:xfrm>
            <a:off x="6262529" y="1646732"/>
            <a:ext cx="10972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1164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F6AA9E1-9E9D-BB09-F883-D8A358FECCA7}"/>
              </a:ext>
            </a:extLst>
          </p:cNvPr>
          <p:cNvSpPr txBox="1"/>
          <p:nvPr/>
        </p:nvSpPr>
        <p:spPr>
          <a:xfrm>
            <a:off x="617855" y="713105"/>
            <a:ext cx="9414510" cy="163121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chemeClr val="bg1"/>
                </a:solidFill>
              </a:rPr>
              <a:t>Qt Creator</a:t>
            </a:r>
            <a:r>
              <a:rPr lang="zh-CN" altLang="en-US" sz="2000">
                <a:solidFill>
                  <a:schemeClr val="bg1"/>
                </a:solidFill>
              </a:rPr>
              <a:t>为应用程序开发人员提供了一个完整的跨平台、集成开发环境（</a:t>
            </a:r>
            <a:r>
              <a:rPr lang="en-US" altLang="zh-CN" sz="2000">
                <a:solidFill>
                  <a:schemeClr val="bg1"/>
                </a:solidFill>
              </a:rPr>
              <a:t>IDE</a:t>
            </a:r>
            <a:r>
              <a:rPr lang="zh-CN" altLang="en-US" sz="2000">
                <a:solidFill>
                  <a:schemeClr val="bg1"/>
                </a:solidFill>
              </a:rPr>
              <a:t>），以便为桌面、嵌入式和移动设备平台（如</a:t>
            </a:r>
            <a:r>
              <a:rPr lang="en-US" altLang="zh-CN" sz="2000">
                <a:solidFill>
                  <a:schemeClr val="bg1"/>
                </a:solidFill>
              </a:rPr>
              <a:t>Android</a:t>
            </a:r>
            <a:r>
              <a:rPr lang="zh-CN" altLang="en-US" sz="2000">
                <a:solidFill>
                  <a:schemeClr val="bg1"/>
                </a:solidFill>
              </a:rPr>
              <a:t>和</a:t>
            </a:r>
            <a:r>
              <a:rPr lang="en-US" altLang="zh-CN" sz="2000">
                <a:solidFill>
                  <a:schemeClr val="bg1"/>
                </a:solidFill>
              </a:rPr>
              <a:t>iOS</a:t>
            </a:r>
            <a:r>
              <a:rPr lang="zh-CN" altLang="en-US" sz="2000">
                <a:solidFill>
                  <a:schemeClr val="bg1"/>
                </a:solidFill>
              </a:rPr>
              <a:t>）创建应用程序。它适用于</a:t>
            </a:r>
            <a:r>
              <a:rPr lang="en-US" altLang="zh-CN" sz="2000">
                <a:solidFill>
                  <a:schemeClr val="bg1"/>
                </a:solidFill>
              </a:rPr>
              <a:t>Linux</a:t>
            </a:r>
            <a:r>
              <a:rPr lang="zh-CN" altLang="en-US" sz="2000">
                <a:solidFill>
                  <a:schemeClr val="bg1"/>
                </a:solidFill>
              </a:rPr>
              <a:t>、</a:t>
            </a:r>
            <a:r>
              <a:rPr lang="en-US" altLang="zh-CN" sz="2000">
                <a:solidFill>
                  <a:schemeClr val="bg1"/>
                </a:solidFill>
              </a:rPr>
              <a:t>macOS</a:t>
            </a:r>
            <a:r>
              <a:rPr lang="zh-CN" altLang="en-US" sz="2000">
                <a:solidFill>
                  <a:schemeClr val="bg1"/>
                </a:solidFill>
              </a:rPr>
              <a:t>和</a:t>
            </a:r>
            <a:r>
              <a:rPr lang="en-US" altLang="zh-CN" sz="2000">
                <a:solidFill>
                  <a:schemeClr val="bg1"/>
                </a:solidFill>
              </a:rPr>
              <a:t>Windows</a:t>
            </a:r>
            <a:r>
              <a:rPr lang="zh-CN" altLang="en-US" sz="2000">
                <a:solidFill>
                  <a:schemeClr val="bg1"/>
                </a:solidFill>
              </a:rPr>
              <a:t>等操作系统。</a:t>
            </a:r>
            <a:endParaRPr lang="en-US" altLang="zh-CN" sz="200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chemeClr val="bg1"/>
                </a:solidFill>
              </a:rPr>
              <a:t>Qt Creator</a:t>
            </a:r>
            <a:r>
              <a:rPr lang="zh-CN" altLang="en-US" sz="2000">
                <a:solidFill>
                  <a:schemeClr val="bg1"/>
                </a:solidFill>
              </a:rPr>
              <a:t>提供了在整个应用程序开发生命周期所需的工具，从创建项目到将应用程序部署到目标平台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D69F1A9-CDB2-80E6-029C-4912F09F48B1}"/>
              </a:ext>
            </a:extLst>
          </p:cNvPr>
          <p:cNvSpPr txBox="1"/>
          <p:nvPr/>
        </p:nvSpPr>
        <p:spPr>
          <a:xfrm>
            <a:off x="4297022" y="312995"/>
            <a:ext cx="1816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chemeClr val="accent3"/>
                </a:solidFill>
              </a:rPr>
              <a:t>熟悉</a:t>
            </a:r>
            <a:r>
              <a:rPr lang="en-US" altLang="zh-CN" sz="2000" b="1">
                <a:solidFill>
                  <a:schemeClr val="accent3"/>
                </a:solidFill>
              </a:rPr>
              <a:t>Qt Creator</a:t>
            </a:r>
            <a:endParaRPr lang="zh-CN" altLang="en-US" sz="2000" b="1" dirty="0">
              <a:solidFill>
                <a:schemeClr val="accent3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BAD97C-68E9-CE22-5BBC-E4093791B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039" y="8795762"/>
            <a:ext cx="4792229" cy="280371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FDF0ED0-7F87-3378-54AD-F16E0B3AF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5951" y="9507538"/>
            <a:ext cx="5767754" cy="327403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D3B2F9F-8FED-D55C-138C-ED8884CC80A3}"/>
              </a:ext>
            </a:extLst>
          </p:cNvPr>
          <p:cNvSpPr txBox="1"/>
          <p:nvPr/>
        </p:nvSpPr>
        <p:spPr>
          <a:xfrm>
            <a:off x="919039" y="8367479"/>
            <a:ext cx="5310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</a:rPr>
              <a:t>Tools</a:t>
            </a:r>
            <a:r>
              <a:rPr lang="en-US" altLang="zh-CN" sz="1800">
                <a:solidFill>
                  <a:schemeClr val="bg1"/>
                </a:solidFill>
                <a:sym typeface="Wingdings" panose="05000000000000000000" pitchFamily="2" charset="2"/>
              </a:rPr>
              <a:t> Options</a:t>
            </a:r>
            <a:r>
              <a:rPr lang="zh-CN" altLang="en-US" sz="180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en-US" altLang="zh-CN" sz="1800">
                <a:solidFill>
                  <a:schemeClr val="bg1"/>
                </a:solidFill>
                <a:sym typeface="Wingdings" panose="05000000000000000000" pitchFamily="2" charset="2"/>
              </a:rPr>
              <a:t> Kits/Environment</a:t>
            </a:r>
            <a:endParaRPr lang="zh-CN" altLang="en-US" sz="1800" dirty="0">
              <a:solidFill>
                <a:schemeClr val="bg1"/>
              </a:solidFill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EDAD9E5-A297-7033-A1F5-22773104CA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165" y="2977817"/>
            <a:ext cx="9347200" cy="5262821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90FAFBB7-0FC0-3B89-0F92-DCA311045EA0}"/>
              </a:ext>
            </a:extLst>
          </p:cNvPr>
          <p:cNvSpPr/>
          <p:nvPr/>
        </p:nvSpPr>
        <p:spPr>
          <a:xfrm>
            <a:off x="1034785" y="3505376"/>
            <a:ext cx="1898248" cy="196771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21A3644-0973-F285-C15B-99FBD9E17F19}"/>
              </a:ext>
            </a:extLst>
          </p:cNvPr>
          <p:cNvSpPr txBox="1"/>
          <p:nvPr/>
        </p:nvSpPr>
        <p:spPr>
          <a:xfrm>
            <a:off x="919039" y="2446063"/>
            <a:ext cx="5331716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活动项目（</a:t>
            </a:r>
            <a:r>
              <a:rPr lang="en-US" altLang="zh-CN" sz="2000">
                <a:solidFill>
                  <a:schemeClr val="bg1"/>
                </a:solidFill>
              </a:rPr>
              <a:t> Active Project </a:t>
            </a:r>
            <a:r>
              <a:rPr lang="zh-CN" altLang="en-US" sz="2000">
                <a:solidFill>
                  <a:schemeClr val="bg1"/>
                </a:solidFill>
              </a:rPr>
              <a:t>），用加粗字体表示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67651C1A-EB0E-DD7B-BCC1-68F0A661B44D}"/>
              </a:ext>
            </a:extLst>
          </p:cNvPr>
          <p:cNvCxnSpPr>
            <a:cxnSpLocks/>
          </p:cNvCxnSpPr>
          <p:nvPr/>
        </p:nvCxnSpPr>
        <p:spPr>
          <a:xfrm flipV="1">
            <a:off x="1127383" y="2846173"/>
            <a:ext cx="0" cy="659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6C8140B6-9D3B-4AC9-6C56-61FE0DA1FD73}"/>
              </a:ext>
            </a:extLst>
          </p:cNvPr>
          <p:cNvSpPr/>
          <p:nvPr/>
        </p:nvSpPr>
        <p:spPr>
          <a:xfrm>
            <a:off x="1156481" y="3713831"/>
            <a:ext cx="1179170" cy="208455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30B235C-B28B-28FF-C06C-F3F66C95B7C7}"/>
              </a:ext>
            </a:extLst>
          </p:cNvPr>
          <p:cNvSpPr/>
          <p:nvPr/>
        </p:nvSpPr>
        <p:spPr>
          <a:xfrm>
            <a:off x="1127383" y="7034584"/>
            <a:ext cx="2123035" cy="92736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/>
              <a:t>CMakeLists.txt</a:t>
            </a:r>
            <a:r>
              <a:rPr lang="zh-CN" altLang="en-US"/>
              <a:t>：项目管理文件，包括一些项目的设置项</a:t>
            </a:r>
            <a:endParaRPr lang="en-US" altLang="zh-CN"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1FAB6ECA-6628-B2F4-A398-A0DCEAD4C523}"/>
              </a:ext>
            </a:extLst>
          </p:cNvPr>
          <p:cNvCxnSpPr>
            <a:cxnSpLocks/>
          </p:cNvCxnSpPr>
          <p:nvPr/>
        </p:nvCxnSpPr>
        <p:spPr>
          <a:xfrm flipH="1">
            <a:off x="1127383" y="3922286"/>
            <a:ext cx="29098" cy="3213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4" name="椭圆 23">
            <a:extLst>
              <a:ext uri="{FF2B5EF4-FFF2-40B4-BE49-F238E27FC236}">
                <a16:creationId xmlns:a16="http://schemas.microsoft.com/office/drawing/2014/main" id="{5E8FE577-E98B-D0CD-7A91-49A6C8504EA6}"/>
              </a:ext>
            </a:extLst>
          </p:cNvPr>
          <p:cNvSpPr/>
          <p:nvPr/>
        </p:nvSpPr>
        <p:spPr>
          <a:xfrm>
            <a:off x="675970" y="3922286"/>
            <a:ext cx="451413" cy="388426"/>
          </a:xfrm>
          <a:prstGeom prst="ellipse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D6052A4A-FFD0-B634-037C-85821C707C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9611" y="10550828"/>
            <a:ext cx="5054214" cy="294252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3" name="墨迹 32">
                <a:extLst>
                  <a:ext uri="{FF2B5EF4-FFF2-40B4-BE49-F238E27FC236}">
                    <a16:creationId xmlns:a16="http://schemas.microsoft.com/office/drawing/2014/main" id="{F5E959D3-182D-8A84-514C-50271BFAEF5B}"/>
                  </a:ext>
                </a:extLst>
              </p14:cNvPr>
              <p14:cNvContentPartPr/>
              <p14:nvPr/>
            </p14:nvContentPartPr>
            <p14:xfrm>
              <a:off x="7412520" y="3048360"/>
              <a:ext cx="16920" cy="22320"/>
            </p14:xfrm>
          </p:contentPart>
        </mc:Choice>
        <mc:Fallback xmlns="">
          <p:pic>
            <p:nvPicPr>
              <p:cNvPr id="33" name="墨迹 32">
                <a:extLst>
                  <a:ext uri="{FF2B5EF4-FFF2-40B4-BE49-F238E27FC236}">
                    <a16:creationId xmlns:a16="http://schemas.microsoft.com/office/drawing/2014/main" id="{F5E959D3-182D-8A84-514C-50271BFAEF5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03880" y="3039720"/>
                <a:ext cx="3456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5" name="墨迹 44">
                <a:extLst>
                  <a:ext uri="{FF2B5EF4-FFF2-40B4-BE49-F238E27FC236}">
                    <a16:creationId xmlns:a16="http://schemas.microsoft.com/office/drawing/2014/main" id="{365E5073-78B6-1A0D-CF84-BFACA02EC7D4}"/>
                  </a:ext>
                </a:extLst>
              </p14:cNvPr>
              <p14:cNvContentPartPr/>
              <p14:nvPr/>
            </p14:nvContentPartPr>
            <p14:xfrm>
              <a:off x="9234120" y="1059000"/>
              <a:ext cx="412920" cy="31320"/>
            </p14:xfrm>
          </p:contentPart>
        </mc:Choice>
        <mc:Fallback xmlns="">
          <p:pic>
            <p:nvPicPr>
              <p:cNvPr id="45" name="墨迹 44">
                <a:extLst>
                  <a:ext uri="{FF2B5EF4-FFF2-40B4-BE49-F238E27FC236}">
                    <a16:creationId xmlns:a16="http://schemas.microsoft.com/office/drawing/2014/main" id="{365E5073-78B6-1A0D-CF84-BFACA02EC7D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25120" y="1050000"/>
                <a:ext cx="430560" cy="4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组合 48">
            <a:extLst>
              <a:ext uri="{FF2B5EF4-FFF2-40B4-BE49-F238E27FC236}">
                <a16:creationId xmlns:a16="http://schemas.microsoft.com/office/drawing/2014/main" id="{CAC2D9BF-6A97-4AC3-4D19-349DAF2FA452}"/>
              </a:ext>
            </a:extLst>
          </p:cNvPr>
          <p:cNvGrpSpPr/>
          <p:nvPr/>
        </p:nvGrpSpPr>
        <p:grpSpPr>
          <a:xfrm>
            <a:off x="1881840" y="1370400"/>
            <a:ext cx="3146040" cy="68760"/>
            <a:chOff x="1881840" y="1370400"/>
            <a:chExt cx="3146040" cy="6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5BC28FEA-55F3-90B3-5650-9EA8B954072F}"/>
                    </a:ext>
                  </a:extLst>
                </p14:cNvPr>
                <p14:cNvContentPartPr/>
                <p14:nvPr/>
              </p14:nvContentPartPr>
              <p14:xfrm>
                <a:off x="1881840" y="1403880"/>
                <a:ext cx="441360" cy="29880"/>
              </p14:xfrm>
            </p:contentPart>
          </mc:Choice>
          <mc:Fallback xmlns=""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5BC28FEA-55F3-90B3-5650-9EA8B954072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72840" y="1394880"/>
                  <a:ext cx="4590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05F956C5-A231-6064-C68F-2A6A431AC6E9}"/>
                    </a:ext>
                  </a:extLst>
                </p14:cNvPr>
                <p14:cNvContentPartPr/>
                <p14:nvPr/>
              </p14:nvContentPartPr>
              <p14:xfrm>
                <a:off x="2628840" y="1378320"/>
                <a:ext cx="522360" cy="41040"/>
              </p14:xfrm>
            </p:contentPart>
          </mc:Choice>
          <mc:Fallback xmlns=""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05F956C5-A231-6064-C68F-2A6A431AC6E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619840" y="1369680"/>
                  <a:ext cx="5400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BD450A99-ADB8-381A-740E-3CD11887E53D}"/>
                    </a:ext>
                  </a:extLst>
                </p14:cNvPr>
                <p14:cNvContentPartPr/>
                <p14:nvPr/>
              </p14:nvContentPartPr>
              <p14:xfrm>
                <a:off x="3748800" y="1370400"/>
                <a:ext cx="1279080" cy="68760"/>
              </p14:xfrm>
            </p:contentPart>
          </mc:Choice>
          <mc:Fallback xmlns=""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BD450A99-ADB8-381A-740E-3CD11887E53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739800" y="1361400"/>
                  <a:ext cx="1296720" cy="8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B424B698-C7B7-2BB8-AFB9-414A3DE2D782}"/>
              </a:ext>
            </a:extLst>
          </p:cNvPr>
          <p:cNvGrpSpPr/>
          <p:nvPr/>
        </p:nvGrpSpPr>
        <p:grpSpPr>
          <a:xfrm>
            <a:off x="1386840" y="1652640"/>
            <a:ext cx="2630880" cy="62640"/>
            <a:chOff x="1386840" y="1652640"/>
            <a:chExt cx="2630880" cy="6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0" name="墨迹 49">
                  <a:extLst>
                    <a:ext uri="{FF2B5EF4-FFF2-40B4-BE49-F238E27FC236}">
                      <a16:creationId xmlns:a16="http://schemas.microsoft.com/office/drawing/2014/main" id="{28B2E403-1961-5067-CAE8-12F1306C76B1}"/>
                    </a:ext>
                  </a:extLst>
                </p14:cNvPr>
                <p14:cNvContentPartPr/>
                <p14:nvPr/>
              </p14:nvContentPartPr>
              <p14:xfrm>
                <a:off x="1386840" y="1659840"/>
                <a:ext cx="463320" cy="20520"/>
              </p14:xfrm>
            </p:contentPart>
          </mc:Choice>
          <mc:Fallback xmlns="">
            <p:pic>
              <p:nvPicPr>
                <p:cNvPr id="50" name="墨迹 49">
                  <a:extLst>
                    <a:ext uri="{FF2B5EF4-FFF2-40B4-BE49-F238E27FC236}">
                      <a16:creationId xmlns:a16="http://schemas.microsoft.com/office/drawing/2014/main" id="{28B2E403-1961-5067-CAE8-12F1306C76B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77840" y="1650840"/>
                  <a:ext cx="4809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51" name="墨迹 50">
                  <a:extLst>
                    <a:ext uri="{FF2B5EF4-FFF2-40B4-BE49-F238E27FC236}">
                      <a16:creationId xmlns:a16="http://schemas.microsoft.com/office/drawing/2014/main" id="{6E922534-700D-7D2B-F045-25A10C2989C6}"/>
                    </a:ext>
                  </a:extLst>
                </p14:cNvPr>
                <p14:cNvContentPartPr/>
                <p14:nvPr/>
              </p14:nvContentPartPr>
              <p14:xfrm>
                <a:off x="2156160" y="1669920"/>
                <a:ext cx="462600" cy="45360"/>
              </p14:xfrm>
            </p:contentPart>
          </mc:Choice>
          <mc:Fallback xmlns="">
            <p:pic>
              <p:nvPicPr>
                <p:cNvPr id="51" name="墨迹 50">
                  <a:extLst>
                    <a:ext uri="{FF2B5EF4-FFF2-40B4-BE49-F238E27FC236}">
                      <a16:creationId xmlns:a16="http://schemas.microsoft.com/office/drawing/2014/main" id="{6E922534-700D-7D2B-F045-25A10C2989C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47160" y="1660920"/>
                  <a:ext cx="4802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53" name="墨迹 52">
                  <a:extLst>
                    <a:ext uri="{FF2B5EF4-FFF2-40B4-BE49-F238E27FC236}">
                      <a16:creationId xmlns:a16="http://schemas.microsoft.com/office/drawing/2014/main" id="{B2CE8548-02AF-A863-3824-91FEEDEE8D7A}"/>
                    </a:ext>
                  </a:extLst>
                </p14:cNvPr>
                <p14:cNvContentPartPr/>
                <p14:nvPr/>
              </p14:nvContentPartPr>
              <p14:xfrm>
                <a:off x="3177480" y="1652640"/>
                <a:ext cx="840240" cy="54360"/>
              </p14:xfrm>
            </p:contentPart>
          </mc:Choice>
          <mc:Fallback xmlns="">
            <p:pic>
              <p:nvPicPr>
                <p:cNvPr id="53" name="墨迹 52">
                  <a:extLst>
                    <a:ext uri="{FF2B5EF4-FFF2-40B4-BE49-F238E27FC236}">
                      <a16:creationId xmlns:a16="http://schemas.microsoft.com/office/drawing/2014/main" id="{B2CE8548-02AF-A863-3824-91FEEDEE8D7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68480" y="1644000"/>
                  <a:ext cx="857880" cy="72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99867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C426900-2975-C7D7-6C5E-CA13D7A99FA9}"/>
              </a:ext>
            </a:extLst>
          </p:cNvPr>
          <p:cNvSpPr txBox="1"/>
          <p:nvPr/>
        </p:nvSpPr>
        <p:spPr>
          <a:xfrm>
            <a:off x="586740" y="685082"/>
            <a:ext cx="935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chemeClr val="bg1"/>
                </a:solidFill>
              </a:rPr>
              <a:t>Qt Creator</a:t>
            </a:r>
            <a:r>
              <a:rPr lang="zh-CN" altLang="en-US" sz="2000">
                <a:solidFill>
                  <a:schemeClr val="bg1"/>
                </a:solidFill>
              </a:rPr>
              <a:t>的一些快捷操作：</a:t>
            </a:r>
            <a:endParaRPr lang="zh-CN" altLang="en-US" sz="2000"/>
          </a:p>
        </p:txBody>
      </p:sp>
      <p:graphicFrame>
        <p:nvGraphicFramePr>
          <p:cNvPr id="6" name="表格 3">
            <a:extLst>
              <a:ext uri="{FF2B5EF4-FFF2-40B4-BE49-F238E27FC236}">
                <a16:creationId xmlns:a16="http://schemas.microsoft.com/office/drawing/2014/main" id="{BEDFCE46-F55A-4AE9-3DBE-BFB6F28D03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339742"/>
              </p:ext>
            </p:extLst>
          </p:nvPr>
        </p:nvGraphicFramePr>
        <p:xfrm>
          <a:off x="681040" y="1124096"/>
          <a:ext cx="9080180" cy="737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6727">
                  <a:extLst>
                    <a:ext uri="{9D8B030D-6E8A-4147-A177-3AD203B41FA5}">
                      <a16:colId xmlns:a16="http://schemas.microsoft.com/office/drawing/2014/main" val="3637540016"/>
                    </a:ext>
                  </a:extLst>
                </a:gridCol>
                <a:gridCol w="1499795">
                  <a:extLst>
                    <a:ext uri="{9D8B030D-6E8A-4147-A177-3AD203B41FA5}">
                      <a16:colId xmlns:a16="http://schemas.microsoft.com/office/drawing/2014/main" val="3785347592"/>
                    </a:ext>
                  </a:extLst>
                </a:gridCol>
                <a:gridCol w="4553658">
                  <a:extLst>
                    <a:ext uri="{9D8B030D-6E8A-4147-A177-3AD203B41FA5}">
                      <a16:colId xmlns:a16="http://schemas.microsoft.com/office/drawing/2014/main" val="34490190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/>
                        <a:t>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/>
                        <a:t>快捷键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/>
                        <a:t>解释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263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/>
                        <a:t>Switch Header/Source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F4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/>
                        <a:t>在同名的头文件和源程序文件之间切换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049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/>
                        <a:t>Follow Symbol Under Cursor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F2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/>
                        <a:t>变量：跳转到声明；函数：声明和定义切换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225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/>
                        <a:t>Switch Between Function</a:t>
                      </a:r>
                    </a:p>
                    <a:p>
                      <a:r>
                        <a:rPr lang="en-US" altLang="zh-CN" sz="1800"/>
                        <a:t>Declartion and Definition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Shift+F2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/>
                        <a:t>函数：声明和定义切换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170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/>
                        <a:t>Refactor\Rename Symbol Under Cursor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Ctrl+Shift+R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/>
                        <a:t>改名称，将替换所有用到这个符号的地方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754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/>
                        <a:t>Refactor\Add Definition in .cpp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/>
                        <a:t>为函数原型在</a:t>
                      </a:r>
                      <a:r>
                        <a:rPr lang="en-US" altLang="zh-CN" sz="1800"/>
                        <a:t>cpp</a:t>
                      </a:r>
                      <a:r>
                        <a:rPr lang="zh-CN" altLang="en-US" sz="1800"/>
                        <a:t>文件中生成函数体</a:t>
                      </a:r>
                      <a:endParaRPr lang="en-US" altLang="zh-CN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6079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/>
                        <a:t>Auto-indent Selection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Ctrl+I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/>
                        <a:t>为选择的文字自动进行缩进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8248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/>
                        <a:t>Toggle Comment Selection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Ctrl+/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/>
                        <a:t>注释或取消注释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052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/>
                        <a:t>Context Help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F1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/>
                        <a:t>为光标所在的符号显式帮助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531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/>
                        <a:t>Save All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Ctrl+Shift+S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/>
                        <a:t>文件全部保持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117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/>
                        <a:t>Find/Replace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Ctrl+F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/>
                        <a:t>调出查找</a:t>
                      </a:r>
                      <a:r>
                        <a:rPr lang="en-US" altLang="zh-CN" sz="1800"/>
                        <a:t>/</a:t>
                      </a:r>
                      <a:r>
                        <a:rPr lang="zh-CN" altLang="en-US" sz="1800"/>
                        <a:t>替换对话框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6022257"/>
                  </a:ext>
                </a:extLst>
              </a:tr>
              <a:tr h="359264">
                <a:tc>
                  <a:txBody>
                    <a:bodyPr/>
                    <a:lstStyle/>
                    <a:p>
                      <a:r>
                        <a:rPr lang="en-US" altLang="zh-CN" sz="1800"/>
                        <a:t>Find Next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F3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/>
                        <a:t>查找下一个</a:t>
                      </a:r>
                      <a:endParaRPr lang="en-US" altLang="zh-CN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433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/>
                        <a:t>Build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Ctrl+B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/>
                        <a:t>编译当前项目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61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/>
                        <a:t>Start Debugging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F5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/>
                        <a:t>开始调试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681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/>
                        <a:t>Step Over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F10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/>
                        <a:t>单步（略过）调试，执行当前程序语句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521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/>
                        <a:t>Step Into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F11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/>
                        <a:t>单步（跟踪）调试，如果当前行里有函数，就跟踪进入函数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4972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/>
                        <a:t>Toggle Breakpoint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F9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/>
                        <a:t>设置或取消当前行的断点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498998"/>
                  </a:ext>
                </a:extLst>
              </a:tr>
            </a:tbl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1EFE0754-6EC0-ABD5-3729-CAA4E651C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975" y="8813546"/>
            <a:ext cx="7577218" cy="414334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6723901-76A5-2F23-7BE3-98611534C217}"/>
              </a:ext>
            </a:extLst>
          </p:cNvPr>
          <p:cNvSpPr txBox="1"/>
          <p:nvPr/>
        </p:nvSpPr>
        <p:spPr>
          <a:xfrm>
            <a:off x="586740" y="8568059"/>
            <a:ext cx="19832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chemeClr val="bg1"/>
                </a:solidFill>
              </a:rPr>
              <a:t>Qt</a:t>
            </a:r>
            <a:r>
              <a:rPr lang="zh-CN" altLang="en-US" sz="2000">
                <a:solidFill>
                  <a:schemeClr val="bg1"/>
                </a:solidFill>
              </a:rPr>
              <a:t>的帮助系统：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C2E802-B67E-1788-4CC9-423A42C425B3}"/>
              </a:ext>
            </a:extLst>
          </p:cNvPr>
          <p:cNvSpPr/>
          <p:nvPr/>
        </p:nvSpPr>
        <p:spPr>
          <a:xfrm>
            <a:off x="1578357" y="9282896"/>
            <a:ext cx="2553805" cy="729205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BA2AA11-9DCD-9F0A-43A2-5E0893C0A703}"/>
              </a:ext>
            </a:extLst>
          </p:cNvPr>
          <p:cNvSpPr txBox="1"/>
          <p:nvPr/>
        </p:nvSpPr>
        <p:spPr>
          <a:xfrm>
            <a:off x="1601902" y="12444132"/>
            <a:ext cx="7577218" cy="132343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chemeClr val="bg1"/>
                </a:solidFill>
              </a:rPr>
              <a:t>Bookmarks:</a:t>
            </a:r>
            <a:r>
              <a:rPr lang="zh-CN" altLang="en-US" sz="2000">
                <a:solidFill>
                  <a:schemeClr val="bg1"/>
                </a:solidFill>
              </a:rPr>
              <a:t>显式以存储的书签</a:t>
            </a:r>
            <a:endParaRPr lang="en-US" altLang="zh-CN" sz="2000">
              <a:solidFill>
                <a:schemeClr val="bg1"/>
              </a:solidFill>
            </a:endParaRPr>
          </a:p>
          <a:p>
            <a:r>
              <a:rPr lang="en-US" altLang="zh-CN" sz="2000">
                <a:solidFill>
                  <a:schemeClr val="bg1"/>
                </a:solidFill>
              </a:rPr>
              <a:t>Contents</a:t>
            </a:r>
            <a:r>
              <a:rPr lang="zh-CN" altLang="en-US" sz="2000">
                <a:solidFill>
                  <a:schemeClr val="bg1"/>
                </a:solidFill>
              </a:rPr>
              <a:t>：树形目录显式</a:t>
            </a:r>
            <a:r>
              <a:rPr lang="en-US" altLang="zh-CN" sz="2000">
                <a:solidFill>
                  <a:schemeClr val="bg1"/>
                </a:solidFill>
              </a:rPr>
              <a:t>Qt</a:t>
            </a:r>
            <a:r>
              <a:rPr lang="zh-CN" altLang="en-US" sz="2000">
                <a:solidFill>
                  <a:schemeClr val="bg1"/>
                </a:solidFill>
              </a:rPr>
              <a:t>的所有模块</a:t>
            </a:r>
            <a:endParaRPr lang="en-US" altLang="zh-CN" sz="2000">
              <a:solidFill>
                <a:schemeClr val="bg1"/>
              </a:solidFill>
            </a:endParaRPr>
          </a:p>
          <a:p>
            <a:r>
              <a:rPr lang="en-US" altLang="zh-CN" sz="2000">
                <a:solidFill>
                  <a:schemeClr val="bg1"/>
                </a:solidFill>
              </a:rPr>
              <a:t>Index</a:t>
            </a:r>
            <a:r>
              <a:rPr lang="zh-CN" altLang="en-US" sz="2000">
                <a:solidFill>
                  <a:schemeClr val="bg1"/>
                </a:solidFill>
              </a:rPr>
              <a:t>：可以输入查找内容</a:t>
            </a:r>
            <a:endParaRPr lang="en-US" altLang="zh-CN" sz="2000">
              <a:solidFill>
                <a:schemeClr val="bg1"/>
              </a:solidFill>
            </a:endParaRPr>
          </a:p>
          <a:p>
            <a:r>
              <a:rPr lang="en-US" altLang="zh-CN" sz="2000">
                <a:solidFill>
                  <a:schemeClr val="bg1"/>
                </a:solidFill>
              </a:rPr>
              <a:t>Search</a:t>
            </a:r>
            <a:r>
              <a:rPr lang="zh-CN" altLang="en-US" sz="2000">
                <a:solidFill>
                  <a:schemeClr val="bg1"/>
                </a:solidFill>
              </a:rPr>
              <a:t>：可以输入关键字进行搜索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ACFE1B2A-4B2E-AF81-6433-B95F0A5550D0}"/>
              </a:ext>
            </a:extLst>
          </p:cNvPr>
          <p:cNvCxnSpPr/>
          <p:nvPr/>
        </p:nvCxnSpPr>
        <p:spPr>
          <a:xfrm>
            <a:off x="1990846" y="10012101"/>
            <a:ext cx="0" cy="2432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椭圆 11">
            <a:extLst>
              <a:ext uri="{FF2B5EF4-FFF2-40B4-BE49-F238E27FC236}">
                <a16:creationId xmlns:a16="http://schemas.microsoft.com/office/drawing/2014/main" id="{1AE8E584-4D47-43CB-EB1A-1B3A8BE5604E}"/>
              </a:ext>
            </a:extLst>
          </p:cNvPr>
          <p:cNvSpPr/>
          <p:nvPr/>
        </p:nvSpPr>
        <p:spPr>
          <a:xfrm>
            <a:off x="4389120" y="9052560"/>
            <a:ext cx="322170" cy="325120"/>
          </a:xfrm>
          <a:prstGeom prst="ellipse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C1DACA4-5144-3450-CD19-6092CF9080EB}"/>
              </a:ext>
            </a:extLst>
          </p:cNvPr>
          <p:cNvCxnSpPr>
            <a:cxnSpLocks/>
          </p:cNvCxnSpPr>
          <p:nvPr/>
        </p:nvCxnSpPr>
        <p:spPr>
          <a:xfrm>
            <a:off x="4696870" y="9282896"/>
            <a:ext cx="579128" cy="94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4A036CAB-F898-9929-1F89-F18704EC1310}"/>
              </a:ext>
            </a:extLst>
          </p:cNvPr>
          <p:cNvSpPr txBox="1"/>
          <p:nvPr/>
        </p:nvSpPr>
        <p:spPr>
          <a:xfrm>
            <a:off x="5213697" y="9247388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书签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6713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GFjYTU0NWJkMWQ1YTMwMTViZThhYTk5YTFlZGRhMzgifQ=="/>
</p:tagLst>
</file>

<file path=ppt/theme/theme1.xml><?xml version="1.0" encoding="utf-8"?>
<a:theme xmlns:a="http://schemas.openxmlformats.org/drawingml/2006/main" name="第一PPT，www.1ppt.com">
  <a:themeElements>
    <a:clrScheme name="字幕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反射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0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第一PPT，www.1ppt.com">
  <a:themeElements>
    <a:clrScheme name="字幕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反射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0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第4章：程序流程之循环</Template>
  <TotalTime>1483</TotalTime>
  <Words>818</Words>
  <Application>Microsoft Office PowerPoint</Application>
  <PresentationFormat>自定义</PresentationFormat>
  <Paragraphs>121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 Unicode MS</vt:lpstr>
      <vt:lpstr>等线</vt:lpstr>
      <vt:lpstr>黑体</vt:lpstr>
      <vt:lpstr>华文琥珀</vt:lpstr>
      <vt:lpstr>Arial</vt:lpstr>
      <vt:lpstr>Calibri</vt:lpstr>
      <vt:lpstr>Cambria</vt:lpstr>
      <vt:lpstr>第一PPT，www.1ppt.com</vt:lpstr>
      <vt:lpstr>4_第一PPT，www.1ppt.com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蔡乐</dc:creator>
  <cp:lastModifiedBy>乐</cp:lastModifiedBy>
  <cp:revision>1440</cp:revision>
  <dcterms:created xsi:type="dcterms:W3CDTF">2020-06-26T01:00:00Z</dcterms:created>
  <dcterms:modified xsi:type="dcterms:W3CDTF">2022-07-08T01:27:38Z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2052-11.1.0.11744</vt:lpwstr>
  </property>
  <property fmtid="{D5CDD505-2E9C-101B-9397-08002B2CF9AE}" pid="3" name="ICV">
    <vt:lpwstr>35C8A0B9FA4B4BC7B03E97E74C2317FB</vt:lpwstr>
  </property>
</Properties>
</file>